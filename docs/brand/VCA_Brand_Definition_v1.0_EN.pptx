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49bf1ce1-fdbb-bdcb-a3f1-f1ecc28904ad}">
          <p14:sldIdLst>
            <p14:sldId id="256"/>
          </p14:sldIdLst>
        </p14:section>
        <p14:section name="Brand definition" id="{b1e59f0c-fef4-4417-7e9e-4c7f466862cb}">
          <p14:sldIdLst>
            <p14:sldId id="257"/>
          </p14:sldIdLst>
        </p14:section>
        <p14:section name="Message &amp; voice" id="{5dde7d0b-84b2-a78f-ba57-6cb165e17d7a}">
          <p14:sldIdLst>
            <p14:sldId id="258"/>
            <p14:sldId id="259"/>
          </p14:sldIdLst>
        </p14:section>
        <p14:section name="Symbol &amp; logo" id="{7582f748-d48f-d2f0-c232-fd12f1f6477f}">
          <p14:sldIdLst>
            <p14:sldId id="260"/>
            <p14:sldId id="261"/>
          </p14:sldIdLst>
        </p14:section>
        <p14:section name="Color &amp; type" id="{6bd3cac0-7b47-b2a4-17e0-a8768b60ce32}">
          <p14:sldIdLst>
            <p14:sldId id="262"/>
            <p14:sldId id="263"/>
          </p14:sldIdLst>
        </p14:section>
        <p14:section name="Application rules" id="{50928dc8-142f-88c9-6ecb-8a5b039eeebf}">
          <p14:sldIdLst>
            <p14:sldId id="264"/>
            <p14:sldId id="265"/>
            <p14:sldId id="266"/>
          </p14:sldIdLst>
        </p14:section>
        <p14:section name="Digital touchpoints" id="{cc2add02-2c9e-8b65-ca93-82750ce9f900}">
          <p14:sldIdLst>
            <p14:sldId id="267"/>
            <p14:sldId id="268"/>
          </p14:sldIdLst>
        </p14:section>
        <p14:section name="Collateral" id="{6ed5152c-60f8-7b96-aa80-9413f8ecfab1}">
          <p14:sldIdLst>
            <p14:sldId id="269"/>
          </p14:sldIdLst>
        </p14:section>
        <p14:section name="Usage rules" id="{8255bfad-768a-0b4e-3843-6030b011cd48}">
          <p14:sldIdLst>
            <p14:sldId id="270"/>
            <p14:sldId id="271"/>
            <p14:sldId id="272"/>
          </p14:sldIdLst>
        </p14:section>
        <p14:section name="Document scope" id="{9d6b2c36-22d7-781a-f068-76c98498a97a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Voice Command AI Brand Definition · v1.0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Voice Command AI Brand Definition · v1.0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VCA symbol (gradient master)"/>
          <p:cNvGrpSpPr/>
          <p:nvPr/>
        </p:nvGrpSpPr>
        <p:grpSpPr>
          <a:xfrm>
            <a:off x="7452360" y="1417320"/>
            <a:ext cx="3931920" cy="3441829"/>
            <a:chOff x="7452360" y="1417320"/>
            <a:chExt cx="3931920" cy="3441829"/>
          </a:xfrm>
        </p:grpSpPr>
        <p:sp>
          <p:nvSpPr>
            <p:cNvPr id="2" name="Outer left wave"/>
            <p:cNvSpPr/>
            <p:nvPr/>
          </p:nvSpPr>
          <p:spPr>
            <a:xfrm>
              <a:off x="7452360" y="1418003"/>
              <a:ext cx="1188314" cy="2617933"/>
            </a:xfrm>
            <a:custGeom>
              <a:avLst/>
              <a:gdLst/>
              <a:ahLst/>
              <a:cxnLst/>
              <a:rect l="l" t="t" r="r" b="b"/>
              <a:pathLst>
                <a:path w="1188314" h="2617933">
                  <a:moveTo>
                    <a:pt x="337154" y="673"/>
                  </a:moveTo>
                  <a:cubicBezTo>
                    <a:pt x="302859" y="0"/>
                    <a:pt x="266772" y="4301"/>
                    <a:pt x="233910" y="14070"/>
                  </a:cubicBezTo>
                  <a:cubicBezTo>
                    <a:pt x="201049" y="23887"/>
                    <a:pt x="168141" y="39780"/>
                    <a:pt x="140047" y="59412"/>
                  </a:cubicBezTo>
                  <a:cubicBezTo>
                    <a:pt x="112000" y="79045"/>
                    <a:pt x="85823" y="104428"/>
                    <a:pt x="65349" y="131914"/>
                  </a:cubicBezTo>
                  <a:cubicBezTo>
                    <a:pt x="44875" y="159399"/>
                    <a:pt x="28000" y="191793"/>
                    <a:pt x="17202" y="224328"/>
                  </a:cubicBezTo>
                  <a:cubicBezTo>
                    <a:pt x="6404" y="256862"/>
                    <a:pt x="0" y="292996"/>
                    <a:pt x="467" y="327166"/>
                  </a:cubicBezTo>
                  <a:cubicBezTo>
                    <a:pt x="982" y="361336"/>
                    <a:pt x="11359" y="395787"/>
                    <a:pt x="20147" y="429350"/>
                  </a:cubicBezTo>
                  <a:cubicBezTo>
                    <a:pt x="28888" y="462913"/>
                    <a:pt x="41883" y="495587"/>
                    <a:pt x="53055" y="528589"/>
                  </a:cubicBezTo>
                  <a:cubicBezTo>
                    <a:pt x="64180" y="561637"/>
                    <a:pt x="75680" y="594546"/>
                    <a:pt x="87132" y="627454"/>
                  </a:cubicBezTo>
                  <a:cubicBezTo>
                    <a:pt x="98538" y="660362"/>
                    <a:pt x="110084" y="693270"/>
                    <a:pt x="121676" y="726132"/>
                  </a:cubicBezTo>
                  <a:cubicBezTo>
                    <a:pt x="133269" y="759040"/>
                    <a:pt x="145002" y="791808"/>
                    <a:pt x="156641" y="824670"/>
                  </a:cubicBezTo>
                  <a:cubicBezTo>
                    <a:pt x="168281" y="857531"/>
                    <a:pt x="179827" y="890440"/>
                    <a:pt x="191513" y="923254"/>
                  </a:cubicBezTo>
                  <a:cubicBezTo>
                    <a:pt x="203199" y="956116"/>
                    <a:pt x="214885" y="988931"/>
                    <a:pt x="226665" y="1021745"/>
                  </a:cubicBezTo>
                  <a:cubicBezTo>
                    <a:pt x="238445" y="1054513"/>
                    <a:pt x="250458" y="1087235"/>
                    <a:pt x="262284" y="1120049"/>
                  </a:cubicBezTo>
                  <a:cubicBezTo>
                    <a:pt x="274111" y="1152817"/>
                    <a:pt x="285844" y="1185679"/>
                    <a:pt x="297623" y="1218447"/>
                  </a:cubicBezTo>
                  <a:cubicBezTo>
                    <a:pt x="309403" y="1251262"/>
                    <a:pt x="321183" y="1284077"/>
                    <a:pt x="333056" y="1316845"/>
                  </a:cubicBezTo>
                  <a:cubicBezTo>
                    <a:pt x="344929" y="1349613"/>
                    <a:pt x="357083" y="1382287"/>
                    <a:pt x="368862" y="1415055"/>
                  </a:cubicBezTo>
                  <a:cubicBezTo>
                    <a:pt x="380689" y="1447870"/>
                    <a:pt x="392094" y="1480778"/>
                    <a:pt x="403827" y="1513593"/>
                  </a:cubicBezTo>
                  <a:cubicBezTo>
                    <a:pt x="415607" y="1546408"/>
                    <a:pt x="427667" y="1579129"/>
                    <a:pt x="439447" y="1611897"/>
                  </a:cubicBezTo>
                  <a:cubicBezTo>
                    <a:pt x="451180" y="1644712"/>
                    <a:pt x="462726" y="1677620"/>
                    <a:pt x="474412" y="1710435"/>
                  </a:cubicBezTo>
                  <a:cubicBezTo>
                    <a:pt x="486145" y="1743250"/>
                    <a:pt x="497971" y="1776064"/>
                    <a:pt x="509751" y="1808832"/>
                  </a:cubicBezTo>
                  <a:cubicBezTo>
                    <a:pt x="521530" y="1841647"/>
                    <a:pt x="533357" y="1874462"/>
                    <a:pt x="545137" y="1907277"/>
                  </a:cubicBezTo>
                  <a:cubicBezTo>
                    <a:pt x="556869" y="1940045"/>
                    <a:pt x="568602" y="1972906"/>
                    <a:pt x="580382" y="2005674"/>
                  </a:cubicBezTo>
                  <a:cubicBezTo>
                    <a:pt x="592162" y="2038489"/>
                    <a:pt x="603941" y="2071304"/>
                    <a:pt x="615815" y="2104072"/>
                  </a:cubicBezTo>
                  <a:cubicBezTo>
                    <a:pt x="627688" y="2136840"/>
                    <a:pt x="639701" y="2169561"/>
                    <a:pt x="651527" y="2202329"/>
                  </a:cubicBezTo>
                  <a:cubicBezTo>
                    <a:pt x="663354" y="2235144"/>
                    <a:pt x="674760" y="2268052"/>
                    <a:pt x="686679" y="2300820"/>
                  </a:cubicBezTo>
                  <a:cubicBezTo>
                    <a:pt x="698553" y="2333588"/>
                    <a:pt x="708696" y="2367151"/>
                    <a:pt x="722860" y="2398891"/>
                  </a:cubicBezTo>
                  <a:cubicBezTo>
                    <a:pt x="737023" y="2430630"/>
                    <a:pt x="752169" y="2462744"/>
                    <a:pt x="771708" y="2491258"/>
                  </a:cubicBezTo>
                  <a:cubicBezTo>
                    <a:pt x="791201" y="2519726"/>
                    <a:pt x="812797" y="2549782"/>
                    <a:pt x="839862" y="2569929"/>
                  </a:cubicBezTo>
                  <a:cubicBezTo>
                    <a:pt x="866974" y="2590076"/>
                    <a:pt x="901378" y="2606297"/>
                    <a:pt x="934239" y="2612093"/>
                  </a:cubicBezTo>
                  <a:cubicBezTo>
                    <a:pt x="967148" y="2617936"/>
                    <a:pt x="1005572" y="2615318"/>
                    <a:pt x="1037311" y="2604848"/>
                  </a:cubicBezTo>
                  <a:cubicBezTo>
                    <a:pt x="1069004" y="2594377"/>
                    <a:pt x="1101118" y="2573295"/>
                    <a:pt x="1124630" y="2549315"/>
                  </a:cubicBezTo>
                  <a:cubicBezTo>
                    <a:pt x="1148096" y="2525288"/>
                    <a:pt x="1168103" y="2492660"/>
                    <a:pt x="1178200" y="2460687"/>
                  </a:cubicBezTo>
                  <a:cubicBezTo>
                    <a:pt x="1188297" y="2428714"/>
                    <a:pt x="1187502" y="2391739"/>
                    <a:pt x="1185212" y="2357475"/>
                  </a:cubicBezTo>
                  <a:cubicBezTo>
                    <a:pt x="1182921" y="2323211"/>
                    <a:pt x="1171609" y="2289134"/>
                    <a:pt x="1164410" y="2255010"/>
                  </a:cubicBezTo>
                  <a:cubicBezTo>
                    <a:pt x="1157258" y="2220887"/>
                    <a:pt x="1149639" y="2186903"/>
                    <a:pt x="1142206" y="2152827"/>
                  </a:cubicBezTo>
                  <a:cubicBezTo>
                    <a:pt x="1134774" y="2118796"/>
                    <a:pt x="1127295" y="2084720"/>
                    <a:pt x="1119909" y="2050689"/>
                  </a:cubicBezTo>
                  <a:cubicBezTo>
                    <a:pt x="1112477" y="2016613"/>
                    <a:pt x="1105418" y="1982489"/>
                    <a:pt x="1097705" y="1948506"/>
                  </a:cubicBezTo>
                  <a:cubicBezTo>
                    <a:pt x="1089946" y="1914522"/>
                    <a:pt x="1081345" y="1880726"/>
                    <a:pt x="1073492" y="1846789"/>
                  </a:cubicBezTo>
                  <a:cubicBezTo>
                    <a:pt x="1065592" y="1812806"/>
                    <a:pt x="1058159" y="1778776"/>
                    <a:pt x="1050540" y="1744792"/>
                  </a:cubicBezTo>
                  <a:cubicBezTo>
                    <a:pt x="1042874" y="1710762"/>
                    <a:pt x="1035348" y="1676732"/>
                    <a:pt x="1027588" y="1642749"/>
                  </a:cubicBezTo>
                  <a:cubicBezTo>
                    <a:pt x="1019876" y="1608765"/>
                    <a:pt x="1011929" y="1574828"/>
                    <a:pt x="1004076" y="1540892"/>
                  </a:cubicBezTo>
                  <a:cubicBezTo>
                    <a:pt x="996270" y="1506908"/>
                    <a:pt x="988603" y="1472925"/>
                    <a:pt x="980657" y="1438988"/>
                  </a:cubicBezTo>
                  <a:cubicBezTo>
                    <a:pt x="972757" y="1405052"/>
                    <a:pt x="964623" y="1371115"/>
                    <a:pt x="956537" y="1337225"/>
                  </a:cubicBezTo>
                  <a:cubicBezTo>
                    <a:pt x="948450" y="1303335"/>
                    <a:pt x="940316" y="1269445"/>
                    <a:pt x="932136" y="1235556"/>
                  </a:cubicBezTo>
                  <a:cubicBezTo>
                    <a:pt x="924002" y="1201666"/>
                    <a:pt x="916102" y="1167729"/>
                    <a:pt x="907642" y="1133886"/>
                  </a:cubicBezTo>
                  <a:cubicBezTo>
                    <a:pt x="899181" y="1100089"/>
                    <a:pt x="890112" y="1066433"/>
                    <a:pt x="881371" y="1032684"/>
                  </a:cubicBezTo>
                  <a:cubicBezTo>
                    <a:pt x="872630" y="998934"/>
                    <a:pt x="863982" y="965184"/>
                    <a:pt x="855288" y="931435"/>
                  </a:cubicBezTo>
                  <a:cubicBezTo>
                    <a:pt x="846593" y="897685"/>
                    <a:pt x="838039" y="863889"/>
                    <a:pt x="829204" y="830186"/>
                  </a:cubicBezTo>
                  <a:cubicBezTo>
                    <a:pt x="820323" y="796483"/>
                    <a:pt x="811161" y="762873"/>
                    <a:pt x="802092" y="729217"/>
                  </a:cubicBezTo>
                  <a:cubicBezTo>
                    <a:pt x="793070" y="695514"/>
                    <a:pt x="783908" y="661905"/>
                    <a:pt x="774933" y="628202"/>
                  </a:cubicBezTo>
                  <a:cubicBezTo>
                    <a:pt x="765958" y="594546"/>
                    <a:pt x="757311" y="560796"/>
                    <a:pt x="748289" y="527093"/>
                  </a:cubicBezTo>
                  <a:cubicBezTo>
                    <a:pt x="739314" y="493437"/>
                    <a:pt x="730059" y="459827"/>
                    <a:pt x="721037" y="426171"/>
                  </a:cubicBezTo>
                  <a:cubicBezTo>
                    <a:pt x="712015" y="392515"/>
                    <a:pt x="703881" y="358532"/>
                    <a:pt x="694112" y="325109"/>
                  </a:cubicBezTo>
                  <a:cubicBezTo>
                    <a:pt x="684342" y="291687"/>
                    <a:pt x="676489" y="257143"/>
                    <a:pt x="662279" y="225683"/>
                  </a:cubicBezTo>
                  <a:cubicBezTo>
                    <a:pt x="648068" y="194224"/>
                    <a:pt x="630446" y="163092"/>
                    <a:pt x="608896" y="136261"/>
                  </a:cubicBezTo>
                  <a:cubicBezTo>
                    <a:pt x="587394" y="109383"/>
                    <a:pt x="561310" y="84327"/>
                    <a:pt x="533123" y="64648"/>
                  </a:cubicBezTo>
                  <a:cubicBezTo>
                    <a:pt x="504936" y="44922"/>
                    <a:pt x="472449" y="28795"/>
                    <a:pt x="439774" y="18137"/>
                  </a:cubicBezTo>
                  <a:cubicBezTo>
                    <a:pt x="407099" y="7479"/>
                    <a:pt x="371480" y="1356"/>
                    <a:pt x="337169" y="654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3" name="Inner left wave"/>
            <p:cNvSpPr/>
            <p:nvPr/>
          </p:nvSpPr>
          <p:spPr>
            <a:xfrm>
              <a:off x="8445147" y="2129379"/>
              <a:ext cx="619817" cy="2234387"/>
            </a:xfrm>
            <a:custGeom>
              <a:avLst/>
              <a:gdLst/>
              <a:ahLst/>
              <a:cxnLst/>
              <a:rect l="l" t="t" r="r" b="b"/>
              <a:pathLst>
                <a:path w="619817" h="2234387">
                  <a:moveTo>
                    <a:pt x="224336" y="2071"/>
                  </a:moveTo>
                  <a:cubicBezTo>
                    <a:pt x="190672" y="4160"/>
                    <a:pt x="154070" y="15332"/>
                    <a:pt x="124715" y="32067"/>
                  </a:cubicBezTo>
                  <a:cubicBezTo>
                    <a:pt x="95359" y="48848"/>
                    <a:pt x="67967" y="74932"/>
                    <a:pt x="48334" y="102605"/>
                  </a:cubicBezTo>
                  <a:cubicBezTo>
                    <a:pt x="28701" y="130277"/>
                    <a:pt x="14023" y="164869"/>
                    <a:pt x="7012" y="198104"/>
                  </a:cubicBezTo>
                  <a:cubicBezTo>
                    <a:pt x="0" y="231339"/>
                    <a:pt x="2898" y="267520"/>
                    <a:pt x="6264" y="301971"/>
                  </a:cubicBezTo>
                  <a:cubicBezTo>
                    <a:pt x="9583" y="336422"/>
                    <a:pt x="19913" y="370545"/>
                    <a:pt x="27065" y="404762"/>
                  </a:cubicBezTo>
                  <a:cubicBezTo>
                    <a:pt x="34217" y="438979"/>
                    <a:pt x="41930" y="473056"/>
                    <a:pt x="49222" y="507273"/>
                  </a:cubicBezTo>
                  <a:cubicBezTo>
                    <a:pt x="56514" y="541444"/>
                    <a:pt x="63620" y="575661"/>
                    <a:pt x="70725" y="609878"/>
                  </a:cubicBezTo>
                  <a:cubicBezTo>
                    <a:pt x="77877" y="644095"/>
                    <a:pt x="84795" y="678359"/>
                    <a:pt x="92040" y="712576"/>
                  </a:cubicBezTo>
                  <a:cubicBezTo>
                    <a:pt x="99239" y="746746"/>
                    <a:pt x="106765" y="780870"/>
                    <a:pt x="114057" y="815087"/>
                  </a:cubicBezTo>
                  <a:cubicBezTo>
                    <a:pt x="121349" y="849257"/>
                    <a:pt x="128735" y="883428"/>
                    <a:pt x="135840" y="917645"/>
                  </a:cubicBezTo>
                  <a:cubicBezTo>
                    <a:pt x="142992" y="951862"/>
                    <a:pt x="149770" y="986173"/>
                    <a:pt x="156922" y="1020390"/>
                  </a:cubicBezTo>
                  <a:cubicBezTo>
                    <a:pt x="164027" y="1054607"/>
                    <a:pt x="171600" y="1088730"/>
                    <a:pt x="178611" y="1122948"/>
                  </a:cubicBezTo>
                  <a:cubicBezTo>
                    <a:pt x="185670" y="1157211"/>
                    <a:pt x="192448" y="1191475"/>
                    <a:pt x="199132" y="1225786"/>
                  </a:cubicBezTo>
                  <a:cubicBezTo>
                    <a:pt x="205770" y="1260097"/>
                    <a:pt x="212268" y="1294454"/>
                    <a:pt x="218672" y="1328811"/>
                  </a:cubicBezTo>
                  <a:cubicBezTo>
                    <a:pt x="225076" y="1363169"/>
                    <a:pt x="231339" y="1397573"/>
                    <a:pt x="237603" y="1431977"/>
                  </a:cubicBezTo>
                  <a:cubicBezTo>
                    <a:pt x="243867" y="1466334"/>
                    <a:pt x="250131" y="1500738"/>
                    <a:pt x="256208" y="1535142"/>
                  </a:cubicBezTo>
                  <a:cubicBezTo>
                    <a:pt x="262331" y="1569593"/>
                    <a:pt x="268315" y="1604044"/>
                    <a:pt x="274158" y="1638495"/>
                  </a:cubicBezTo>
                  <a:cubicBezTo>
                    <a:pt x="280001" y="1672946"/>
                    <a:pt x="285797" y="1707396"/>
                    <a:pt x="291360" y="1741941"/>
                  </a:cubicBezTo>
                  <a:cubicBezTo>
                    <a:pt x="296922" y="1776438"/>
                    <a:pt x="302064" y="1810983"/>
                    <a:pt x="307580" y="1845527"/>
                  </a:cubicBezTo>
                  <a:cubicBezTo>
                    <a:pt x="313143" y="1880025"/>
                    <a:pt x="319079" y="1914475"/>
                    <a:pt x="324548" y="1949020"/>
                  </a:cubicBezTo>
                  <a:cubicBezTo>
                    <a:pt x="330017" y="1983517"/>
                    <a:pt x="333944" y="2018389"/>
                    <a:pt x="340442" y="2052653"/>
                  </a:cubicBezTo>
                  <a:cubicBezTo>
                    <a:pt x="346986" y="2086917"/>
                    <a:pt x="347360" y="2125995"/>
                    <a:pt x="363674" y="2154509"/>
                  </a:cubicBezTo>
                  <a:cubicBezTo>
                    <a:pt x="379988" y="2183024"/>
                    <a:pt x="408876" y="2213174"/>
                    <a:pt x="438325" y="2223785"/>
                  </a:cubicBezTo>
                  <a:cubicBezTo>
                    <a:pt x="467774" y="2234396"/>
                    <a:pt x="512182" y="2231872"/>
                    <a:pt x="540322" y="2218082"/>
                  </a:cubicBezTo>
                  <a:cubicBezTo>
                    <a:pt x="568462" y="2204339"/>
                    <a:pt x="594639" y="2171291"/>
                    <a:pt x="607213" y="2141140"/>
                  </a:cubicBezTo>
                  <a:cubicBezTo>
                    <a:pt x="619835" y="2110990"/>
                    <a:pt x="614412" y="2072005"/>
                    <a:pt x="615815" y="2037227"/>
                  </a:cubicBezTo>
                  <a:cubicBezTo>
                    <a:pt x="617264" y="2002402"/>
                    <a:pt x="615815" y="1967297"/>
                    <a:pt x="615815" y="1932332"/>
                  </a:cubicBezTo>
                  <a:cubicBezTo>
                    <a:pt x="615815" y="1897367"/>
                    <a:pt x="615815" y="1862449"/>
                    <a:pt x="615815" y="1827484"/>
                  </a:cubicBezTo>
                  <a:cubicBezTo>
                    <a:pt x="615815" y="1792519"/>
                    <a:pt x="615815" y="1757553"/>
                    <a:pt x="615815" y="1722588"/>
                  </a:cubicBezTo>
                  <a:cubicBezTo>
                    <a:pt x="615815" y="1687670"/>
                    <a:pt x="615815" y="1652705"/>
                    <a:pt x="615815" y="1617740"/>
                  </a:cubicBezTo>
                  <a:cubicBezTo>
                    <a:pt x="615815" y="1582775"/>
                    <a:pt x="615815" y="1547810"/>
                    <a:pt x="615815" y="1512845"/>
                  </a:cubicBezTo>
                  <a:cubicBezTo>
                    <a:pt x="615815" y="1477927"/>
                    <a:pt x="615815" y="1442962"/>
                    <a:pt x="615815" y="1407997"/>
                  </a:cubicBezTo>
                  <a:cubicBezTo>
                    <a:pt x="615815" y="1373032"/>
                    <a:pt x="615815" y="1338067"/>
                    <a:pt x="615815" y="1303148"/>
                  </a:cubicBezTo>
                  <a:cubicBezTo>
                    <a:pt x="615815" y="1268183"/>
                    <a:pt x="615815" y="1233218"/>
                    <a:pt x="615815" y="1198253"/>
                  </a:cubicBezTo>
                  <a:cubicBezTo>
                    <a:pt x="615815" y="1163288"/>
                    <a:pt x="615815" y="1128370"/>
                    <a:pt x="615815" y="1093405"/>
                  </a:cubicBezTo>
                  <a:cubicBezTo>
                    <a:pt x="615815" y="1058440"/>
                    <a:pt x="615815" y="1023475"/>
                    <a:pt x="615815" y="988510"/>
                  </a:cubicBezTo>
                  <a:cubicBezTo>
                    <a:pt x="615815" y="953592"/>
                    <a:pt x="616749" y="918580"/>
                    <a:pt x="615815" y="883662"/>
                  </a:cubicBezTo>
                  <a:cubicBezTo>
                    <a:pt x="614880" y="848743"/>
                    <a:pt x="614225" y="813685"/>
                    <a:pt x="610158" y="779047"/>
                  </a:cubicBezTo>
                  <a:cubicBezTo>
                    <a:pt x="606045" y="744409"/>
                    <a:pt x="598332" y="710145"/>
                    <a:pt x="591274" y="675928"/>
                  </a:cubicBezTo>
                  <a:cubicBezTo>
                    <a:pt x="584215" y="641711"/>
                    <a:pt x="575661" y="607774"/>
                    <a:pt x="567808" y="573698"/>
                  </a:cubicBezTo>
                  <a:cubicBezTo>
                    <a:pt x="559908" y="539667"/>
                    <a:pt x="551915" y="505637"/>
                    <a:pt x="544061" y="471560"/>
                  </a:cubicBezTo>
                  <a:cubicBezTo>
                    <a:pt x="536208" y="437530"/>
                    <a:pt x="528495" y="403407"/>
                    <a:pt x="520642" y="369330"/>
                  </a:cubicBezTo>
                  <a:cubicBezTo>
                    <a:pt x="512789" y="335300"/>
                    <a:pt x="505497" y="301036"/>
                    <a:pt x="496943" y="267193"/>
                  </a:cubicBezTo>
                  <a:cubicBezTo>
                    <a:pt x="488435" y="233349"/>
                    <a:pt x="483527" y="197590"/>
                    <a:pt x="469410" y="166224"/>
                  </a:cubicBezTo>
                  <a:cubicBezTo>
                    <a:pt x="455293" y="134858"/>
                    <a:pt x="436034" y="103353"/>
                    <a:pt x="412241" y="78905"/>
                  </a:cubicBezTo>
                  <a:cubicBezTo>
                    <a:pt x="388495" y="54504"/>
                    <a:pt x="358111" y="32441"/>
                    <a:pt x="326745" y="19633"/>
                  </a:cubicBezTo>
                  <a:cubicBezTo>
                    <a:pt x="295426" y="6825"/>
                    <a:pt x="258031" y="0"/>
                    <a:pt x="224328" y="205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4" name="Center wave"/>
            <p:cNvSpPr/>
            <p:nvPr/>
          </p:nvSpPr>
          <p:spPr>
            <a:xfrm>
              <a:off x="9158593" y="2961208"/>
              <a:ext cx="516992" cy="1897941"/>
            </a:xfrm>
            <a:custGeom>
              <a:avLst/>
              <a:gdLst/>
              <a:ahLst/>
              <a:cxnLst/>
              <a:rect l="l" t="t" r="r" b="b"/>
              <a:pathLst>
                <a:path w="516992" h="1897941">
                  <a:moveTo>
                    <a:pt x="240106" y="2355"/>
                  </a:moveTo>
                  <a:cubicBezTo>
                    <a:pt x="206471" y="4721"/>
                    <a:pt x="170571" y="14818"/>
                    <a:pt x="140702" y="30478"/>
                  </a:cubicBezTo>
                  <a:cubicBezTo>
                    <a:pt x="110832" y="46137"/>
                    <a:pt x="82130" y="70024"/>
                    <a:pt x="60955" y="96294"/>
                  </a:cubicBezTo>
                  <a:cubicBezTo>
                    <a:pt x="39780" y="122518"/>
                    <a:pt x="23139" y="155613"/>
                    <a:pt x="13649" y="188101"/>
                  </a:cubicBezTo>
                  <a:cubicBezTo>
                    <a:pt x="4160" y="220588"/>
                    <a:pt x="5656" y="256675"/>
                    <a:pt x="4067" y="291173"/>
                  </a:cubicBezTo>
                  <a:cubicBezTo>
                    <a:pt x="2431" y="325717"/>
                    <a:pt x="4067" y="360495"/>
                    <a:pt x="4067" y="395180"/>
                  </a:cubicBezTo>
                  <a:cubicBezTo>
                    <a:pt x="4067" y="429817"/>
                    <a:pt x="4067" y="464502"/>
                    <a:pt x="4067" y="499140"/>
                  </a:cubicBezTo>
                  <a:cubicBezTo>
                    <a:pt x="4067" y="533778"/>
                    <a:pt x="4067" y="568462"/>
                    <a:pt x="4067" y="603100"/>
                  </a:cubicBezTo>
                  <a:cubicBezTo>
                    <a:pt x="4067" y="637785"/>
                    <a:pt x="4067" y="672422"/>
                    <a:pt x="4067" y="707107"/>
                  </a:cubicBezTo>
                  <a:cubicBezTo>
                    <a:pt x="4067" y="741745"/>
                    <a:pt x="4067" y="776429"/>
                    <a:pt x="4067" y="811067"/>
                  </a:cubicBezTo>
                  <a:cubicBezTo>
                    <a:pt x="4067" y="845705"/>
                    <a:pt x="4067" y="880389"/>
                    <a:pt x="4067" y="915027"/>
                  </a:cubicBezTo>
                  <a:cubicBezTo>
                    <a:pt x="4067" y="949712"/>
                    <a:pt x="4067" y="984350"/>
                    <a:pt x="4067" y="1019034"/>
                  </a:cubicBezTo>
                  <a:cubicBezTo>
                    <a:pt x="4067" y="1053672"/>
                    <a:pt x="4067" y="1088357"/>
                    <a:pt x="4067" y="1122994"/>
                  </a:cubicBezTo>
                  <a:cubicBezTo>
                    <a:pt x="4067" y="1157632"/>
                    <a:pt x="4067" y="1192317"/>
                    <a:pt x="4067" y="1226955"/>
                  </a:cubicBezTo>
                  <a:cubicBezTo>
                    <a:pt x="4067" y="1261639"/>
                    <a:pt x="4067" y="1296277"/>
                    <a:pt x="4067" y="1330961"/>
                  </a:cubicBezTo>
                  <a:cubicBezTo>
                    <a:pt x="4067" y="1365599"/>
                    <a:pt x="4067" y="1400284"/>
                    <a:pt x="4067" y="1434922"/>
                  </a:cubicBezTo>
                  <a:cubicBezTo>
                    <a:pt x="4067" y="1469559"/>
                    <a:pt x="4067" y="1504244"/>
                    <a:pt x="4067" y="1538882"/>
                  </a:cubicBezTo>
                  <a:cubicBezTo>
                    <a:pt x="4020" y="1573566"/>
                    <a:pt x="0" y="1608718"/>
                    <a:pt x="3786" y="1642842"/>
                  </a:cubicBezTo>
                  <a:cubicBezTo>
                    <a:pt x="7619" y="1676966"/>
                    <a:pt x="13135" y="1712725"/>
                    <a:pt x="26878" y="1743624"/>
                  </a:cubicBezTo>
                  <a:cubicBezTo>
                    <a:pt x="40574" y="1774522"/>
                    <a:pt x="61516" y="1805093"/>
                    <a:pt x="86104" y="1828185"/>
                  </a:cubicBezTo>
                  <a:cubicBezTo>
                    <a:pt x="110645" y="1851230"/>
                    <a:pt x="142431" y="1870863"/>
                    <a:pt x="174171" y="1882081"/>
                  </a:cubicBezTo>
                  <a:cubicBezTo>
                    <a:pt x="205957" y="1893253"/>
                    <a:pt x="243026" y="1897928"/>
                    <a:pt x="276682" y="1895404"/>
                  </a:cubicBezTo>
                  <a:cubicBezTo>
                    <a:pt x="310291" y="1892879"/>
                    <a:pt x="346144" y="1882642"/>
                    <a:pt x="375921" y="1866889"/>
                  </a:cubicBezTo>
                  <a:cubicBezTo>
                    <a:pt x="405650" y="1851136"/>
                    <a:pt x="434118" y="1827110"/>
                    <a:pt x="455200" y="1800792"/>
                  </a:cubicBezTo>
                  <a:cubicBezTo>
                    <a:pt x="476282" y="1774522"/>
                    <a:pt x="492969" y="1741473"/>
                    <a:pt x="502505" y="1709032"/>
                  </a:cubicBezTo>
                  <a:cubicBezTo>
                    <a:pt x="511995" y="1676545"/>
                    <a:pt x="510732" y="1640505"/>
                    <a:pt x="512415" y="1606007"/>
                  </a:cubicBezTo>
                  <a:cubicBezTo>
                    <a:pt x="514051" y="1571510"/>
                    <a:pt x="512415" y="1536685"/>
                    <a:pt x="512415" y="1502047"/>
                  </a:cubicBezTo>
                  <a:cubicBezTo>
                    <a:pt x="512415" y="1467362"/>
                    <a:pt x="512228" y="1432725"/>
                    <a:pt x="512415" y="1398087"/>
                  </a:cubicBezTo>
                  <a:cubicBezTo>
                    <a:pt x="512555" y="1363402"/>
                    <a:pt x="513210" y="1328764"/>
                    <a:pt x="513397" y="1294127"/>
                  </a:cubicBezTo>
                  <a:cubicBezTo>
                    <a:pt x="513537" y="1259442"/>
                    <a:pt x="513397" y="1224804"/>
                    <a:pt x="513397" y="1190166"/>
                  </a:cubicBezTo>
                  <a:cubicBezTo>
                    <a:pt x="513397" y="1155529"/>
                    <a:pt x="513490" y="1120891"/>
                    <a:pt x="513303" y="1086206"/>
                  </a:cubicBezTo>
                  <a:cubicBezTo>
                    <a:pt x="513163" y="1051568"/>
                    <a:pt x="512509" y="1016931"/>
                    <a:pt x="512415" y="982293"/>
                  </a:cubicBezTo>
                  <a:cubicBezTo>
                    <a:pt x="512275" y="947608"/>
                    <a:pt x="512602" y="912970"/>
                    <a:pt x="512649" y="878333"/>
                  </a:cubicBezTo>
                  <a:cubicBezTo>
                    <a:pt x="512742" y="843695"/>
                    <a:pt x="512789" y="809010"/>
                    <a:pt x="512742" y="774372"/>
                  </a:cubicBezTo>
                  <a:cubicBezTo>
                    <a:pt x="512696" y="739735"/>
                    <a:pt x="512275" y="705097"/>
                    <a:pt x="512415" y="670412"/>
                  </a:cubicBezTo>
                  <a:cubicBezTo>
                    <a:pt x="512509" y="635774"/>
                    <a:pt x="513163" y="601137"/>
                    <a:pt x="513350" y="566452"/>
                  </a:cubicBezTo>
                  <a:cubicBezTo>
                    <a:pt x="513537" y="531814"/>
                    <a:pt x="513724" y="497176"/>
                    <a:pt x="513584" y="462539"/>
                  </a:cubicBezTo>
                  <a:cubicBezTo>
                    <a:pt x="513397" y="427854"/>
                    <a:pt x="512462" y="393216"/>
                    <a:pt x="512415" y="358578"/>
                  </a:cubicBezTo>
                  <a:cubicBezTo>
                    <a:pt x="512415" y="323894"/>
                    <a:pt x="516996" y="288695"/>
                    <a:pt x="513397" y="254618"/>
                  </a:cubicBezTo>
                  <a:cubicBezTo>
                    <a:pt x="509798" y="220495"/>
                    <a:pt x="504609" y="184595"/>
                    <a:pt x="490819" y="153884"/>
                  </a:cubicBezTo>
                  <a:cubicBezTo>
                    <a:pt x="476983" y="123172"/>
                    <a:pt x="455247" y="93115"/>
                    <a:pt x="430519" y="70211"/>
                  </a:cubicBezTo>
                  <a:cubicBezTo>
                    <a:pt x="405791" y="47306"/>
                    <a:pt x="374238" y="27673"/>
                    <a:pt x="342498" y="16361"/>
                  </a:cubicBezTo>
                  <a:cubicBezTo>
                    <a:pt x="310805" y="5048"/>
                    <a:pt x="273737" y="0"/>
                    <a:pt x="240127" y="233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5" name="Inner right wave"/>
            <p:cNvSpPr/>
            <p:nvPr/>
          </p:nvSpPr>
          <p:spPr>
            <a:xfrm>
              <a:off x="9770031" y="2129766"/>
              <a:ext cx="619411" cy="2234353"/>
            </a:xfrm>
            <a:custGeom>
              <a:avLst/>
              <a:gdLst/>
              <a:ahLst/>
              <a:cxnLst/>
              <a:rect l="l" t="t" r="r" b="b"/>
              <a:pathLst>
                <a:path w="619411" h="2234353">
                  <a:moveTo>
                    <a:pt x="361391" y="3136"/>
                  </a:moveTo>
                  <a:cubicBezTo>
                    <a:pt x="327820" y="6264"/>
                    <a:pt x="291967" y="18651"/>
                    <a:pt x="262705" y="35806"/>
                  </a:cubicBezTo>
                  <a:cubicBezTo>
                    <a:pt x="233443" y="52962"/>
                    <a:pt x="206331" y="78858"/>
                    <a:pt x="185810" y="106157"/>
                  </a:cubicBezTo>
                  <a:cubicBezTo>
                    <a:pt x="165289" y="133409"/>
                    <a:pt x="151172" y="166879"/>
                    <a:pt x="139580" y="199460"/>
                  </a:cubicBezTo>
                  <a:cubicBezTo>
                    <a:pt x="127940" y="232041"/>
                    <a:pt x="124014" y="267613"/>
                    <a:pt x="116207" y="301643"/>
                  </a:cubicBezTo>
                  <a:cubicBezTo>
                    <a:pt x="108401" y="335674"/>
                    <a:pt x="100501" y="369750"/>
                    <a:pt x="92648" y="403781"/>
                  </a:cubicBezTo>
                  <a:cubicBezTo>
                    <a:pt x="84748" y="437811"/>
                    <a:pt x="76802" y="471841"/>
                    <a:pt x="68855" y="505871"/>
                  </a:cubicBezTo>
                  <a:cubicBezTo>
                    <a:pt x="60862" y="539901"/>
                    <a:pt x="52588" y="573838"/>
                    <a:pt x="44781" y="607915"/>
                  </a:cubicBezTo>
                  <a:cubicBezTo>
                    <a:pt x="36928" y="641945"/>
                    <a:pt x="28327" y="675881"/>
                    <a:pt x="21877" y="710192"/>
                  </a:cubicBezTo>
                  <a:cubicBezTo>
                    <a:pt x="15426" y="744503"/>
                    <a:pt x="8975" y="779047"/>
                    <a:pt x="5983" y="813732"/>
                  </a:cubicBezTo>
                  <a:cubicBezTo>
                    <a:pt x="2992" y="848463"/>
                    <a:pt x="4160" y="883568"/>
                    <a:pt x="3786" y="918486"/>
                  </a:cubicBezTo>
                  <a:cubicBezTo>
                    <a:pt x="3412" y="953405"/>
                    <a:pt x="3786" y="988370"/>
                    <a:pt x="3786" y="1023335"/>
                  </a:cubicBezTo>
                  <a:cubicBezTo>
                    <a:pt x="3786" y="1058253"/>
                    <a:pt x="3786" y="1093218"/>
                    <a:pt x="3786" y="1128136"/>
                  </a:cubicBezTo>
                  <a:cubicBezTo>
                    <a:pt x="3786" y="1163101"/>
                    <a:pt x="3786" y="1198020"/>
                    <a:pt x="3786" y="1232985"/>
                  </a:cubicBezTo>
                  <a:cubicBezTo>
                    <a:pt x="3786" y="1267903"/>
                    <a:pt x="3786" y="1302868"/>
                    <a:pt x="3786" y="1337786"/>
                  </a:cubicBezTo>
                  <a:cubicBezTo>
                    <a:pt x="3786" y="1372751"/>
                    <a:pt x="3786" y="1407669"/>
                    <a:pt x="3786" y="1442635"/>
                  </a:cubicBezTo>
                  <a:cubicBezTo>
                    <a:pt x="3786" y="1477553"/>
                    <a:pt x="3786" y="1512518"/>
                    <a:pt x="3786" y="1547436"/>
                  </a:cubicBezTo>
                  <a:cubicBezTo>
                    <a:pt x="3786" y="1582401"/>
                    <a:pt x="3786" y="1617319"/>
                    <a:pt x="3786" y="1652284"/>
                  </a:cubicBezTo>
                  <a:cubicBezTo>
                    <a:pt x="3786" y="1687203"/>
                    <a:pt x="3786" y="1722168"/>
                    <a:pt x="3786" y="1757086"/>
                  </a:cubicBezTo>
                  <a:cubicBezTo>
                    <a:pt x="3786" y="1792051"/>
                    <a:pt x="3786" y="1826969"/>
                    <a:pt x="3786" y="1861934"/>
                  </a:cubicBezTo>
                  <a:cubicBezTo>
                    <a:pt x="3786" y="1896853"/>
                    <a:pt x="3786" y="1931818"/>
                    <a:pt x="3786" y="1966736"/>
                  </a:cubicBezTo>
                  <a:cubicBezTo>
                    <a:pt x="3786" y="2001701"/>
                    <a:pt x="0" y="2037367"/>
                    <a:pt x="3786" y="2071584"/>
                  </a:cubicBezTo>
                  <a:cubicBezTo>
                    <a:pt x="7573" y="2105801"/>
                    <a:pt x="8648" y="2145955"/>
                    <a:pt x="26551" y="2172085"/>
                  </a:cubicBezTo>
                  <a:cubicBezTo>
                    <a:pt x="44501" y="2198262"/>
                    <a:pt x="80635" y="2222616"/>
                    <a:pt x="111393" y="2228459"/>
                  </a:cubicBezTo>
                  <a:cubicBezTo>
                    <a:pt x="142197" y="2234349"/>
                    <a:pt x="185483" y="2225374"/>
                    <a:pt x="211239" y="2207378"/>
                  </a:cubicBezTo>
                  <a:cubicBezTo>
                    <a:pt x="236949" y="2189381"/>
                    <a:pt x="253870" y="2152219"/>
                    <a:pt x="265837" y="2120479"/>
                  </a:cubicBezTo>
                  <a:cubicBezTo>
                    <a:pt x="277757" y="2088786"/>
                    <a:pt x="277243" y="2051578"/>
                    <a:pt x="282852" y="2017080"/>
                  </a:cubicBezTo>
                  <a:cubicBezTo>
                    <a:pt x="288461" y="1982629"/>
                    <a:pt x="294024" y="1948085"/>
                    <a:pt x="299540" y="1913587"/>
                  </a:cubicBezTo>
                  <a:cubicBezTo>
                    <a:pt x="305056" y="1879090"/>
                    <a:pt x="310431" y="1844592"/>
                    <a:pt x="315994" y="1810095"/>
                  </a:cubicBezTo>
                  <a:cubicBezTo>
                    <a:pt x="321557" y="1775597"/>
                    <a:pt x="327213" y="1741099"/>
                    <a:pt x="333009" y="1706649"/>
                  </a:cubicBezTo>
                  <a:cubicBezTo>
                    <a:pt x="338805" y="1672198"/>
                    <a:pt x="344789" y="1637794"/>
                    <a:pt x="350866" y="1603343"/>
                  </a:cubicBezTo>
                  <a:cubicBezTo>
                    <a:pt x="356942" y="1568939"/>
                    <a:pt x="363300" y="1534581"/>
                    <a:pt x="369423" y="1500177"/>
                  </a:cubicBezTo>
                  <a:cubicBezTo>
                    <a:pt x="375500" y="1465773"/>
                    <a:pt x="381250" y="1431322"/>
                    <a:pt x="387560" y="1396965"/>
                  </a:cubicBezTo>
                  <a:cubicBezTo>
                    <a:pt x="393824" y="1362608"/>
                    <a:pt x="400602" y="1328297"/>
                    <a:pt x="407146" y="1293986"/>
                  </a:cubicBezTo>
                  <a:cubicBezTo>
                    <a:pt x="413737" y="1259676"/>
                    <a:pt x="420048" y="1225318"/>
                    <a:pt x="426872" y="1191055"/>
                  </a:cubicBezTo>
                  <a:cubicBezTo>
                    <a:pt x="433697" y="1156744"/>
                    <a:pt x="440989" y="1122574"/>
                    <a:pt x="448048" y="1088357"/>
                  </a:cubicBezTo>
                  <a:cubicBezTo>
                    <a:pt x="455106" y="1054139"/>
                    <a:pt x="461884" y="1019876"/>
                    <a:pt x="469176" y="985705"/>
                  </a:cubicBezTo>
                  <a:cubicBezTo>
                    <a:pt x="476422" y="951535"/>
                    <a:pt x="484135" y="917458"/>
                    <a:pt x="491614" y="883334"/>
                  </a:cubicBezTo>
                  <a:cubicBezTo>
                    <a:pt x="499093" y="849211"/>
                    <a:pt x="506759" y="815087"/>
                    <a:pt x="514098" y="780917"/>
                  </a:cubicBezTo>
                  <a:cubicBezTo>
                    <a:pt x="521390" y="746746"/>
                    <a:pt x="528308" y="712529"/>
                    <a:pt x="535460" y="678312"/>
                  </a:cubicBezTo>
                  <a:cubicBezTo>
                    <a:pt x="542612" y="644095"/>
                    <a:pt x="549858" y="609925"/>
                    <a:pt x="557056" y="575754"/>
                  </a:cubicBezTo>
                  <a:cubicBezTo>
                    <a:pt x="564255" y="541537"/>
                    <a:pt x="571501" y="507367"/>
                    <a:pt x="578746" y="473196"/>
                  </a:cubicBezTo>
                  <a:cubicBezTo>
                    <a:pt x="585991" y="438979"/>
                    <a:pt x="593798" y="404902"/>
                    <a:pt x="600482" y="370639"/>
                  </a:cubicBezTo>
                  <a:cubicBezTo>
                    <a:pt x="607167" y="336375"/>
                    <a:pt x="618292" y="301830"/>
                    <a:pt x="618853" y="267473"/>
                  </a:cubicBezTo>
                  <a:cubicBezTo>
                    <a:pt x="619414" y="233116"/>
                    <a:pt x="615207" y="196561"/>
                    <a:pt x="603754" y="164495"/>
                  </a:cubicBezTo>
                  <a:cubicBezTo>
                    <a:pt x="592349" y="132474"/>
                    <a:pt x="573604" y="99847"/>
                    <a:pt x="550325" y="75259"/>
                  </a:cubicBezTo>
                  <a:cubicBezTo>
                    <a:pt x="527046" y="50671"/>
                    <a:pt x="495681" y="29028"/>
                    <a:pt x="464175" y="17015"/>
                  </a:cubicBezTo>
                  <a:cubicBezTo>
                    <a:pt x="432669" y="4955"/>
                    <a:pt x="394993" y="0"/>
                    <a:pt x="361383" y="3132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6" name="Outer right wave"/>
            <p:cNvSpPr/>
            <p:nvPr/>
          </p:nvSpPr>
          <p:spPr>
            <a:xfrm>
              <a:off x="10194578" y="1417320"/>
              <a:ext cx="1189702" cy="2617476"/>
            </a:xfrm>
            <a:custGeom>
              <a:avLst/>
              <a:gdLst/>
              <a:ahLst/>
              <a:cxnLst/>
              <a:rect l="l" t="t" r="r" b="b"/>
              <a:pathLst>
                <a:path w="1189702" h="2617476">
                  <a:moveTo>
                    <a:pt x="836679" y="2556"/>
                  </a:moveTo>
                  <a:cubicBezTo>
                    <a:pt x="802466" y="5095"/>
                    <a:pt x="767267" y="13743"/>
                    <a:pt x="735247" y="26177"/>
                  </a:cubicBezTo>
                  <a:cubicBezTo>
                    <a:pt x="703227" y="38658"/>
                    <a:pt x="671768" y="56327"/>
                    <a:pt x="644469" y="77175"/>
                  </a:cubicBezTo>
                  <a:cubicBezTo>
                    <a:pt x="617170" y="98070"/>
                    <a:pt x="592068" y="123920"/>
                    <a:pt x="571501" y="151500"/>
                  </a:cubicBezTo>
                  <a:cubicBezTo>
                    <a:pt x="550933" y="179079"/>
                    <a:pt x="534432" y="210819"/>
                    <a:pt x="521016" y="242652"/>
                  </a:cubicBezTo>
                  <a:cubicBezTo>
                    <a:pt x="507601" y="274532"/>
                    <a:pt x="500495" y="309216"/>
                    <a:pt x="491006" y="342685"/>
                  </a:cubicBezTo>
                  <a:cubicBezTo>
                    <a:pt x="481517" y="376201"/>
                    <a:pt x="473103" y="410044"/>
                    <a:pt x="464128" y="443701"/>
                  </a:cubicBezTo>
                  <a:cubicBezTo>
                    <a:pt x="455200" y="477403"/>
                    <a:pt x="446225" y="511060"/>
                    <a:pt x="437250" y="544716"/>
                  </a:cubicBezTo>
                  <a:cubicBezTo>
                    <a:pt x="428275" y="578372"/>
                    <a:pt x="419347" y="612075"/>
                    <a:pt x="410325" y="645731"/>
                  </a:cubicBezTo>
                  <a:cubicBezTo>
                    <a:pt x="401256" y="679387"/>
                    <a:pt x="392001" y="712950"/>
                    <a:pt x="383026" y="746606"/>
                  </a:cubicBezTo>
                  <a:cubicBezTo>
                    <a:pt x="374051" y="780262"/>
                    <a:pt x="365216" y="814012"/>
                    <a:pt x="356428" y="847715"/>
                  </a:cubicBezTo>
                  <a:cubicBezTo>
                    <a:pt x="347687" y="881418"/>
                    <a:pt x="339133" y="915214"/>
                    <a:pt x="330438" y="948964"/>
                  </a:cubicBezTo>
                  <a:cubicBezTo>
                    <a:pt x="321744" y="982714"/>
                    <a:pt x="313002" y="1016416"/>
                    <a:pt x="304355" y="1050166"/>
                  </a:cubicBezTo>
                  <a:cubicBezTo>
                    <a:pt x="295754" y="1083916"/>
                    <a:pt x="287153" y="1117712"/>
                    <a:pt x="278785" y="1151509"/>
                  </a:cubicBezTo>
                  <a:cubicBezTo>
                    <a:pt x="270371" y="1185352"/>
                    <a:pt x="262331" y="1219242"/>
                    <a:pt x="254057" y="1253085"/>
                  </a:cubicBezTo>
                  <a:cubicBezTo>
                    <a:pt x="245784" y="1286928"/>
                    <a:pt x="237183" y="1320678"/>
                    <a:pt x="229049" y="1354568"/>
                  </a:cubicBezTo>
                  <a:cubicBezTo>
                    <a:pt x="220915" y="1388457"/>
                    <a:pt x="213109" y="1422394"/>
                    <a:pt x="205349" y="1456377"/>
                  </a:cubicBezTo>
                  <a:cubicBezTo>
                    <a:pt x="197543" y="1490314"/>
                    <a:pt x="190064" y="1524344"/>
                    <a:pt x="182304" y="1558328"/>
                  </a:cubicBezTo>
                  <a:cubicBezTo>
                    <a:pt x="174545" y="1592311"/>
                    <a:pt x="166645" y="1626201"/>
                    <a:pt x="158792" y="1660184"/>
                  </a:cubicBezTo>
                  <a:cubicBezTo>
                    <a:pt x="150939" y="1694121"/>
                    <a:pt x="142992" y="1728058"/>
                    <a:pt x="135232" y="1761994"/>
                  </a:cubicBezTo>
                  <a:cubicBezTo>
                    <a:pt x="127426" y="1795978"/>
                    <a:pt x="119760" y="1829961"/>
                    <a:pt x="112141" y="1863944"/>
                  </a:cubicBezTo>
                  <a:cubicBezTo>
                    <a:pt x="104474" y="1897928"/>
                    <a:pt x="96948" y="1931958"/>
                    <a:pt x="89282" y="1965941"/>
                  </a:cubicBezTo>
                  <a:cubicBezTo>
                    <a:pt x="81663" y="1999925"/>
                    <a:pt x="73857" y="2033908"/>
                    <a:pt x="66284" y="2067891"/>
                  </a:cubicBezTo>
                  <a:cubicBezTo>
                    <a:pt x="58711" y="2101922"/>
                    <a:pt x="51372" y="2135998"/>
                    <a:pt x="43893" y="2170029"/>
                  </a:cubicBezTo>
                  <a:cubicBezTo>
                    <a:pt x="36414" y="2204012"/>
                    <a:pt x="28514" y="2237995"/>
                    <a:pt x="21362" y="2272072"/>
                  </a:cubicBezTo>
                  <a:cubicBezTo>
                    <a:pt x="14164" y="2306149"/>
                    <a:pt x="1730" y="2340366"/>
                    <a:pt x="841" y="2374490"/>
                  </a:cubicBezTo>
                  <a:cubicBezTo>
                    <a:pt x="0" y="2408660"/>
                    <a:pt x="3646" y="2445916"/>
                    <a:pt x="16174" y="2477094"/>
                  </a:cubicBezTo>
                  <a:cubicBezTo>
                    <a:pt x="28701" y="2508273"/>
                    <a:pt x="50765" y="2539499"/>
                    <a:pt x="75960" y="2561562"/>
                  </a:cubicBezTo>
                  <a:cubicBezTo>
                    <a:pt x="101202" y="2583626"/>
                    <a:pt x="135092" y="2601622"/>
                    <a:pt x="167533" y="2609569"/>
                  </a:cubicBezTo>
                  <a:cubicBezTo>
                    <a:pt x="200021" y="2617469"/>
                    <a:pt x="238491" y="2617422"/>
                    <a:pt x="270839" y="2609101"/>
                  </a:cubicBezTo>
                  <a:cubicBezTo>
                    <a:pt x="303186" y="2600734"/>
                    <a:pt x="335767" y="2581475"/>
                    <a:pt x="361570" y="2559552"/>
                  </a:cubicBezTo>
                  <a:cubicBezTo>
                    <a:pt x="387420" y="2537629"/>
                    <a:pt x="407473" y="2506824"/>
                    <a:pt x="425844" y="2477515"/>
                  </a:cubicBezTo>
                  <a:cubicBezTo>
                    <a:pt x="444262" y="2448253"/>
                    <a:pt x="458425" y="2415859"/>
                    <a:pt x="472075" y="2383886"/>
                  </a:cubicBezTo>
                  <a:cubicBezTo>
                    <a:pt x="485724" y="2351912"/>
                    <a:pt x="495821" y="2318349"/>
                    <a:pt x="507694" y="2285628"/>
                  </a:cubicBezTo>
                  <a:cubicBezTo>
                    <a:pt x="519614" y="2252907"/>
                    <a:pt x="531674" y="2220186"/>
                    <a:pt x="543547" y="2187418"/>
                  </a:cubicBezTo>
                  <a:cubicBezTo>
                    <a:pt x="555420" y="2154696"/>
                    <a:pt x="567200" y="2121882"/>
                    <a:pt x="579026" y="2089114"/>
                  </a:cubicBezTo>
                  <a:cubicBezTo>
                    <a:pt x="590853" y="2056346"/>
                    <a:pt x="602726" y="2023577"/>
                    <a:pt x="614506" y="1990809"/>
                  </a:cubicBezTo>
                  <a:cubicBezTo>
                    <a:pt x="626285" y="1957995"/>
                    <a:pt x="637925" y="1925180"/>
                    <a:pt x="649704" y="1892365"/>
                  </a:cubicBezTo>
                  <a:cubicBezTo>
                    <a:pt x="661437" y="1859550"/>
                    <a:pt x="673217" y="1826782"/>
                    <a:pt x="684950" y="1793968"/>
                  </a:cubicBezTo>
                  <a:cubicBezTo>
                    <a:pt x="696730" y="1761200"/>
                    <a:pt x="708509" y="1728385"/>
                    <a:pt x="720242" y="1695570"/>
                  </a:cubicBezTo>
                  <a:cubicBezTo>
                    <a:pt x="731975" y="1662802"/>
                    <a:pt x="743614" y="1629940"/>
                    <a:pt x="755394" y="1597172"/>
                  </a:cubicBezTo>
                  <a:cubicBezTo>
                    <a:pt x="767174" y="1564358"/>
                    <a:pt x="779140" y="1531636"/>
                    <a:pt x="790967" y="1498868"/>
                  </a:cubicBezTo>
                  <a:cubicBezTo>
                    <a:pt x="802793" y="1466100"/>
                    <a:pt x="814573" y="1433286"/>
                    <a:pt x="826306" y="1400518"/>
                  </a:cubicBezTo>
                  <a:cubicBezTo>
                    <a:pt x="838085" y="1367703"/>
                    <a:pt x="849912" y="1334935"/>
                    <a:pt x="861645" y="1302120"/>
                  </a:cubicBezTo>
                  <a:cubicBezTo>
                    <a:pt x="873378" y="1269305"/>
                    <a:pt x="885017" y="1236490"/>
                    <a:pt x="896750" y="1203676"/>
                  </a:cubicBezTo>
                  <a:cubicBezTo>
                    <a:pt x="908483" y="1170861"/>
                    <a:pt x="920356" y="1138093"/>
                    <a:pt x="932136" y="1105325"/>
                  </a:cubicBezTo>
                  <a:cubicBezTo>
                    <a:pt x="943915" y="1072557"/>
                    <a:pt x="955648" y="1039742"/>
                    <a:pt x="967475" y="1006974"/>
                  </a:cubicBezTo>
                  <a:cubicBezTo>
                    <a:pt x="979301" y="974206"/>
                    <a:pt x="991361" y="941485"/>
                    <a:pt x="1003188" y="908717"/>
                  </a:cubicBezTo>
                  <a:cubicBezTo>
                    <a:pt x="1015014" y="875949"/>
                    <a:pt x="1026654" y="843134"/>
                    <a:pt x="1038433" y="810319"/>
                  </a:cubicBezTo>
                  <a:cubicBezTo>
                    <a:pt x="1050166" y="777504"/>
                    <a:pt x="1062039" y="744736"/>
                    <a:pt x="1073585" y="711875"/>
                  </a:cubicBezTo>
                  <a:cubicBezTo>
                    <a:pt x="1085131" y="679013"/>
                    <a:pt x="1096350" y="646012"/>
                    <a:pt x="1107756" y="613103"/>
                  </a:cubicBezTo>
                  <a:cubicBezTo>
                    <a:pt x="1119208" y="580195"/>
                    <a:pt x="1130988" y="547380"/>
                    <a:pt x="1142113" y="514379"/>
                  </a:cubicBezTo>
                  <a:cubicBezTo>
                    <a:pt x="1153191" y="481330"/>
                    <a:pt x="1166654" y="448656"/>
                    <a:pt x="1174367" y="414953"/>
                  </a:cubicBezTo>
                  <a:cubicBezTo>
                    <a:pt x="1182080" y="381203"/>
                    <a:pt x="1189699" y="346144"/>
                    <a:pt x="1188437" y="312021"/>
                  </a:cubicBezTo>
                  <a:cubicBezTo>
                    <a:pt x="1187128" y="277897"/>
                    <a:pt x="1178994" y="242184"/>
                    <a:pt x="1166654" y="210211"/>
                  </a:cubicBezTo>
                  <a:cubicBezTo>
                    <a:pt x="1154313" y="178237"/>
                    <a:pt x="1136083" y="146685"/>
                    <a:pt x="1114393" y="120181"/>
                  </a:cubicBezTo>
                  <a:cubicBezTo>
                    <a:pt x="1092704" y="93676"/>
                    <a:pt x="1065405" y="69416"/>
                    <a:pt x="1036423" y="51185"/>
                  </a:cubicBezTo>
                  <a:cubicBezTo>
                    <a:pt x="1007441" y="32955"/>
                    <a:pt x="973739" y="18978"/>
                    <a:pt x="940456" y="10845"/>
                  </a:cubicBezTo>
                  <a:cubicBezTo>
                    <a:pt x="907174" y="2758"/>
                    <a:pt x="870900" y="0"/>
                    <a:pt x="836683" y="257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7" name="Text 5"/>
          <p:cNvSpPr txBox="1"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BRAND DEFINITION · v1.0</a:t>
            </a:r>
            <a:endParaRPr lang="en-US" sz="1300" dirty="0"/>
          </a:p>
        </p:txBody>
      </p:sp>
      <p:sp>
        <p:nvSpPr>
          <p:cNvPr id="8" name="Brand name"/>
          <p:cNvSpPr txBox="1"/>
          <p:nvPr/>
        </p:nvSpPr>
        <p:spPr>
          <a:xfrm>
            <a:off x="640080" y="1874520"/>
            <a:ext cx="676656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Voice Command AI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Brand Definition</a:t>
            </a:r>
            <a:endParaRPr lang="en-US" sz="3000" dirty="0"/>
          </a:p>
        </p:txBody>
      </p:sp>
      <p:sp>
        <p:nvSpPr>
          <p:cNvPr id="10" name="Slogan (English)"/>
          <p:cNvSpPr txBox="1"/>
          <p:nvPr/>
        </p:nvSpPr>
        <p:spPr>
          <a:xfrm>
            <a:off x="640080" y="3886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Your voice. Every agent. One command center.</a:t>
            </a:r>
            <a:endParaRPr lang="en-US" sz="1800" dirty="0"/>
          </a:p>
        </p:txBody>
      </p:sp>
      <p:sp>
        <p:nvSpPr>
          <p:cNvPr id="11" name="Slogan (Korean)"/>
          <p:cNvSpPr txBox="1"/>
          <p:nvPr/>
        </p:nvSpPr>
        <p:spPr>
          <a:xfrm>
            <a:off x="640080" y="43708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Korean slogan · 말로 지휘하고, 흐름을 관리하다.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Issued 2026-10-30  ·  Design basis: V + voice waveform symbol  ·  Proposed brand guidelines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· Brand definition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Voice into commands, sessions in one place</a:t>
            </a:r>
            <a:endParaRPr lang="en-US" sz="3400" dirty="0"/>
          </a:p>
        </p:txBody>
      </p:sp>
      <p:sp>
        <p:nvSpPr>
          <p:cNvPr id="4" name="Brand statement"/>
          <p:cNvSpPr txBox="1"/>
          <p:nvPr/>
        </p:nvSpPr>
        <p:spPr>
          <a:xfrm>
            <a:off x="548640" y="1691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A brand that turns a developer’s voice into clear commands and manages the flow of many AI coding sessions from one place.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values</a:t>
            </a:r>
            <a:endParaRPr lang="en-US" sz="1400" dirty="0"/>
          </a:p>
        </p:txBody>
      </p:sp>
      <p:sp>
        <p:nvSpPr>
          <p:cNvPr id="6" name="Value Clarity"/>
          <p:cNvSpPr/>
          <p:nvPr/>
        </p:nvSpPr>
        <p:spPr>
          <a:xfrm>
            <a:off x="548640" y="402336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4023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Clarity</a:t>
            </a:r>
            <a:endParaRPr lang="en-US" sz="1600" dirty="0"/>
          </a:p>
        </p:txBody>
      </p:sp>
      <p:sp>
        <p:nvSpPr>
          <p:cNvPr id="8" name="Value Control"/>
          <p:cNvSpPr/>
          <p:nvPr/>
        </p:nvSpPr>
        <p:spPr>
          <a:xfrm>
            <a:off x="2743200" y="402336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0" y="4023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</a:t>
            </a:r>
            <a:endParaRPr lang="en-US" sz="1600" dirty="0"/>
          </a:p>
        </p:txBody>
      </p:sp>
      <p:sp>
        <p:nvSpPr>
          <p:cNvPr id="10" name="Value Connection"/>
          <p:cNvSpPr/>
          <p:nvPr/>
        </p:nvSpPr>
        <p:spPr>
          <a:xfrm>
            <a:off x="548640" y="475488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7548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Connection</a:t>
            </a:r>
            <a:endParaRPr lang="en-US" sz="1600" dirty="0"/>
          </a:p>
        </p:txBody>
      </p:sp>
      <p:sp>
        <p:nvSpPr>
          <p:cNvPr id="12" name="Value Openness"/>
          <p:cNvSpPr/>
          <p:nvPr/>
        </p:nvSpPr>
        <p:spPr>
          <a:xfrm>
            <a:off x="2743200" y="475488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0" y="47548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Openness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69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Product status: planning stage. Feature descriptions describe the target experience.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0952" y="1691640"/>
          <a:ext cx="63093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4800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Brand name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Voice Command AI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Short name · Korean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VCA · 보이스 커맨드 AI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Voice-driven remote control and orchestration tool for AI coding agents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Audience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Developers and teams running many projects, sessions and dev machines at once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Core problem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Keyboard-focus conflicts, resource contention, and the overhead of switching and checking sessions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Brand promise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Know exactly which session gets which command, then run it.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02 · Message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Slogan and one-liner</a:t>
            </a:r>
            <a:endParaRPr lang="en-US" sz="3400" dirty="0"/>
          </a:p>
        </p:txBody>
      </p:sp>
      <p:sp>
        <p:nvSpPr>
          <p:cNvPr id="4" name="Slogan (English)"/>
          <p:cNvSpPr txBox="1"/>
          <p:nvPr/>
        </p:nvSpPr>
        <p:spPr>
          <a:xfrm>
            <a:off x="548640" y="169164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Your voice.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Every agent.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One command center.</a:t>
            </a:r>
            <a:endParaRPr lang="en-US" sz="4400" dirty="0"/>
          </a:p>
        </p:txBody>
      </p:sp>
      <p:sp>
        <p:nvSpPr>
          <p:cNvPr id="5" name="Slogan (Korean)"/>
          <p:cNvSpPr txBox="1"/>
          <p:nvPr/>
        </p:nvSpPr>
        <p:spPr>
          <a:xfrm>
            <a:off x="54864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Korean slogan · 말로 지휘하고, 흐름을 관리하다.</a:t>
            </a:r>
            <a:endParaRPr lang="en-US" sz="1800" dirty="0"/>
          </a:p>
        </p:txBody>
      </p:sp>
      <p:grpSp>
        <p:nvGrpSpPr>
          <p:cNvPr id="26" name="VCA symbol"/>
          <p:cNvGrpSpPr/>
          <p:nvPr/>
        </p:nvGrpSpPr>
        <p:grpSpPr>
          <a:xfrm>
            <a:off x="8641080" y="1783080"/>
            <a:ext cx="2651760" cy="2321233"/>
            <a:chOff x="8641080" y="1783080"/>
            <a:chExt cx="2651760" cy="2321233"/>
          </a:xfrm>
        </p:grpSpPr>
        <p:sp>
          <p:nvSpPr>
            <p:cNvPr id="6" name="Outer left wave"/>
            <p:cNvSpPr/>
            <p:nvPr/>
          </p:nvSpPr>
          <p:spPr>
            <a:xfrm>
              <a:off x="8641080" y="1783541"/>
              <a:ext cx="801421" cy="1765583"/>
            </a:xfrm>
            <a:custGeom>
              <a:avLst/>
              <a:gdLst/>
              <a:ahLst/>
              <a:cxnLst/>
              <a:rect l="l" t="t" r="r" b="b"/>
              <a:pathLst>
                <a:path w="801421" h="1765583">
                  <a:moveTo>
                    <a:pt x="227383" y="454"/>
                  </a:moveTo>
                  <a:cubicBezTo>
                    <a:pt x="204254" y="0"/>
                    <a:pt x="179916" y="2900"/>
                    <a:pt x="157754" y="9489"/>
                  </a:cubicBezTo>
                  <a:cubicBezTo>
                    <a:pt x="135591" y="16110"/>
                    <a:pt x="113397" y="26828"/>
                    <a:pt x="94450" y="40069"/>
                  </a:cubicBezTo>
                  <a:cubicBezTo>
                    <a:pt x="75535" y="53310"/>
                    <a:pt x="57881" y="70428"/>
                    <a:pt x="44073" y="88965"/>
                  </a:cubicBezTo>
                  <a:cubicBezTo>
                    <a:pt x="30264" y="107502"/>
                    <a:pt x="18884" y="129349"/>
                    <a:pt x="11601" y="151291"/>
                  </a:cubicBezTo>
                  <a:cubicBezTo>
                    <a:pt x="4319" y="173233"/>
                    <a:pt x="0" y="197602"/>
                    <a:pt x="315" y="220647"/>
                  </a:cubicBezTo>
                  <a:cubicBezTo>
                    <a:pt x="662" y="243692"/>
                    <a:pt x="7661" y="266926"/>
                    <a:pt x="13587" y="289562"/>
                  </a:cubicBezTo>
                  <a:cubicBezTo>
                    <a:pt x="19483" y="312197"/>
                    <a:pt x="28247" y="334233"/>
                    <a:pt x="35781" y="356490"/>
                  </a:cubicBezTo>
                  <a:cubicBezTo>
                    <a:pt x="43284" y="378779"/>
                    <a:pt x="51040" y="400973"/>
                    <a:pt x="58764" y="423167"/>
                  </a:cubicBezTo>
                  <a:cubicBezTo>
                    <a:pt x="66456" y="445361"/>
                    <a:pt x="74243" y="467554"/>
                    <a:pt x="82061" y="489717"/>
                  </a:cubicBezTo>
                  <a:cubicBezTo>
                    <a:pt x="89879" y="511911"/>
                    <a:pt x="97792" y="534010"/>
                    <a:pt x="105642" y="556173"/>
                  </a:cubicBezTo>
                  <a:cubicBezTo>
                    <a:pt x="113492" y="578335"/>
                    <a:pt x="121279" y="600529"/>
                    <a:pt x="129160" y="622660"/>
                  </a:cubicBezTo>
                  <a:cubicBezTo>
                    <a:pt x="137041" y="644822"/>
                    <a:pt x="144923" y="666953"/>
                    <a:pt x="152867" y="689084"/>
                  </a:cubicBezTo>
                  <a:cubicBezTo>
                    <a:pt x="160812" y="711183"/>
                    <a:pt x="168914" y="733251"/>
                    <a:pt x="176890" y="755382"/>
                  </a:cubicBezTo>
                  <a:cubicBezTo>
                    <a:pt x="184865" y="777482"/>
                    <a:pt x="192778" y="799644"/>
                    <a:pt x="200723" y="821743"/>
                  </a:cubicBezTo>
                  <a:cubicBezTo>
                    <a:pt x="208667" y="843874"/>
                    <a:pt x="216612" y="866005"/>
                    <a:pt x="224619" y="888104"/>
                  </a:cubicBezTo>
                  <a:cubicBezTo>
                    <a:pt x="232627" y="910204"/>
                    <a:pt x="240823" y="932240"/>
                    <a:pt x="248768" y="954340"/>
                  </a:cubicBezTo>
                  <a:cubicBezTo>
                    <a:pt x="256744" y="976470"/>
                    <a:pt x="264436" y="998664"/>
                    <a:pt x="272349" y="1020795"/>
                  </a:cubicBezTo>
                  <a:cubicBezTo>
                    <a:pt x="280293" y="1042926"/>
                    <a:pt x="288427" y="1064994"/>
                    <a:pt x="296371" y="1087093"/>
                  </a:cubicBezTo>
                  <a:cubicBezTo>
                    <a:pt x="304284" y="1109224"/>
                    <a:pt x="312071" y="1131418"/>
                    <a:pt x="319952" y="1153549"/>
                  </a:cubicBezTo>
                  <a:cubicBezTo>
                    <a:pt x="327865" y="1175680"/>
                    <a:pt x="335841" y="1197811"/>
                    <a:pt x="343785" y="1219910"/>
                  </a:cubicBezTo>
                  <a:cubicBezTo>
                    <a:pt x="351730" y="1242041"/>
                    <a:pt x="359706" y="1264172"/>
                    <a:pt x="367650" y="1286303"/>
                  </a:cubicBezTo>
                  <a:cubicBezTo>
                    <a:pt x="375563" y="1308402"/>
                    <a:pt x="383476" y="1330565"/>
                    <a:pt x="391420" y="1352664"/>
                  </a:cubicBezTo>
                  <a:cubicBezTo>
                    <a:pt x="399365" y="1374795"/>
                    <a:pt x="407309" y="1396926"/>
                    <a:pt x="415317" y="1419025"/>
                  </a:cubicBezTo>
                  <a:cubicBezTo>
                    <a:pt x="423324" y="1441125"/>
                    <a:pt x="431426" y="1463192"/>
                    <a:pt x="439402" y="1485292"/>
                  </a:cubicBezTo>
                  <a:cubicBezTo>
                    <a:pt x="447378" y="1507423"/>
                    <a:pt x="455070" y="1529617"/>
                    <a:pt x="463109" y="1551716"/>
                  </a:cubicBezTo>
                  <a:cubicBezTo>
                    <a:pt x="471117" y="1573815"/>
                    <a:pt x="477958" y="1596451"/>
                    <a:pt x="487510" y="1617856"/>
                  </a:cubicBezTo>
                  <a:cubicBezTo>
                    <a:pt x="497062" y="1639262"/>
                    <a:pt x="507277" y="1660920"/>
                    <a:pt x="520454" y="1680151"/>
                  </a:cubicBezTo>
                  <a:cubicBezTo>
                    <a:pt x="533600" y="1699350"/>
                    <a:pt x="548165" y="1719621"/>
                    <a:pt x="566418" y="1733208"/>
                  </a:cubicBezTo>
                  <a:cubicBezTo>
                    <a:pt x="584703" y="1746796"/>
                    <a:pt x="607906" y="1757735"/>
                    <a:pt x="630068" y="1761644"/>
                  </a:cubicBezTo>
                  <a:cubicBezTo>
                    <a:pt x="652262" y="1765585"/>
                    <a:pt x="678176" y="1763819"/>
                    <a:pt x="699582" y="1756758"/>
                  </a:cubicBezTo>
                  <a:cubicBezTo>
                    <a:pt x="720956" y="1749696"/>
                    <a:pt x="742614" y="1735478"/>
                    <a:pt x="758472" y="1719305"/>
                  </a:cubicBezTo>
                  <a:cubicBezTo>
                    <a:pt x="774297" y="1703101"/>
                    <a:pt x="787790" y="1681097"/>
                    <a:pt x="794600" y="1659533"/>
                  </a:cubicBezTo>
                  <a:cubicBezTo>
                    <a:pt x="801409" y="1637970"/>
                    <a:pt x="800873" y="1613033"/>
                    <a:pt x="799329" y="1589925"/>
                  </a:cubicBezTo>
                  <a:cubicBezTo>
                    <a:pt x="797784" y="1566817"/>
                    <a:pt x="790155" y="1543835"/>
                    <a:pt x="785300" y="1520821"/>
                  </a:cubicBezTo>
                  <a:cubicBezTo>
                    <a:pt x="780476" y="1497807"/>
                    <a:pt x="775338" y="1474888"/>
                    <a:pt x="770325" y="1451906"/>
                  </a:cubicBezTo>
                  <a:cubicBezTo>
                    <a:pt x="765313" y="1428956"/>
                    <a:pt x="760269" y="1405974"/>
                    <a:pt x="755288" y="1383023"/>
                  </a:cubicBezTo>
                  <a:cubicBezTo>
                    <a:pt x="750275" y="1360041"/>
                    <a:pt x="745515" y="1337027"/>
                    <a:pt x="740313" y="1314108"/>
                  </a:cubicBezTo>
                  <a:cubicBezTo>
                    <a:pt x="735080" y="1291189"/>
                    <a:pt x="729279" y="1268396"/>
                    <a:pt x="723983" y="1245509"/>
                  </a:cubicBezTo>
                  <a:cubicBezTo>
                    <a:pt x="718655" y="1222590"/>
                    <a:pt x="713642" y="1199639"/>
                    <a:pt x="708504" y="1176720"/>
                  </a:cubicBezTo>
                  <a:cubicBezTo>
                    <a:pt x="703334" y="1153770"/>
                    <a:pt x="698258" y="1130819"/>
                    <a:pt x="693025" y="1107900"/>
                  </a:cubicBezTo>
                  <a:cubicBezTo>
                    <a:pt x="687823" y="1084981"/>
                    <a:pt x="682464" y="1062094"/>
                    <a:pt x="677167" y="1039206"/>
                  </a:cubicBezTo>
                  <a:cubicBezTo>
                    <a:pt x="671903" y="1016287"/>
                    <a:pt x="666733" y="993368"/>
                    <a:pt x="661373" y="970481"/>
                  </a:cubicBezTo>
                  <a:cubicBezTo>
                    <a:pt x="656045" y="947593"/>
                    <a:pt x="650560" y="924706"/>
                    <a:pt x="645106" y="901850"/>
                  </a:cubicBezTo>
                  <a:cubicBezTo>
                    <a:pt x="639652" y="878994"/>
                    <a:pt x="634167" y="856138"/>
                    <a:pt x="628650" y="833282"/>
                  </a:cubicBezTo>
                  <a:cubicBezTo>
                    <a:pt x="623164" y="810426"/>
                    <a:pt x="617836" y="787538"/>
                    <a:pt x="612130" y="764714"/>
                  </a:cubicBezTo>
                  <a:cubicBezTo>
                    <a:pt x="606424" y="741921"/>
                    <a:pt x="600308" y="719222"/>
                    <a:pt x="594413" y="696461"/>
                  </a:cubicBezTo>
                  <a:cubicBezTo>
                    <a:pt x="588518" y="673700"/>
                    <a:pt x="582686" y="650938"/>
                    <a:pt x="576822" y="628177"/>
                  </a:cubicBezTo>
                  <a:cubicBezTo>
                    <a:pt x="570958" y="605415"/>
                    <a:pt x="565189" y="582623"/>
                    <a:pt x="559231" y="559893"/>
                  </a:cubicBezTo>
                  <a:cubicBezTo>
                    <a:pt x="553241" y="537163"/>
                    <a:pt x="547062" y="514496"/>
                    <a:pt x="540946" y="491798"/>
                  </a:cubicBezTo>
                  <a:cubicBezTo>
                    <a:pt x="534861" y="469068"/>
                    <a:pt x="528682" y="446401"/>
                    <a:pt x="522630" y="423671"/>
                  </a:cubicBezTo>
                  <a:cubicBezTo>
                    <a:pt x="516577" y="400973"/>
                    <a:pt x="510744" y="378211"/>
                    <a:pt x="504660" y="355481"/>
                  </a:cubicBezTo>
                  <a:cubicBezTo>
                    <a:pt x="498607" y="332783"/>
                    <a:pt x="492365" y="310116"/>
                    <a:pt x="486281" y="287418"/>
                  </a:cubicBezTo>
                  <a:cubicBezTo>
                    <a:pt x="480196" y="264720"/>
                    <a:pt x="474711" y="241800"/>
                    <a:pt x="468122" y="219260"/>
                  </a:cubicBezTo>
                  <a:cubicBezTo>
                    <a:pt x="461533" y="196719"/>
                    <a:pt x="456237" y="173422"/>
                    <a:pt x="446653" y="152205"/>
                  </a:cubicBezTo>
                  <a:cubicBezTo>
                    <a:pt x="437069" y="130988"/>
                    <a:pt x="425184" y="109992"/>
                    <a:pt x="410651" y="91897"/>
                  </a:cubicBezTo>
                  <a:cubicBezTo>
                    <a:pt x="396149" y="73770"/>
                    <a:pt x="378558" y="56872"/>
                    <a:pt x="359548" y="43600"/>
                  </a:cubicBezTo>
                  <a:cubicBezTo>
                    <a:pt x="340538" y="30296"/>
                    <a:pt x="318628" y="19420"/>
                    <a:pt x="296592" y="12232"/>
                  </a:cubicBezTo>
                  <a:cubicBezTo>
                    <a:pt x="274555" y="5044"/>
                    <a:pt x="250533" y="914"/>
                    <a:pt x="227393" y="44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7" name="Inner left wave"/>
            <p:cNvSpPr/>
            <p:nvPr/>
          </p:nvSpPr>
          <p:spPr>
            <a:xfrm>
              <a:off x="9310634" y="2263306"/>
              <a:ext cx="418016" cy="1506912"/>
            </a:xfrm>
            <a:custGeom>
              <a:avLst/>
              <a:gdLst/>
              <a:ahLst/>
              <a:cxnLst/>
              <a:rect l="l" t="t" r="r" b="b"/>
              <a:pathLst>
                <a:path w="418016" h="1506912">
                  <a:moveTo>
                    <a:pt x="151296" y="1397"/>
                  </a:moveTo>
                  <a:cubicBezTo>
                    <a:pt x="128592" y="2806"/>
                    <a:pt x="103908" y="10340"/>
                    <a:pt x="84110" y="21626"/>
                  </a:cubicBezTo>
                  <a:cubicBezTo>
                    <a:pt x="64312" y="32944"/>
                    <a:pt x="45838" y="50535"/>
                    <a:pt x="32597" y="69198"/>
                  </a:cubicBezTo>
                  <a:cubicBezTo>
                    <a:pt x="19357" y="87862"/>
                    <a:pt x="9458" y="111190"/>
                    <a:pt x="4729" y="133605"/>
                  </a:cubicBezTo>
                  <a:cubicBezTo>
                    <a:pt x="0" y="156020"/>
                    <a:pt x="1955" y="180420"/>
                    <a:pt x="4224" y="203655"/>
                  </a:cubicBezTo>
                  <a:cubicBezTo>
                    <a:pt x="6463" y="226889"/>
                    <a:pt x="13430" y="249903"/>
                    <a:pt x="18253" y="272979"/>
                  </a:cubicBezTo>
                  <a:cubicBezTo>
                    <a:pt x="23077" y="296056"/>
                    <a:pt x="28278" y="319038"/>
                    <a:pt x="33196" y="342115"/>
                  </a:cubicBezTo>
                  <a:cubicBezTo>
                    <a:pt x="38114" y="365160"/>
                    <a:pt x="42906" y="388236"/>
                    <a:pt x="47698" y="411313"/>
                  </a:cubicBezTo>
                  <a:cubicBezTo>
                    <a:pt x="52521" y="434390"/>
                    <a:pt x="57187" y="457498"/>
                    <a:pt x="62074" y="480575"/>
                  </a:cubicBezTo>
                  <a:cubicBezTo>
                    <a:pt x="66929" y="503620"/>
                    <a:pt x="72004" y="526633"/>
                    <a:pt x="76922" y="549710"/>
                  </a:cubicBezTo>
                  <a:cubicBezTo>
                    <a:pt x="81840" y="572755"/>
                    <a:pt x="86821" y="595800"/>
                    <a:pt x="91613" y="618877"/>
                  </a:cubicBezTo>
                  <a:cubicBezTo>
                    <a:pt x="96436" y="641953"/>
                    <a:pt x="101008" y="665093"/>
                    <a:pt x="105831" y="688170"/>
                  </a:cubicBezTo>
                  <a:cubicBezTo>
                    <a:pt x="110623" y="711246"/>
                    <a:pt x="115730" y="734260"/>
                    <a:pt x="120459" y="757337"/>
                  </a:cubicBezTo>
                  <a:cubicBezTo>
                    <a:pt x="125219" y="780445"/>
                    <a:pt x="129790" y="803553"/>
                    <a:pt x="134299" y="826693"/>
                  </a:cubicBezTo>
                  <a:cubicBezTo>
                    <a:pt x="138775" y="849833"/>
                    <a:pt x="143157" y="873004"/>
                    <a:pt x="147476" y="896175"/>
                  </a:cubicBezTo>
                  <a:cubicBezTo>
                    <a:pt x="151795" y="919346"/>
                    <a:pt x="156020" y="942549"/>
                    <a:pt x="160244" y="965752"/>
                  </a:cubicBezTo>
                  <a:cubicBezTo>
                    <a:pt x="164468" y="988923"/>
                    <a:pt x="168693" y="1012126"/>
                    <a:pt x="172791" y="1035329"/>
                  </a:cubicBezTo>
                  <a:cubicBezTo>
                    <a:pt x="176921" y="1058563"/>
                    <a:pt x="180956" y="1081797"/>
                    <a:pt x="184897" y="1105031"/>
                  </a:cubicBezTo>
                  <a:cubicBezTo>
                    <a:pt x="188838" y="1128266"/>
                    <a:pt x="192747" y="1151500"/>
                    <a:pt x="196498" y="1174797"/>
                  </a:cubicBezTo>
                  <a:cubicBezTo>
                    <a:pt x="200250" y="1198063"/>
                    <a:pt x="203718" y="1221360"/>
                    <a:pt x="207438" y="1244658"/>
                  </a:cubicBezTo>
                  <a:cubicBezTo>
                    <a:pt x="211189" y="1267924"/>
                    <a:pt x="215193" y="1291158"/>
                    <a:pt x="218881" y="1314455"/>
                  </a:cubicBezTo>
                  <a:cubicBezTo>
                    <a:pt x="222570" y="1337721"/>
                    <a:pt x="225218" y="1361239"/>
                    <a:pt x="229600" y="1384347"/>
                  </a:cubicBezTo>
                  <a:cubicBezTo>
                    <a:pt x="234014" y="1407455"/>
                    <a:pt x="234266" y="1433811"/>
                    <a:pt x="245268" y="1453041"/>
                  </a:cubicBezTo>
                  <a:cubicBezTo>
                    <a:pt x="256271" y="1472272"/>
                    <a:pt x="275753" y="1492606"/>
                    <a:pt x="295614" y="1499762"/>
                  </a:cubicBezTo>
                  <a:cubicBezTo>
                    <a:pt x="315476" y="1506918"/>
                    <a:pt x="345425" y="1505216"/>
                    <a:pt x="364403" y="1495916"/>
                  </a:cubicBezTo>
                  <a:cubicBezTo>
                    <a:pt x="383381" y="1486647"/>
                    <a:pt x="401036" y="1464359"/>
                    <a:pt x="409516" y="1444025"/>
                  </a:cubicBezTo>
                  <a:cubicBezTo>
                    <a:pt x="418028" y="1423691"/>
                    <a:pt x="414371" y="1397399"/>
                    <a:pt x="415317" y="1373944"/>
                  </a:cubicBezTo>
                  <a:cubicBezTo>
                    <a:pt x="416294" y="1350457"/>
                    <a:pt x="415317" y="1326782"/>
                    <a:pt x="415317" y="1303201"/>
                  </a:cubicBezTo>
                  <a:cubicBezTo>
                    <a:pt x="415317" y="1279619"/>
                    <a:pt x="415317" y="1256070"/>
                    <a:pt x="415317" y="1232489"/>
                  </a:cubicBezTo>
                  <a:cubicBezTo>
                    <a:pt x="415317" y="1208908"/>
                    <a:pt x="415317" y="1185327"/>
                    <a:pt x="415317" y="1161746"/>
                  </a:cubicBezTo>
                  <a:cubicBezTo>
                    <a:pt x="415317" y="1138196"/>
                    <a:pt x="415317" y="1114615"/>
                    <a:pt x="415317" y="1091034"/>
                  </a:cubicBezTo>
                  <a:cubicBezTo>
                    <a:pt x="415317" y="1067453"/>
                    <a:pt x="415317" y="1043872"/>
                    <a:pt x="415317" y="1020291"/>
                  </a:cubicBezTo>
                  <a:cubicBezTo>
                    <a:pt x="415317" y="996741"/>
                    <a:pt x="415317" y="973160"/>
                    <a:pt x="415317" y="949579"/>
                  </a:cubicBezTo>
                  <a:cubicBezTo>
                    <a:pt x="415317" y="925998"/>
                    <a:pt x="415317" y="902417"/>
                    <a:pt x="415317" y="878868"/>
                  </a:cubicBezTo>
                  <a:cubicBezTo>
                    <a:pt x="415317" y="855286"/>
                    <a:pt x="415317" y="831705"/>
                    <a:pt x="415317" y="808124"/>
                  </a:cubicBezTo>
                  <a:cubicBezTo>
                    <a:pt x="415317" y="784543"/>
                    <a:pt x="415317" y="760994"/>
                    <a:pt x="415317" y="737413"/>
                  </a:cubicBezTo>
                  <a:cubicBezTo>
                    <a:pt x="415317" y="713832"/>
                    <a:pt x="415317" y="690251"/>
                    <a:pt x="415317" y="666669"/>
                  </a:cubicBezTo>
                  <a:cubicBezTo>
                    <a:pt x="415317" y="643120"/>
                    <a:pt x="415947" y="619507"/>
                    <a:pt x="415317" y="595958"/>
                  </a:cubicBezTo>
                  <a:cubicBezTo>
                    <a:pt x="414686" y="572408"/>
                    <a:pt x="414245" y="548764"/>
                    <a:pt x="411502" y="525404"/>
                  </a:cubicBezTo>
                  <a:cubicBezTo>
                    <a:pt x="408728" y="502043"/>
                    <a:pt x="403526" y="478935"/>
                    <a:pt x="398766" y="455859"/>
                  </a:cubicBezTo>
                  <a:cubicBezTo>
                    <a:pt x="394006" y="432782"/>
                    <a:pt x="388236" y="409894"/>
                    <a:pt x="382940" y="386912"/>
                  </a:cubicBezTo>
                  <a:cubicBezTo>
                    <a:pt x="377612" y="363962"/>
                    <a:pt x="372221" y="341011"/>
                    <a:pt x="366925" y="318029"/>
                  </a:cubicBezTo>
                  <a:cubicBezTo>
                    <a:pt x="361629" y="295079"/>
                    <a:pt x="356427" y="272065"/>
                    <a:pt x="351131" y="249083"/>
                  </a:cubicBezTo>
                  <a:cubicBezTo>
                    <a:pt x="345835" y="226132"/>
                    <a:pt x="340917" y="203024"/>
                    <a:pt x="335147" y="180200"/>
                  </a:cubicBezTo>
                  <a:cubicBezTo>
                    <a:pt x="329410" y="157375"/>
                    <a:pt x="326100" y="133258"/>
                    <a:pt x="316579" y="112105"/>
                  </a:cubicBezTo>
                  <a:cubicBezTo>
                    <a:pt x="307058" y="90951"/>
                    <a:pt x="294070" y="69703"/>
                    <a:pt x="278023" y="53215"/>
                  </a:cubicBezTo>
                  <a:cubicBezTo>
                    <a:pt x="262008" y="36759"/>
                    <a:pt x="241517" y="21879"/>
                    <a:pt x="220363" y="13241"/>
                  </a:cubicBezTo>
                  <a:cubicBezTo>
                    <a:pt x="199241" y="4603"/>
                    <a:pt x="174021" y="0"/>
                    <a:pt x="151291" y="138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8" name="Center wave"/>
            <p:cNvSpPr/>
            <p:nvPr/>
          </p:nvSpPr>
          <p:spPr>
            <a:xfrm>
              <a:off x="9791796" y="2824307"/>
              <a:ext cx="348669" cy="1280006"/>
            </a:xfrm>
            <a:custGeom>
              <a:avLst/>
              <a:gdLst/>
              <a:ahLst/>
              <a:cxnLst/>
              <a:rect l="l" t="t" r="r" b="b"/>
              <a:pathLst>
                <a:path w="348669" h="1280006">
                  <a:moveTo>
                    <a:pt x="161932" y="1588"/>
                  </a:moveTo>
                  <a:cubicBezTo>
                    <a:pt x="139248" y="3184"/>
                    <a:pt x="115037" y="9994"/>
                    <a:pt x="94892" y="20555"/>
                  </a:cubicBezTo>
                  <a:cubicBezTo>
                    <a:pt x="74747" y="31116"/>
                    <a:pt x="55390" y="47225"/>
                    <a:pt x="41109" y="64943"/>
                  </a:cubicBezTo>
                  <a:cubicBezTo>
                    <a:pt x="26828" y="82628"/>
                    <a:pt x="15605" y="104948"/>
                    <a:pt x="9205" y="126859"/>
                  </a:cubicBezTo>
                  <a:cubicBezTo>
                    <a:pt x="2806" y="148769"/>
                    <a:pt x="3815" y="173106"/>
                    <a:pt x="2743" y="196372"/>
                  </a:cubicBezTo>
                  <a:cubicBezTo>
                    <a:pt x="1639" y="219670"/>
                    <a:pt x="2743" y="243125"/>
                    <a:pt x="2743" y="266516"/>
                  </a:cubicBezTo>
                  <a:cubicBezTo>
                    <a:pt x="2743" y="289877"/>
                    <a:pt x="2743" y="313269"/>
                    <a:pt x="2743" y="336629"/>
                  </a:cubicBezTo>
                  <a:cubicBezTo>
                    <a:pt x="2743" y="359990"/>
                    <a:pt x="2743" y="383381"/>
                    <a:pt x="2743" y="406742"/>
                  </a:cubicBezTo>
                  <a:cubicBezTo>
                    <a:pt x="2743" y="430134"/>
                    <a:pt x="2743" y="453494"/>
                    <a:pt x="2743" y="476886"/>
                  </a:cubicBezTo>
                  <a:cubicBezTo>
                    <a:pt x="2743" y="500246"/>
                    <a:pt x="2743" y="523638"/>
                    <a:pt x="2743" y="546999"/>
                  </a:cubicBezTo>
                  <a:cubicBezTo>
                    <a:pt x="2743" y="570359"/>
                    <a:pt x="2743" y="593751"/>
                    <a:pt x="2743" y="617111"/>
                  </a:cubicBezTo>
                  <a:cubicBezTo>
                    <a:pt x="2743" y="640503"/>
                    <a:pt x="2743" y="663864"/>
                    <a:pt x="2743" y="687256"/>
                  </a:cubicBezTo>
                  <a:cubicBezTo>
                    <a:pt x="2743" y="710616"/>
                    <a:pt x="2743" y="734008"/>
                    <a:pt x="2743" y="757368"/>
                  </a:cubicBezTo>
                  <a:cubicBezTo>
                    <a:pt x="2743" y="780729"/>
                    <a:pt x="2743" y="804121"/>
                    <a:pt x="2743" y="827481"/>
                  </a:cubicBezTo>
                  <a:cubicBezTo>
                    <a:pt x="2743" y="850873"/>
                    <a:pt x="2743" y="874233"/>
                    <a:pt x="2743" y="897625"/>
                  </a:cubicBezTo>
                  <a:cubicBezTo>
                    <a:pt x="2743" y="920986"/>
                    <a:pt x="2743" y="944377"/>
                    <a:pt x="2743" y="967738"/>
                  </a:cubicBezTo>
                  <a:cubicBezTo>
                    <a:pt x="2743" y="991098"/>
                    <a:pt x="2743" y="1014490"/>
                    <a:pt x="2743" y="1037851"/>
                  </a:cubicBezTo>
                  <a:cubicBezTo>
                    <a:pt x="2711" y="1061242"/>
                    <a:pt x="0" y="1084950"/>
                    <a:pt x="2554" y="1107963"/>
                  </a:cubicBezTo>
                  <a:cubicBezTo>
                    <a:pt x="5139" y="1130977"/>
                    <a:pt x="8859" y="1155094"/>
                    <a:pt x="18127" y="1175932"/>
                  </a:cubicBezTo>
                  <a:cubicBezTo>
                    <a:pt x="27364" y="1196771"/>
                    <a:pt x="41488" y="1217388"/>
                    <a:pt x="58070" y="1232962"/>
                  </a:cubicBezTo>
                  <a:cubicBezTo>
                    <a:pt x="74621" y="1248504"/>
                    <a:pt x="96058" y="1261745"/>
                    <a:pt x="117464" y="1269311"/>
                  </a:cubicBezTo>
                  <a:cubicBezTo>
                    <a:pt x="138901" y="1276845"/>
                    <a:pt x="163901" y="1279998"/>
                    <a:pt x="186599" y="1278295"/>
                  </a:cubicBezTo>
                  <a:cubicBezTo>
                    <a:pt x="209266" y="1276593"/>
                    <a:pt x="233446" y="1269689"/>
                    <a:pt x="253528" y="1259065"/>
                  </a:cubicBezTo>
                  <a:cubicBezTo>
                    <a:pt x="273578" y="1248441"/>
                    <a:pt x="292777" y="1232237"/>
                    <a:pt x="306995" y="1214488"/>
                  </a:cubicBezTo>
                  <a:cubicBezTo>
                    <a:pt x="321213" y="1196771"/>
                    <a:pt x="332468" y="1174482"/>
                    <a:pt x="338899" y="1152603"/>
                  </a:cubicBezTo>
                  <a:cubicBezTo>
                    <a:pt x="345299" y="1130693"/>
                    <a:pt x="344447" y="1106387"/>
                    <a:pt x="345582" y="1083121"/>
                  </a:cubicBezTo>
                  <a:cubicBezTo>
                    <a:pt x="346686" y="1059855"/>
                    <a:pt x="345582" y="1036369"/>
                    <a:pt x="345582" y="1013008"/>
                  </a:cubicBezTo>
                  <a:cubicBezTo>
                    <a:pt x="345582" y="989617"/>
                    <a:pt x="345456" y="966256"/>
                    <a:pt x="345582" y="942896"/>
                  </a:cubicBezTo>
                  <a:cubicBezTo>
                    <a:pt x="345677" y="919504"/>
                    <a:pt x="346118" y="896143"/>
                    <a:pt x="346244" y="872783"/>
                  </a:cubicBezTo>
                  <a:cubicBezTo>
                    <a:pt x="346339" y="849391"/>
                    <a:pt x="346244" y="826031"/>
                    <a:pt x="346244" y="802670"/>
                  </a:cubicBezTo>
                  <a:cubicBezTo>
                    <a:pt x="346244" y="779310"/>
                    <a:pt x="346307" y="755950"/>
                    <a:pt x="346181" y="732558"/>
                  </a:cubicBezTo>
                  <a:cubicBezTo>
                    <a:pt x="346087" y="709197"/>
                    <a:pt x="345645" y="685837"/>
                    <a:pt x="345582" y="662477"/>
                  </a:cubicBezTo>
                  <a:cubicBezTo>
                    <a:pt x="345488" y="639085"/>
                    <a:pt x="345708" y="615724"/>
                    <a:pt x="345740" y="592364"/>
                  </a:cubicBezTo>
                  <a:cubicBezTo>
                    <a:pt x="345803" y="569004"/>
                    <a:pt x="345835" y="545612"/>
                    <a:pt x="345803" y="522251"/>
                  </a:cubicBezTo>
                  <a:cubicBezTo>
                    <a:pt x="345772" y="498891"/>
                    <a:pt x="345488" y="475530"/>
                    <a:pt x="345582" y="452139"/>
                  </a:cubicBezTo>
                  <a:cubicBezTo>
                    <a:pt x="345645" y="428778"/>
                    <a:pt x="346087" y="405418"/>
                    <a:pt x="346213" y="382026"/>
                  </a:cubicBezTo>
                  <a:cubicBezTo>
                    <a:pt x="346339" y="358665"/>
                    <a:pt x="346465" y="335305"/>
                    <a:pt x="346371" y="311945"/>
                  </a:cubicBezTo>
                  <a:cubicBezTo>
                    <a:pt x="346244" y="288553"/>
                    <a:pt x="345614" y="265192"/>
                    <a:pt x="345582" y="241832"/>
                  </a:cubicBezTo>
                  <a:cubicBezTo>
                    <a:pt x="345582" y="218440"/>
                    <a:pt x="348672" y="194701"/>
                    <a:pt x="346244" y="171719"/>
                  </a:cubicBezTo>
                  <a:cubicBezTo>
                    <a:pt x="343817" y="148706"/>
                    <a:pt x="340318" y="124494"/>
                    <a:pt x="331018" y="103782"/>
                  </a:cubicBezTo>
                  <a:cubicBezTo>
                    <a:pt x="321686" y="83070"/>
                    <a:pt x="307027" y="62799"/>
                    <a:pt x="290350" y="47351"/>
                  </a:cubicBezTo>
                  <a:cubicBezTo>
                    <a:pt x="273673" y="31904"/>
                    <a:pt x="252393" y="18663"/>
                    <a:pt x="230987" y="11034"/>
                  </a:cubicBezTo>
                  <a:cubicBezTo>
                    <a:pt x="209613" y="3405"/>
                    <a:pt x="184613" y="0"/>
                    <a:pt x="161946" y="1576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9" name="Inner right wave"/>
            <p:cNvSpPr/>
            <p:nvPr/>
          </p:nvSpPr>
          <p:spPr>
            <a:xfrm>
              <a:off x="10204161" y="2263567"/>
              <a:ext cx="417742" cy="1506889"/>
            </a:xfrm>
            <a:custGeom>
              <a:avLst/>
              <a:gdLst/>
              <a:ahLst/>
              <a:cxnLst/>
              <a:rect l="l" t="t" r="r" b="b"/>
              <a:pathLst>
                <a:path w="417742" h="1506889">
                  <a:moveTo>
                    <a:pt x="243729" y="2115"/>
                  </a:moveTo>
                  <a:cubicBezTo>
                    <a:pt x="221088" y="4224"/>
                    <a:pt x="196908" y="12579"/>
                    <a:pt x="177173" y="24149"/>
                  </a:cubicBezTo>
                  <a:cubicBezTo>
                    <a:pt x="157438" y="35718"/>
                    <a:pt x="139153" y="53183"/>
                    <a:pt x="125314" y="71594"/>
                  </a:cubicBezTo>
                  <a:cubicBezTo>
                    <a:pt x="111474" y="89974"/>
                    <a:pt x="101953" y="112546"/>
                    <a:pt x="94135" y="134519"/>
                  </a:cubicBezTo>
                  <a:cubicBezTo>
                    <a:pt x="86285" y="156493"/>
                    <a:pt x="83637" y="180483"/>
                    <a:pt x="78372" y="203434"/>
                  </a:cubicBezTo>
                  <a:cubicBezTo>
                    <a:pt x="73108" y="226385"/>
                    <a:pt x="67780" y="249367"/>
                    <a:pt x="62484" y="272317"/>
                  </a:cubicBezTo>
                  <a:cubicBezTo>
                    <a:pt x="57156" y="295268"/>
                    <a:pt x="51796" y="318218"/>
                    <a:pt x="46437" y="341169"/>
                  </a:cubicBezTo>
                  <a:cubicBezTo>
                    <a:pt x="41046" y="364119"/>
                    <a:pt x="35466" y="387007"/>
                    <a:pt x="30201" y="409989"/>
                  </a:cubicBezTo>
                  <a:cubicBezTo>
                    <a:pt x="24905" y="432940"/>
                    <a:pt x="19104" y="455827"/>
                    <a:pt x="14754" y="478967"/>
                  </a:cubicBezTo>
                  <a:cubicBezTo>
                    <a:pt x="10403" y="502106"/>
                    <a:pt x="6053" y="525404"/>
                    <a:pt x="4035" y="548796"/>
                  </a:cubicBezTo>
                  <a:cubicBezTo>
                    <a:pt x="2018" y="572219"/>
                    <a:pt x="2806" y="595895"/>
                    <a:pt x="2554" y="619444"/>
                  </a:cubicBezTo>
                  <a:cubicBezTo>
                    <a:pt x="2301" y="642994"/>
                    <a:pt x="2554" y="666575"/>
                    <a:pt x="2554" y="690156"/>
                  </a:cubicBezTo>
                  <a:cubicBezTo>
                    <a:pt x="2554" y="713705"/>
                    <a:pt x="2554" y="737287"/>
                    <a:pt x="2554" y="760836"/>
                  </a:cubicBezTo>
                  <a:cubicBezTo>
                    <a:pt x="2554" y="784417"/>
                    <a:pt x="2554" y="807967"/>
                    <a:pt x="2554" y="831548"/>
                  </a:cubicBezTo>
                  <a:cubicBezTo>
                    <a:pt x="2554" y="855097"/>
                    <a:pt x="2554" y="878678"/>
                    <a:pt x="2554" y="902228"/>
                  </a:cubicBezTo>
                  <a:cubicBezTo>
                    <a:pt x="2554" y="925809"/>
                    <a:pt x="2554" y="949358"/>
                    <a:pt x="2554" y="972940"/>
                  </a:cubicBezTo>
                  <a:cubicBezTo>
                    <a:pt x="2554" y="996489"/>
                    <a:pt x="2554" y="1020070"/>
                    <a:pt x="2554" y="1043620"/>
                  </a:cubicBezTo>
                  <a:cubicBezTo>
                    <a:pt x="2554" y="1067201"/>
                    <a:pt x="2554" y="1090750"/>
                    <a:pt x="2554" y="1114331"/>
                  </a:cubicBezTo>
                  <a:cubicBezTo>
                    <a:pt x="2554" y="1137881"/>
                    <a:pt x="2554" y="1161462"/>
                    <a:pt x="2554" y="1185012"/>
                  </a:cubicBezTo>
                  <a:cubicBezTo>
                    <a:pt x="2554" y="1208593"/>
                    <a:pt x="2554" y="1232142"/>
                    <a:pt x="2554" y="1255723"/>
                  </a:cubicBezTo>
                  <a:cubicBezTo>
                    <a:pt x="2554" y="1279273"/>
                    <a:pt x="2554" y="1302854"/>
                    <a:pt x="2554" y="1326403"/>
                  </a:cubicBezTo>
                  <a:cubicBezTo>
                    <a:pt x="2554" y="1349984"/>
                    <a:pt x="0" y="1374038"/>
                    <a:pt x="2554" y="1397115"/>
                  </a:cubicBezTo>
                  <a:cubicBezTo>
                    <a:pt x="5107" y="1420192"/>
                    <a:pt x="5832" y="1447272"/>
                    <a:pt x="17906" y="1464895"/>
                  </a:cubicBezTo>
                  <a:cubicBezTo>
                    <a:pt x="30012" y="1482549"/>
                    <a:pt x="54381" y="1498974"/>
                    <a:pt x="75125" y="1502915"/>
                  </a:cubicBezTo>
                  <a:cubicBezTo>
                    <a:pt x="95901" y="1506887"/>
                    <a:pt x="125093" y="1500834"/>
                    <a:pt x="142464" y="1488697"/>
                  </a:cubicBezTo>
                  <a:cubicBezTo>
                    <a:pt x="159803" y="1476559"/>
                    <a:pt x="171215" y="1451496"/>
                    <a:pt x="179285" y="1430091"/>
                  </a:cubicBezTo>
                  <a:cubicBezTo>
                    <a:pt x="187324" y="1408716"/>
                    <a:pt x="186978" y="1383622"/>
                    <a:pt x="190761" y="1360356"/>
                  </a:cubicBezTo>
                  <a:cubicBezTo>
                    <a:pt x="194544" y="1337122"/>
                    <a:pt x="198295" y="1313825"/>
                    <a:pt x="202015" y="1290559"/>
                  </a:cubicBezTo>
                  <a:cubicBezTo>
                    <a:pt x="205735" y="1267293"/>
                    <a:pt x="209361" y="1244027"/>
                    <a:pt x="213112" y="1220761"/>
                  </a:cubicBezTo>
                  <a:cubicBezTo>
                    <a:pt x="216864" y="1197496"/>
                    <a:pt x="220678" y="1174230"/>
                    <a:pt x="224588" y="1150996"/>
                  </a:cubicBezTo>
                  <a:cubicBezTo>
                    <a:pt x="228497" y="1127761"/>
                    <a:pt x="232532" y="1104558"/>
                    <a:pt x="236630" y="1081324"/>
                  </a:cubicBezTo>
                  <a:cubicBezTo>
                    <a:pt x="240729" y="1058121"/>
                    <a:pt x="245016" y="1034950"/>
                    <a:pt x="249146" y="1011747"/>
                  </a:cubicBezTo>
                  <a:cubicBezTo>
                    <a:pt x="253244" y="988545"/>
                    <a:pt x="257122" y="965310"/>
                    <a:pt x="261378" y="942139"/>
                  </a:cubicBezTo>
                  <a:cubicBezTo>
                    <a:pt x="265602" y="918968"/>
                    <a:pt x="270173" y="895828"/>
                    <a:pt x="274587" y="872689"/>
                  </a:cubicBezTo>
                  <a:cubicBezTo>
                    <a:pt x="279032" y="849549"/>
                    <a:pt x="283288" y="826378"/>
                    <a:pt x="287891" y="803269"/>
                  </a:cubicBezTo>
                  <a:cubicBezTo>
                    <a:pt x="292493" y="780130"/>
                    <a:pt x="297411" y="757085"/>
                    <a:pt x="302172" y="734008"/>
                  </a:cubicBezTo>
                  <a:cubicBezTo>
                    <a:pt x="306932" y="710931"/>
                    <a:pt x="311503" y="687823"/>
                    <a:pt x="316421" y="664778"/>
                  </a:cubicBezTo>
                  <a:cubicBezTo>
                    <a:pt x="321308" y="641733"/>
                    <a:pt x="326509" y="618751"/>
                    <a:pt x="331554" y="595737"/>
                  </a:cubicBezTo>
                  <a:cubicBezTo>
                    <a:pt x="336598" y="572724"/>
                    <a:pt x="341768" y="549710"/>
                    <a:pt x="346717" y="526665"/>
                  </a:cubicBezTo>
                  <a:cubicBezTo>
                    <a:pt x="351635" y="503620"/>
                    <a:pt x="356301" y="480543"/>
                    <a:pt x="361124" y="457466"/>
                  </a:cubicBezTo>
                  <a:cubicBezTo>
                    <a:pt x="365948" y="434390"/>
                    <a:pt x="370834" y="411345"/>
                    <a:pt x="375689" y="388299"/>
                  </a:cubicBezTo>
                  <a:cubicBezTo>
                    <a:pt x="380544" y="365223"/>
                    <a:pt x="385431" y="342178"/>
                    <a:pt x="390317" y="319132"/>
                  </a:cubicBezTo>
                  <a:cubicBezTo>
                    <a:pt x="395203" y="296056"/>
                    <a:pt x="400468" y="273074"/>
                    <a:pt x="404976" y="249966"/>
                  </a:cubicBezTo>
                  <a:cubicBezTo>
                    <a:pt x="409485" y="226857"/>
                    <a:pt x="416988" y="203560"/>
                    <a:pt x="417366" y="180389"/>
                  </a:cubicBezTo>
                  <a:cubicBezTo>
                    <a:pt x="417744" y="157218"/>
                    <a:pt x="414907" y="132565"/>
                    <a:pt x="407183" y="110938"/>
                  </a:cubicBezTo>
                  <a:cubicBezTo>
                    <a:pt x="399491" y="89343"/>
                    <a:pt x="386849" y="67338"/>
                    <a:pt x="371150" y="50756"/>
                  </a:cubicBezTo>
                  <a:cubicBezTo>
                    <a:pt x="355450" y="34174"/>
                    <a:pt x="334296" y="19577"/>
                    <a:pt x="313048" y="11475"/>
                  </a:cubicBezTo>
                  <a:cubicBezTo>
                    <a:pt x="291800" y="3342"/>
                    <a:pt x="266390" y="0"/>
                    <a:pt x="243724" y="2112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0" name="Outer right wave"/>
            <p:cNvSpPr/>
            <p:nvPr/>
          </p:nvSpPr>
          <p:spPr>
            <a:xfrm>
              <a:off x="10490483" y="1783080"/>
              <a:ext cx="802357" cy="1765275"/>
            </a:xfrm>
            <a:custGeom>
              <a:avLst/>
              <a:gdLst/>
              <a:ahLst/>
              <a:cxnLst/>
              <a:rect l="l" t="t" r="r" b="b"/>
              <a:pathLst>
                <a:path w="802357" h="1765275">
                  <a:moveTo>
                    <a:pt x="564272" y="1724"/>
                  </a:moveTo>
                  <a:cubicBezTo>
                    <a:pt x="541198" y="3436"/>
                    <a:pt x="517459" y="9268"/>
                    <a:pt x="495864" y="17654"/>
                  </a:cubicBezTo>
                  <a:cubicBezTo>
                    <a:pt x="474269" y="26072"/>
                    <a:pt x="453053" y="37988"/>
                    <a:pt x="434642" y="52049"/>
                  </a:cubicBezTo>
                  <a:cubicBezTo>
                    <a:pt x="416231" y="66140"/>
                    <a:pt x="399302" y="83574"/>
                    <a:pt x="385431" y="102174"/>
                  </a:cubicBezTo>
                  <a:cubicBezTo>
                    <a:pt x="371559" y="120774"/>
                    <a:pt x="360431" y="142180"/>
                    <a:pt x="351383" y="163649"/>
                  </a:cubicBezTo>
                  <a:cubicBezTo>
                    <a:pt x="342335" y="185149"/>
                    <a:pt x="337543" y="208541"/>
                    <a:pt x="331144" y="231113"/>
                  </a:cubicBezTo>
                  <a:cubicBezTo>
                    <a:pt x="324744" y="253717"/>
                    <a:pt x="319069" y="276542"/>
                    <a:pt x="313017" y="299240"/>
                  </a:cubicBezTo>
                  <a:cubicBezTo>
                    <a:pt x="306995" y="321970"/>
                    <a:pt x="300942" y="344668"/>
                    <a:pt x="294889" y="367366"/>
                  </a:cubicBezTo>
                  <a:cubicBezTo>
                    <a:pt x="288837" y="390065"/>
                    <a:pt x="282815" y="412795"/>
                    <a:pt x="276731" y="435493"/>
                  </a:cubicBezTo>
                  <a:cubicBezTo>
                    <a:pt x="270615" y="458191"/>
                    <a:pt x="264373" y="480827"/>
                    <a:pt x="258320" y="503525"/>
                  </a:cubicBezTo>
                  <a:cubicBezTo>
                    <a:pt x="252267" y="526223"/>
                    <a:pt x="246309" y="548985"/>
                    <a:pt x="240382" y="571715"/>
                  </a:cubicBezTo>
                  <a:cubicBezTo>
                    <a:pt x="234487" y="594445"/>
                    <a:pt x="228717" y="617237"/>
                    <a:pt x="222854" y="639999"/>
                  </a:cubicBezTo>
                  <a:cubicBezTo>
                    <a:pt x="216990" y="662760"/>
                    <a:pt x="211095" y="685490"/>
                    <a:pt x="205262" y="708252"/>
                  </a:cubicBezTo>
                  <a:cubicBezTo>
                    <a:pt x="199462" y="731013"/>
                    <a:pt x="193661" y="753806"/>
                    <a:pt x="188018" y="776599"/>
                  </a:cubicBezTo>
                  <a:cubicBezTo>
                    <a:pt x="182343" y="799423"/>
                    <a:pt x="176921" y="822279"/>
                    <a:pt x="171341" y="845104"/>
                  </a:cubicBezTo>
                  <a:cubicBezTo>
                    <a:pt x="165761" y="867928"/>
                    <a:pt x="159960" y="890690"/>
                    <a:pt x="154475" y="913546"/>
                  </a:cubicBezTo>
                  <a:cubicBezTo>
                    <a:pt x="148989" y="936402"/>
                    <a:pt x="143725" y="959289"/>
                    <a:pt x="138491" y="982208"/>
                  </a:cubicBezTo>
                  <a:cubicBezTo>
                    <a:pt x="133227" y="1005096"/>
                    <a:pt x="128183" y="1028046"/>
                    <a:pt x="122949" y="1050965"/>
                  </a:cubicBezTo>
                  <a:cubicBezTo>
                    <a:pt x="117716" y="1073884"/>
                    <a:pt x="112388" y="1096740"/>
                    <a:pt x="107092" y="1119659"/>
                  </a:cubicBezTo>
                  <a:cubicBezTo>
                    <a:pt x="101796" y="1142547"/>
                    <a:pt x="96436" y="1165434"/>
                    <a:pt x="91203" y="1188322"/>
                  </a:cubicBezTo>
                  <a:cubicBezTo>
                    <a:pt x="85938" y="1211241"/>
                    <a:pt x="80768" y="1234160"/>
                    <a:pt x="75630" y="1257079"/>
                  </a:cubicBezTo>
                  <a:cubicBezTo>
                    <a:pt x="70459" y="1279998"/>
                    <a:pt x="65384" y="1302948"/>
                    <a:pt x="60214" y="1325867"/>
                  </a:cubicBezTo>
                  <a:cubicBezTo>
                    <a:pt x="55075" y="1348786"/>
                    <a:pt x="49810" y="1371705"/>
                    <a:pt x="44703" y="1394624"/>
                  </a:cubicBezTo>
                  <a:cubicBezTo>
                    <a:pt x="39596" y="1417575"/>
                    <a:pt x="34647" y="1440557"/>
                    <a:pt x="29602" y="1463508"/>
                  </a:cubicBezTo>
                  <a:cubicBezTo>
                    <a:pt x="24558" y="1486427"/>
                    <a:pt x="19231" y="1509346"/>
                    <a:pt x="14407" y="1532328"/>
                  </a:cubicBezTo>
                  <a:cubicBezTo>
                    <a:pt x="9552" y="1555310"/>
                    <a:pt x="1166" y="1578387"/>
                    <a:pt x="567" y="1601400"/>
                  </a:cubicBezTo>
                  <a:cubicBezTo>
                    <a:pt x="0" y="1624445"/>
                    <a:pt x="2459" y="1649571"/>
                    <a:pt x="10908" y="1670599"/>
                  </a:cubicBezTo>
                  <a:cubicBezTo>
                    <a:pt x="19357" y="1691626"/>
                    <a:pt x="34237" y="1712685"/>
                    <a:pt x="51229" y="1727565"/>
                  </a:cubicBezTo>
                  <a:cubicBezTo>
                    <a:pt x="68253" y="1742445"/>
                    <a:pt x="91109" y="1754582"/>
                    <a:pt x="112987" y="1759942"/>
                  </a:cubicBezTo>
                  <a:cubicBezTo>
                    <a:pt x="134898" y="1765270"/>
                    <a:pt x="160843" y="1765238"/>
                    <a:pt x="182659" y="1759627"/>
                  </a:cubicBezTo>
                  <a:cubicBezTo>
                    <a:pt x="204474" y="1753983"/>
                    <a:pt x="226448" y="1740995"/>
                    <a:pt x="243850" y="1726210"/>
                  </a:cubicBezTo>
                  <a:cubicBezTo>
                    <a:pt x="261283" y="1711424"/>
                    <a:pt x="274808" y="1690649"/>
                    <a:pt x="287197" y="1670882"/>
                  </a:cubicBezTo>
                  <a:cubicBezTo>
                    <a:pt x="299618" y="1651147"/>
                    <a:pt x="309170" y="1629300"/>
                    <a:pt x="318376" y="1607737"/>
                  </a:cubicBezTo>
                  <a:cubicBezTo>
                    <a:pt x="327581" y="1586173"/>
                    <a:pt x="334391" y="1563538"/>
                    <a:pt x="342398" y="1541470"/>
                  </a:cubicBezTo>
                  <a:cubicBezTo>
                    <a:pt x="350437" y="1519402"/>
                    <a:pt x="358571" y="1497335"/>
                    <a:pt x="366578" y="1475235"/>
                  </a:cubicBezTo>
                  <a:cubicBezTo>
                    <a:pt x="374586" y="1453167"/>
                    <a:pt x="382530" y="1431036"/>
                    <a:pt x="390506" y="1408937"/>
                  </a:cubicBezTo>
                  <a:cubicBezTo>
                    <a:pt x="398482" y="1386838"/>
                    <a:pt x="406490" y="1364738"/>
                    <a:pt x="414434" y="1342639"/>
                  </a:cubicBezTo>
                  <a:cubicBezTo>
                    <a:pt x="422378" y="1320508"/>
                    <a:pt x="430228" y="1298377"/>
                    <a:pt x="438173" y="1276246"/>
                  </a:cubicBezTo>
                  <a:cubicBezTo>
                    <a:pt x="446086" y="1254115"/>
                    <a:pt x="454030" y="1232016"/>
                    <a:pt x="461943" y="1209885"/>
                  </a:cubicBezTo>
                  <a:cubicBezTo>
                    <a:pt x="469887" y="1187786"/>
                    <a:pt x="477832" y="1165655"/>
                    <a:pt x="485745" y="1143524"/>
                  </a:cubicBezTo>
                  <a:cubicBezTo>
                    <a:pt x="493658" y="1121425"/>
                    <a:pt x="501507" y="1099262"/>
                    <a:pt x="509452" y="1077163"/>
                  </a:cubicBezTo>
                  <a:cubicBezTo>
                    <a:pt x="517396" y="1055032"/>
                    <a:pt x="525467" y="1032964"/>
                    <a:pt x="533443" y="1010865"/>
                  </a:cubicBezTo>
                  <a:cubicBezTo>
                    <a:pt x="541419" y="988765"/>
                    <a:pt x="549363" y="966634"/>
                    <a:pt x="557276" y="944535"/>
                  </a:cubicBezTo>
                  <a:cubicBezTo>
                    <a:pt x="565220" y="922404"/>
                    <a:pt x="573196" y="900305"/>
                    <a:pt x="581109" y="878174"/>
                  </a:cubicBezTo>
                  <a:cubicBezTo>
                    <a:pt x="589022" y="856043"/>
                    <a:pt x="596872" y="833912"/>
                    <a:pt x="604785" y="811781"/>
                  </a:cubicBezTo>
                  <a:cubicBezTo>
                    <a:pt x="612698" y="789650"/>
                    <a:pt x="620705" y="767551"/>
                    <a:pt x="628650" y="745452"/>
                  </a:cubicBezTo>
                  <a:cubicBezTo>
                    <a:pt x="636594" y="723352"/>
                    <a:pt x="644507" y="701221"/>
                    <a:pt x="652483" y="679122"/>
                  </a:cubicBezTo>
                  <a:cubicBezTo>
                    <a:pt x="660459" y="657023"/>
                    <a:pt x="668593" y="634955"/>
                    <a:pt x="676568" y="612855"/>
                  </a:cubicBezTo>
                  <a:cubicBezTo>
                    <a:pt x="684544" y="590756"/>
                    <a:pt x="692394" y="568625"/>
                    <a:pt x="700339" y="546494"/>
                  </a:cubicBezTo>
                  <a:cubicBezTo>
                    <a:pt x="708252" y="524363"/>
                    <a:pt x="716259" y="502264"/>
                    <a:pt x="724046" y="480102"/>
                  </a:cubicBezTo>
                  <a:cubicBezTo>
                    <a:pt x="731833" y="457939"/>
                    <a:pt x="739399" y="435682"/>
                    <a:pt x="747091" y="413488"/>
                  </a:cubicBezTo>
                  <a:cubicBezTo>
                    <a:pt x="754815" y="391294"/>
                    <a:pt x="762759" y="369163"/>
                    <a:pt x="770262" y="346906"/>
                  </a:cubicBezTo>
                  <a:cubicBezTo>
                    <a:pt x="777734" y="324618"/>
                    <a:pt x="786813" y="302582"/>
                    <a:pt x="792015" y="279852"/>
                  </a:cubicBezTo>
                  <a:cubicBezTo>
                    <a:pt x="797217" y="257090"/>
                    <a:pt x="802355" y="233446"/>
                    <a:pt x="801504" y="210433"/>
                  </a:cubicBezTo>
                  <a:cubicBezTo>
                    <a:pt x="800621" y="187419"/>
                    <a:pt x="795136" y="163334"/>
                    <a:pt x="786813" y="141770"/>
                  </a:cubicBezTo>
                  <a:cubicBezTo>
                    <a:pt x="778490" y="120207"/>
                    <a:pt x="766195" y="98927"/>
                    <a:pt x="751568" y="81052"/>
                  </a:cubicBezTo>
                  <a:cubicBezTo>
                    <a:pt x="736940" y="63177"/>
                    <a:pt x="718529" y="46815"/>
                    <a:pt x="698983" y="34520"/>
                  </a:cubicBezTo>
                  <a:cubicBezTo>
                    <a:pt x="679437" y="22225"/>
                    <a:pt x="656707" y="12799"/>
                    <a:pt x="634261" y="7314"/>
                  </a:cubicBezTo>
                  <a:cubicBezTo>
                    <a:pt x="611815" y="1860"/>
                    <a:pt x="587351" y="0"/>
                    <a:pt x="564275" y="1734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11" name="One-liner card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bg1">
              <a:alpha val="8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919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One-liner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230368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 tool for checking and directing the AI coding sessions on your dev machine by voice, from your phone.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· Tone of voice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Short, specific, user in control</a:t>
            </a:r>
            <a:endParaRPr lang="en-US" sz="3400" dirty="0"/>
          </a:p>
        </p:txBody>
      </p:sp>
      <p:sp>
        <p:nvSpPr>
          <p:cNvPr id="4" name="Number 1"/>
          <p:cNvSpPr/>
          <p:nvPr/>
        </p:nvSpPr>
        <p:spPr>
          <a:xfrm>
            <a:off x="548640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one principle 1"/>
          <p:cNvSpPr txBox="1"/>
          <p:nvPr/>
        </p:nvSpPr>
        <p:spPr>
          <a:xfrm>
            <a:off x="123444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Keep guidance short and specific.</a:t>
            </a:r>
            <a:endParaRPr lang="en-US" sz="1600" dirty="0"/>
          </a:p>
        </p:txBody>
      </p:sp>
      <p:sp>
        <p:nvSpPr>
          <p:cNvPr id="7" name="Number 2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one principle 2"/>
          <p:cNvSpPr txBox="1"/>
          <p:nvPr/>
        </p:nvSpPr>
        <p:spPr>
          <a:xfrm>
            <a:off x="1234440" y="25328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Lead with the target, the action and the result.</a:t>
            </a:r>
            <a:endParaRPr lang="en-US" sz="1600" dirty="0"/>
          </a:p>
        </p:txBody>
      </p:sp>
      <p:sp>
        <p:nvSpPr>
          <p:cNvPr id="10" name="Number 3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one principle 3"/>
          <p:cNvSpPr txBox="1"/>
          <p:nvPr/>
        </p:nvSpPr>
        <p:spPr>
          <a:xfrm>
            <a:off x="1234440" y="337413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Put the user’s sense of control first.</a:t>
            </a:r>
            <a:endParaRPr lang="en-US" sz="1600" dirty="0"/>
          </a:p>
        </p:txBody>
      </p:sp>
      <p:sp>
        <p:nvSpPr>
          <p:cNvPr id="13" name="Number 4"/>
          <p:cNvSpPr/>
          <p:nvPr/>
        </p:nvSpPr>
        <p:spPr>
          <a:xfrm>
            <a:off x="548640" y="43251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one principle 4"/>
          <p:cNvSpPr txBox="1"/>
          <p:nvPr/>
        </p:nvSpPr>
        <p:spPr>
          <a:xfrm>
            <a:off x="1234440" y="421538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Clearly separate the current state from the choice needed.</a:t>
            </a:r>
            <a:endParaRPr lang="en-US" sz="1600" dirty="0"/>
          </a:p>
        </p:txBody>
      </p:sp>
      <p:sp>
        <p:nvSpPr>
          <p:cNvPr id="16" name="Number 5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one principle 5"/>
          <p:cNvSpPr txBox="1"/>
          <p:nvPr/>
        </p:nvSpPr>
        <p:spPr>
          <a:xfrm>
            <a:off x="1234440" y="50566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Claims about security, connectivity or free use only within what is actually built and offered.</a:t>
            </a:r>
            <a:endParaRPr lang="en-US" sz="1600" dirty="0"/>
          </a:p>
        </p:txBody>
      </p:sp>
      <p:sp>
        <p:nvSpPr>
          <p:cNvPr id="19" name="Sample copy panel"/>
          <p:cNvSpPr/>
          <p:nvPr/>
        </p:nvSpPr>
        <p:spPr>
          <a:xfrm>
            <a:off x="6766560" y="1691640"/>
            <a:ext cx="4873752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866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Sample copy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Command review</a:t>
            </a:r>
            <a:endParaRPr lang="en-US" sz="1200" dirty="0"/>
          </a:p>
        </p:txBody>
      </p:sp>
      <p:sp>
        <p:nvSpPr>
          <p:cNvPr id="22" name="Copy card Command review"/>
          <p:cNvSpPr/>
          <p:nvPr/>
        </p:nvSpPr>
        <p:spPr>
          <a:xfrm>
            <a:off x="7086600" y="2862072"/>
            <a:ext cx="42336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01B3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0" y="326440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26680" y="2862072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 the command for Codex on DNSPilot.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Completion alert</a:t>
            </a:r>
            <a:endParaRPr lang="en-US" sz="1200" dirty="0"/>
          </a:p>
        </p:txBody>
      </p:sp>
      <p:sp>
        <p:nvSpPr>
          <p:cNvPr id="26" name="Copy card Completion alert"/>
          <p:cNvSpPr/>
          <p:nvPr/>
        </p:nvSpPr>
        <p:spPr>
          <a:xfrm>
            <a:off x="7086600" y="4553712"/>
            <a:ext cx="42336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01B35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0" y="495604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26680" y="4553712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Tests finished. Check the 2 failed items.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· Symbol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V, a voice wave, and a center of control</a:t>
            </a:r>
            <a:endParaRPr lang="en-US" sz="3400" dirty="0"/>
          </a:p>
        </p:txBody>
      </p:sp>
      <p:sp>
        <p:nvSpPr>
          <p:cNvPr id="4" name="Symbol master panel"/>
          <p:cNvSpPr/>
          <p:nvPr/>
        </p:nvSpPr>
        <p:spPr>
          <a:xfrm>
            <a:off x="548640" y="1691640"/>
            <a:ext cx="493776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grpSp>
        <p:nvGrpSpPr>
          <p:cNvPr id="27" name="VCA symbol (gradient master)"/>
          <p:cNvGrpSpPr/>
          <p:nvPr/>
        </p:nvGrpSpPr>
        <p:grpSpPr>
          <a:xfrm>
            <a:off x="1417320" y="2468880"/>
            <a:ext cx="3200400" cy="2801488"/>
            <a:chOff x="1417320" y="2468880"/>
            <a:chExt cx="3200400" cy="2801488"/>
          </a:xfrm>
        </p:grpSpPr>
        <p:sp>
          <p:nvSpPr>
            <p:cNvPr id="5" name="Outer left wave"/>
            <p:cNvSpPr/>
            <p:nvPr/>
          </p:nvSpPr>
          <p:spPr>
            <a:xfrm>
              <a:off x="1417320" y="2469436"/>
              <a:ext cx="967233" cy="2130876"/>
            </a:xfrm>
            <a:custGeom>
              <a:avLst/>
              <a:gdLst/>
              <a:ahLst/>
              <a:cxnLst/>
              <a:rect l="l" t="t" r="r" b="b"/>
              <a:pathLst>
                <a:path w="967233" h="2130876">
                  <a:moveTo>
                    <a:pt x="274427" y="547"/>
                  </a:moveTo>
                  <a:cubicBezTo>
                    <a:pt x="246513" y="0"/>
                    <a:pt x="217140" y="3500"/>
                    <a:pt x="190392" y="11452"/>
                  </a:cubicBezTo>
                  <a:cubicBezTo>
                    <a:pt x="163644" y="19443"/>
                    <a:pt x="136859" y="32379"/>
                    <a:pt x="113992" y="48359"/>
                  </a:cubicBezTo>
                  <a:cubicBezTo>
                    <a:pt x="91163" y="64339"/>
                    <a:pt x="69856" y="84999"/>
                    <a:pt x="53191" y="107371"/>
                  </a:cubicBezTo>
                  <a:cubicBezTo>
                    <a:pt x="36526" y="129744"/>
                    <a:pt x="22791" y="156111"/>
                    <a:pt x="14002" y="182592"/>
                  </a:cubicBezTo>
                  <a:cubicBezTo>
                    <a:pt x="5213" y="209074"/>
                    <a:pt x="0" y="238485"/>
                    <a:pt x="380" y="266298"/>
                  </a:cubicBezTo>
                  <a:cubicBezTo>
                    <a:pt x="799" y="294111"/>
                    <a:pt x="9246" y="322152"/>
                    <a:pt x="16399" y="349471"/>
                  </a:cubicBezTo>
                  <a:cubicBezTo>
                    <a:pt x="23514" y="376789"/>
                    <a:pt x="34091" y="403385"/>
                    <a:pt x="43184" y="430247"/>
                  </a:cubicBezTo>
                  <a:cubicBezTo>
                    <a:pt x="52240" y="457147"/>
                    <a:pt x="61600" y="483933"/>
                    <a:pt x="70921" y="510718"/>
                  </a:cubicBezTo>
                  <a:cubicBezTo>
                    <a:pt x="80205" y="537504"/>
                    <a:pt x="89603" y="564290"/>
                    <a:pt x="99039" y="591038"/>
                  </a:cubicBezTo>
                  <a:cubicBezTo>
                    <a:pt x="108475" y="617823"/>
                    <a:pt x="118025" y="644495"/>
                    <a:pt x="127499" y="671243"/>
                  </a:cubicBezTo>
                  <a:cubicBezTo>
                    <a:pt x="136973" y="697991"/>
                    <a:pt x="146371" y="724776"/>
                    <a:pt x="155883" y="751486"/>
                  </a:cubicBezTo>
                  <a:cubicBezTo>
                    <a:pt x="165395" y="778234"/>
                    <a:pt x="174907" y="804944"/>
                    <a:pt x="184495" y="831653"/>
                  </a:cubicBezTo>
                  <a:cubicBezTo>
                    <a:pt x="194083" y="858325"/>
                    <a:pt x="203861" y="884958"/>
                    <a:pt x="213487" y="911668"/>
                  </a:cubicBezTo>
                  <a:cubicBezTo>
                    <a:pt x="223113" y="938340"/>
                    <a:pt x="232664" y="965088"/>
                    <a:pt x="242252" y="991759"/>
                  </a:cubicBezTo>
                  <a:cubicBezTo>
                    <a:pt x="251840" y="1018469"/>
                    <a:pt x="261428" y="1045179"/>
                    <a:pt x="271092" y="1071850"/>
                  </a:cubicBezTo>
                  <a:cubicBezTo>
                    <a:pt x="280756" y="1098522"/>
                    <a:pt x="290649" y="1125117"/>
                    <a:pt x="300237" y="1151789"/>
                  </a:cubicBezTo>
                  <a:cubicBezTo>
                    <a:pt x="309863" y="1178499"/>
                    <a:pt x="319147" y="1205285"/>
                    <a:pt x="328697" y="1231994"/>
                  </a:cubicBezTo>
                  <a:cubicBezTo>
                    <a:pt x="338285" y="1258704"/>
                    <a:pt x="348101" y="1285338"/>
                    <a:pt x="357689" y="1312009"/>
                  </a:cubicBezTo>
                  <a:cubicBezTo>
                    <a:pt x="367239" y="1338719"/>
                    <a:pt x="376637" y="1365505"/>
                    <a:pt x="386149" y="1392214"/>
                  </a:cubicBezTo>
                  <a:cubicBezTo>
                    <a:pt x="395699" y="1418924"/>
                    <a:pt x="405325" y="1445634"/>
                    <a:pt x="414913" y="1472305"/>
                  </a:cubicBezTo>
                  <a:cubicBezTo>
                    <a:pt x="424502" y="1499015"/>
                    <a:pt x="434128" y="1525725"/>
                    <a:pt x="443716" y="1552435"/>
                  </a:cubicBezTo>
                  <a:cubicBezTo>
                    <a:pt x="453266" y="1579106"/>
                    <a:pt x="462816" y="1605854"/>
                    <a:pt x="472404" y="1632526"/>
                  </a:cubicBezTo>
                  <a:cubicBezTo>
                    <a:pt x="481992" y="1659235"/>
                    <a:pt x="491580" y="1685945"/>
                    <a:pt x="501244" y="1712617"/>
                  </a:cubicBezTo>
                  <a:cubicBezTo>
                    <a:pt x="510909" y="1739288"/>
                    <a:pt x="520687" y="1765922"/>
                    <a:pt x="530313" y="1792594"/>
                  </a:cubicBezTo>
                  <a:cubicBezTo>
                    <a:pt x="539939" y="1819303"/>
                    <a:pt x="549223" y="1846089"/>
                    <a:pt x="558925" y="1872761"/>
                  </a:cubicBezTo>
                  <a:cubicBezTo>
                    <a:pt x="568589" y="1899432"/>
                    <a:pt x="576846" y="1926751"/>
                    <a:pt x="588374" y="1952585"/>
                  </a:cubicBezTo>
                  <a:cubicBezTo>
                    <a:pt x="599903" y="1978420"/>
                    <a:pt x="612230" y="2004559"/>
                    <a:pt x="628134" y="2027768"/>
                  </a:cubicBezTo>
                  <a:cubicBezTo>
                    <a:pt x="644000" y="2050939"/>
                    <a:pt x="661579" y="2075404"/>
                    <a:pt x="683608" y="2091803"/>
                  </a:cubicBezTo>
                  <a:cubicBezTo>
                    <a:pt x="705676" y="2108202"/>
                    <a:pt x="733680" y="2121404"/>
                    <a:pt x="760427" y="2126122"/>
                  </a:cubicBezTo>
                  <a:cubicBezTo>
                    <a:pt x="787213" y="2130878"/>
                    <a:pt x="818489" y="2128748"/>
                    <a:pt x="844323" y="2120225"/>
                  </a:cubicBezTo>
                  <a:cubicBezTo>
                    <a:pt x="870120" y="2111702"/>
                    <a:pt x="896259" y="2094542"/>
                    <a:pt x="915397" y="2075024"/>
                  </a:cubicBezTo>
                  <a:cubicBezTo>
                    <a:pt x="934497" y="2055467"/>
                    <a:pt x="950781" y="2028910"/>
                    <a:pt x="959000" y="2002885"/>
                  </a:cubicBezTo>
                  <a:cubicBezTo>
                    <a:pt x="967218" y="1976860"/>
                    <a:pt x="966571" y="1946764"/>
                    <a:pt x="964707" y="1918875"/>
                  </a:cubicBezTo>
                  <a:cubicBezTo>
                    <a:pt x="962843" y="1890986"/>
                    <a:pt x="953635" y="1863249"/>
                    <a:pt x="947776" y="1835474"/>
                  </a:cubicBezTo>
                  <a:cubicBezTo>
                    <a:pt x="941954" y="1807699"/>
                    <a:pt x="935753" y="1780038"/>
                    <a:pt x="929703" y="1752301"/>
                  </a:cubicBezTo>
                  <a:cubicBezTo>
                    <a:pt x="923653" y="1724602"/>
                    <a:pt x="917566" y="1696865"/>
                    <a:pt x="911554" y="1669166"/>
                  </a:cubicBezTo>
                  <a:cubicBezTo>
                    <a:pt x="905504" y="1641429"/>
                    <a:pt x="899759" y="1613654"/>
                    <a:pt x="893481" y="1585993"/>
                  </a:cubicBezTo>
                  <a:cubicBezTo>
                    <a:pt x="887165" y="1558332"/>
                    <a:pt x="880164" y="1530823"/>
                    <a:pt x="873772" y="1503200"/>
                  </a:cubicBezTo>
                  <a:cubicBezTo>
                    <a:pt x="867342" y="1475540"/>
                    <a:pt x="861293" y="1447841"/>
                    <a:pt x="855091" y="1420180"/>
                  </a:cubicBezTo>
                  <a:cubicBezTo>
                    <a:pt x="848851" y="1392481"/>
                    <a:pt x="842725" y="1364782"/>
                    <a:pt x="836409" y="1337121"/>
                  </a:cubicBezTo>
                  <a:cubicBezTo>
                    <a:pt x="830131" y="1309460"/>
                    <a:pt x="823663" y="1281837"/>
                    <a:pt x="817271" y="1254214"/>
                  </a:cubicBezTo>
                  <a:cubicBezTo>
                    <a:pt x="810917" y="1226553"/>
                    <a:pt x="804677" y="1198893"/>
                    <a:pt x="798209" y="1171270"/>
                  </a:cubicBezTo>
                  <a:cubicBezTo>
                    <a:pt x="791779" y="1143647"/>
                    <a:pt x="785159" y="1116024"/>
                    <a:pt x="778576" y="1088439"/>
                  </a:cubicBezTo>
                  <a:cubicBezTo>
                    <a:pt x="771994" y="1060854"/>
                    <a:pt x="765374" y="1033270"/>
                    <a:pt x="758715" y="1005685"/>
                  </a:cubicBezTo>
                  <a:cubicBezTo>
                    <a:pt x="752095" y="978100"/>
                    <a:pt x="745665" y="950477"/>
                    <a:pt x="738778" y="922930"/>
                  </a:cubicBezTo>
                  <a:cubicBezTo>
                    <a:pt x="731891" y="895422"/>
                    <a:pt x="724510" y="868027"/>
                    <a:pt x="717395" y="840556"/>
                  </a:cubicBezTo>
                  <a:cubicBezTo>
                    <a:pt x="710280" y="813086"/>
                    <a:pt x="703241" y="785615"/>
                    <a:pt x="696164" y="758144"/>
                  </a:cubicBezTo>
                  <a:cubicBezTo>
                    <a:pt x="689087" y="730674"/>
                    <a:pt x="682125" y="703165"/>
                    <a:pt x="674933" y="675732"/>
                  </a:cubicBezTo>
                  <a:cubicBezTo>
                    <a:pt x="667704" y="648300"/>
                    <a:pt x="660247" y="620943"/>
                    <a:pt x="652866" y="593549"/>
                  </a:cubicBezTo>
                  <a:cubicBezTo>
                    <a:pt x="645522" y="566116"/>
                    <a:pt x="638065" y="538760"/>
                    <a:pt x="630760" y="511327"/>
                  </a:cubicBezTo>
                  <a:cubicBezTo>
                    <a:pt x="623455" y="483933"/>
                    <a:pt x="616416" y="456462"/>
                    <a:pt x="609072" y="429029"/>
                  </a:cubicBezTo>
                  <a:cubicBezTo>
                    <a:pt x="601767" y="401635"/>
                    <a:pt x="594234" y="374278"/>
                    <a:pt x="586890" y="346884"/>
                  </a:cubicBezTo>
                  <a:cubicBezTo>
                    <a:pt x="579547" y="319489"/>
                    <a:pt x="572927" y="291828"/>
                    <a:pt x="564975" y="264624"/>
                  </a:cubicBezTo>
                  <a:cubicBezTo>
                    <a:pt x="557023" y="237420"/>
                    <a:pt x="550631" y="209302"/>
                    <a:pt x="539064" y="183696"/>
                  </a:cubicBezTo>
                  <a:cubicBezTo>
                    <a:pt x="527497" y="158089"/>
                    <a:pt x="513153" y="132749"/>
                    <a:pt x="495613" y="110910"/>
                  </a:cubicBezTo>
                  <a:cubicBezTo>
                    <a:pt x="478111" y="89032"/>
                    <a:pt x="456880" y="68639"/>
                    <a:pt x="433937" y="52620"/>
                  </a:cubicBezTo>
                  <a:cubicBezTo>
                    <a:pt x="410995" y="36564"/>
                    <a:pt x="384551" y="23438"/>
                    <a:pt x="357956" y="14763"/>
                  </a:cubicBezTo>
                  <a:cubicBezTo>
                    <a:pt x="331360" y="6088"/>
                    <a:pt x="302367" y="1103"/>
                    <a:pt x="274440" y="533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6" name="Inner left wave"/>
            <p:cNvSpPr/>
            <p:nvPr/>
          </p:nvSpPr>
          <p:spPr>
            <a:xfrm>
              <a:off x="2225402" y="3048463"/>
              <a:ext cx="504503" cy="1818687"/>
            </a:xfrm>
            <a:custGeom>
              <a:avLst/>
              <a:gdLst/>
              <a:ahLst/>
              <a:cxnLst/>
              <a:rect l="l" t="t" r="r" b="b"/>
              <a:pathLst>
                <a:path w="504503" h="1818687">
                  <a:moveTo>
                    <a:pt x="182599" y="1686"/>
                  </a:moveTo>
                  <a:cubicBezTo>
                    <a:pt x="155198" y="3386"/>
                    <a:pt x="125406" y="12480"/>
                    <a:pt x="101512" y="26101"/>
                  </a:cubicBezTo>
                  <a:cubicBezTo>
                    <a:pt x="77618" y="39760"/>
                    <a:pt x="55322" y="60991"/>
                    <a:pt x="39342" y="83515"/>
                  </a:cubicBezTo>
                  <a:cubicBezTo>
                    <a:pt x="23361" y="106040"/>
                    <a:pt x="11414" y="134195"/>
                    <a:pt x="5707" y="161247"/>
                  </a:cubicBezTo>
                  <a:cubicBezTo>
                    <a:pt x="0" y="188300"/>
                    <a:pt x="2359" y="217749"/>
                    <a:pt x="5098" y="245790"/>
                  </a:cubicBezTo>
                  <a:cubicBezTo>
                    <a:pt x="7800" y="273831"/>
                    <a:pt x="16208" y="301607"/>
                    <a:pt x="22030" y="329458"/>
                  </a:cubicBezTo>
                  <a:cubicBezTo>
                    <a:pt x="27851" y="357309"/>
                    <a:pt x="34129" y="385046"/>
                    <a:pt x="40065" y="412897"/>
                  </a:cubicBezTo>
                  <a:cubicBezTo>
                    <a:pt x="46000" y="440710"/>
                    <a:pt x="51783" y="468561"/>
                    <a:pt x="57567" y="496412"/>
                  </a:cubicBezTo>
                  <a:cubicBezTo>
                    <a:pt x="63388" y="524263"/>
                    <a:pt x="69019" y="552153"/>
                    <a:pt x="74917" y="580004"/>
                  </a:cubicBezTo>
                  <a:cubicBezTo>
                    <a:pt x="80776" y="607817"/>
                    <a:pt x="86902" y="635592"/>
                    <a:pt x="92837" y="663443"/>
                  </a:cubicBezTo>
                  <a:cubicBezTo>
                    <a:pt x="98773" y="691256"/>
                    <a:pt x="104784" y="719069"/>
                    <a:pt x="110567" y="746920"/>
                  </a:cubicBezTo>
                  <a:cubicBezTo>
                    <a:pt x="116389" y="774771"/>
                    <a:pt x="121906" y="802699"/>
                    <a:pt x="127727" y="830550"/>
                  </a:cubicBezTo>
                  <a:cubicBezTo>
                    <a:pt x="133510" y="858401"/>
                    <a:pt x="139674" y="886176"/>
                    <a:pt x="145381" y="914027"/>
                  </a:cubicBezTo>
                  <a:cubicBezTo>
                    <a:pt x="151127" y="941916"/>
                    <a:pt x="156644" y="969805"/>
                    <a:pt x="162084" y="997733"/>
                  </a:cubicBezTo>
                  <a:cubicBezTo>
                    <a:pt x="167487" y="1025660"/>
                    <a:pt x="172776" y="1053625"/>
                    <a:pt x="177989" y="1081591"/>
                  </a:cubicBezTo>
                  <a:cubicBezTo>
                    <a:pt x="183201" y="1109556"/>
                    <a:pt x="188300" y="1137559"/>
                    <a:pt x="193398" y="1165562"/>
                  </a:cubicBezTo>
                  <a:cubicBezTo>
                    <a:pt x="198496" y="1193528"/>
                    <a:pt x="203595" y="1221531"/>
                    <a:pt x="208541" y="1249534"/>
                  </a:cubicBezTo>
                  <a:cubicBezTo>
                    <a:pt x="213525" y="1277576"/>
                    <a:pt x="218396" y="1305617"/>
                    <a:pt x="223152" y="1333659"/>
                  </a:cubicBezTo>
                  <a:cubicBezTo>
                    <a:pt x="227908" y="1361700"/>
                    <a:pt x="232625" y="1389741"/>
                    <a:pt x="237153" y="1417859"/>
                  </a:cubicBezTo>
                  <a:cubicBezTo>
                    <a:pt x="241681" y="1445938"/>
                    <a:pt x="245866" y="1474056"/>
                    <a:pt x="250356" y="1502173"/>
                  </a:cubicBezTo>
                  <a:cubicBezTo>
                    <a:pt x="254884" y="1530253"/>
                    <a:pt x="259716" y="1558294"/>
                    <a:pt x="264167" y="1586411"/>
                  </a:cubicBezTo>
                  <a:cubicBezTo>
                    <a:pt x="268619" y="1614491"/>
                    <a:pt x="271815" y="1642875"/>
                    <a:pt x="277104" y="1670764"/>
                  </a:cubicBezTo>
                  <a:cubicBezTo>
                    <a:pt x="282430" y="1698653"/>
                    <a:pt x="282735" y="1730461"/>
                    <a:pt x="296013" y="1753670"/>
                  </a:cubicBezTo>
                  <a:cubicBezTo>
                    <a:pt x="309292" y="1776880"/>
                    <a:pt x="332806" y="1801421"/>
                    <a:pt x="356776" y="1810058"/>
                  </a:cubicBezTo>
                  <a:cubicBezTo>
                    <a:pt x="380746" y="1818694"/>
                    <a:pt x="416892" y="1816640"/>
                    <a:pt x="439797" y="1805416"/>
                  </a:cubicBezTo>
                  <a:cubicBezTo>
                    <a:pt x="462702" y="1794230"/>
                    <a:pt x="484009" y="1767330"/>
                    <a:pt x="494244" y="1742789"/>
                  </a:cubicBezTo>
                  <a:cubicBezTo>
                    <a:pt x="504516" y="1718248"/>
                    <a:pt x="500103" y="1686516"/>
                    <a:pt x="501244" y="1658208"/>
                  </a:cubicBezTo>
                  <a:cubicBezTo>
                    <a:pt x="502424" y="1629862"/>
                    <a:pt x="501244" y="1601288"/>
                    <a:pt x="501244" y="1572828"/>
                  </a:cubicBezTo>
                  <a:cubicBezTo>
                    <a:pt x="501244" y="1544368"/>
                    <a:pt x="501244" y="1515946"/>
                    <a:pt x="501244" y="1487487"/>
                  </a:cubicBezTo>
                  <a:cubicBezTo>
                    <a:pt x="501244" y="1459027"/>
                    <a:pt x="501244" y="1430567"/>
                    <a:pt x="501244" y="1402107"/>
                  </a:cubicBezTo>
                  <a:cubicBezTo>
                    <a:pt x="501244" y="1373685"/>
                    <a:pt x="501244" y="1345225"/>
                    <a:pt x="501244" y="1316765"/>
                  </a:cubicBezTo>
                  <a:cubicBezTo>
                    <a:pt x="501244" y="1288305"/>
                    <a:pt x="501244" y="1259845"/>
                    <a:pt x="501244" y="1231386"/>
                  </a:cubicBezTo>
                  <a:cubicBezTo>
                    <a:pt x="501244" y="1202964"/>
                    <a:pt x="501244" y="1174504"/>
                    <a:pt x="501244" y="1146044"/>
                  </a:cubicBezTo>
                  <a:cubicBezTo>
                    <a:pt x="501244" y="1117584"/>
                    <a:pt x="501244" y="1089124"/>
                    <a:pt x="501244" y="1060702"/>
                  </a:cubicBezTo>
                  <a:cubicBezTo>
                    <a:pt x="501244" y="1032242"/>
                    <a:pt x="501244" y="1003782"/>
                    <a:pt x="501244" y="975322"/>
                  </a:cubicBezTo>
                  <a:cubicBezTo>
                    <a:pt x="501244" y="946863"/>
                    <a:pt x="501244" y="918441"/>
                    <a:pt x="501244" y="889981"/>
                  </a:cubicBezTo>
                  <a:cubicBezTo>
                    <a:pt x="501244" y="861521"/>
                    <a:pt x="501244" y="833061"/>
                    <a:pt x="501244" y="804601"/>
                  </a:cubicBezTo>
                  <a:cubicBezTo>
                    <a:pt x="501244" y="776179"/>
                    <a:pt x="502005" y="747681"/>
                    <a:pt x="501244" y="719259"/>
                  </a:cubicBezTo>
                  <a:cubicBezTo>
                    <a:pt x="500483" y="690838"/>
                    <a:pt x="499951" y="662302"/>
                    <a:pt x="496641" y="634108"/>
                  </a:cubicBezTo>
                  <a:cubicBezTo>
                    <a:pt x="493292" y="605914"/>
                    <a:pt x="487014" y="578025"/>
                    <a:pt x="481269" y="550174"/>
                  </a:cubicBezTo>
                  <a:cubicBezTo>
                    <a:pt x="475524" y="522323"/>
                    <a:pt x="468561" y="494700"/>
                    <a:pt x="462169" y="466963"/>
                  </a:cubicBezTo>
                  <a:cubicBezTo>
                    <a:pt x="455739" y="439264"/>
                    <a:pt x="449233" y="411565"/>
                    <a:pt x="442841" y="383828"/>
                  </a:cubicBezTo>
                  <a:cubicBezTo>
                    <a:pt x="436449" y="356129"/>
                    <a:pt x="430171" y="328354"/>
                    <a:pt x="423779" y="300617"/>
                  </a:cubicBezTo>
                  <a:cubicBezTo>
                    <a:pt x="417387" y="272918"/>
                    <a:pt x="411451" y="245029"/>
                    <a:pt x="404488" y="217482"/>
                  </a:cubicBezTo>
                  <a:cubicBezTo>
                    <a:pt x="397564" y="189936"/>
                    <a:pt x="393569" y="160829"/>
                    <a:pt x="382078" y="135299"/>
                  </a:cubicBezTo>
                  <a:cubicBezTo>
                    <a:pt x="370588" y="109768"/>
                    <a:pt x="354912" y="84124"/>
                    <a:pt x="335545" y="64225"/>
                  </a:cubicBezTo>
                  <a:cubicBezTo>
                    <a:pt x="316217" y="44364"/>
                    <a:pt x="291486" y="26405"/>
                    <a:pt x="265956" y="15980"/>
                  </a:cubicBezTo>
                  <a:cubicBezTo>
                    <a:pt x="240463" y="5555"/>
                    <a:pt x="210025" y="0"/>
                    <a:pt x="182592" y="1674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7" name="Center wave"/>
            <p:cNvSpPr/>
            <p:nvPr/>
          </p:nvSpPr>
          <p:spPr>
            <a:xfrm>
              <a:off x="2806115" y="3725533"/>
              <a:ext cx="420808" cy="1544835"/>
            </a:xfrm>
            <a:custGeom>
              <a:avLst/>
              <a:gdLst/>
              <a:ahLst/>
              <a:cxnLst/>
              <a:rect l="l" t="t" r="r" b="b"/>
              <a:pathLst>
                <a:path w="420808" h="1544835">
                  <a:moveTo>
                    <a:pt x="195435" y="1917"/>
                  </a:moveTo>
                  <a:cubicBezTo>
                    <a:pt x="168058" y="3843"/>
                    <a:pt x="138837" y="12061"/>
                    <a:pt x="114524" y="24807"/>
                  </a:cubicBezTo>
                  <a:cubicBezTo>
                    <a:pt x="90212" y="37553"/>
                    <a:pt x="66850" y="56996"/>
                    <a:pt x="49615" y="78379"/>
                  </a:cubicBezTo>
                  <a:cubicBezTo>
                    <a:pt x="32379" y="99724"/>
                    <a:pt x="18834" y="126662"/>
                    <a:pt x="11110" y="153105"/>
                  </a:cubicBezTo>
                  <a:cubicBezTo>
                    <a:pt x="3386" y="179549"/>
                    <a:pt x="4604" y="208922"/>
                    <a:pt x="3310" y="237001"/>
                  </a:cubicBezTo>
                  <a:cubicBezTo>
                    <a:pt x="1978" y="265118"/>
                    <a:pt x="3310" y="293426"/>
                    <a:pt x="3310" y="321658"/>
                  </a:cubicBezTo>
                  <a:cubicBezTo>
                    <a:pt x="3310" y="349851"/>
                    <a:pt x="3310" y="378083"/>
                    <a:pt x="3310" y="406277"/>
                  </a:cubicBezTo>
                  <a:cubicBezTo>
                    <a:pt x="3310" y="434470"/>
                    <a:pt x="3310" y="462702"/>
                    <a:pt x="3310" y="490895"/>
                  </a:cubicBezTo>
                  <a:cubicBezTo>
                    <a:pt x="3310" y="519127"/>
                    <a:pt x="3310" y="547320"/>
                    <a:pt x="3310" y="575552"/>
                  </a:cubicBezTo>
                  <a:cubicBezTo>
                    <a:pt x="3310" y="603746"/>
                    <a:pt x="3310" y="631977"/>
                    <a:pt x="3310" y="660171"/>
                  </a:cubicBezTo>
                  <a:cubicBezTo>
                    <a:pt x="3310" y="688364"/>
                    <a:pt x="3310" y="716596"/>
                    <a:pt x="3310" y="744790"/>
                  </a:cubicBezTo>
                  <a:cubicBezTo>
                    <a:pt x="3310" y="773021"/>
                    <a:pt x="3310" y="801215"/>
                    <a:pt x="3310" y="829446"/>
                  </a:cubicBezTo>
                  <a:cubicBezTo>
                    <a:pt x="3310" y="857640"/>
                    <a:pt x="3310" y="885872"/>
                    <a:pt x="3310" y="914065"/>
                  </a:cubicBezTo>
                  <a:cubicBezTo>
                    <a:pt x="3310" y="942259"/>
                    <a:pt x="3310" y="970490"/>
                    <a:pt x="3310" y="998684"/>
                  </a:cubicBezTo>
                  <a:cubicBezTo>
                    <a:pt x="3310" y="1026916"/>
                    <a:pt x="3310" y="1055109"/>
                    <a:pt x="3310" y="1083341"/>
                  </a:cubicBezTo>
                  <a:cubicBezTo>
                    <a:pt x="3310" y="1111534"/>
                    <a:pt x="3310" y="1139766"/>
                    <a:pt x="3310" y="1167959"/>
                  </a:cubicBezTo>
                  <a:cubicBezTo>
                    <a:pt x="3310" y="1196153"/>
                    <a:pt x="3310" y="1224385"/>
                    <a:pt x="3310" y="1252578"/>
                  </a:cubicBezTo>
                  <a:cubicBezTo>
                    <a:pt x="3272" y="1280810"/>
                    <a:pt x="0" y="1309422"/>
                    <a:pt x="3082" y="1337197"/>
                  </a:cubicBezTo>
                  <a:cubicBezTo>
                    <a:pt x="6202" y="1364972"/>
                    <a:pt x="10691" y="1394079"/>
                    <a:pt x="21878" y="1419228"/>
                  </a:cubicBezTo>
                  <a:cubicBezTo>
                    <a:pt x="33026" y="1444378"/>
                    <a:pt x="50071" y="1469262"/>
                    <a:pt x="70084" y="1488057"/>
                  </a:cubicBezTo>
                  <a:cubicBezTo>
                    <a:pt x="90060" y="1506815"/>
                    <a:pt x="115932" y="1522795"/>
                    <a:pt x="141767" y="1531927"/>
                  </a:cubicBezTo>
                  <a:cubicBezTo>
                    <a:pt x="167639" y="1541020"/>
                    <a:pt x="197812" y="1544825"/>
                    <a:pt x="225206" y="1542770"/>
                  </a:cubicBezTo>
                  <a:cubicBezTo>
                    <a:pt x="252563" y="1540716"/>
                    <a:pt x="281745" y="1532383"/>
                    <a:pt x="305982" y="1519561"/>
                  </a:cubicBezTo>
                  <a:cubicBezTo>
                    <a:pt x="330181" y="1506739"/>
                    <a:pt x="353352" y="1487182"/>
                    <a:pt x="370511" y="1465761"/>
                  </a:cubicBezTo>
                  <a:cubicBezTo>
                    <a:pt x="387671" y="1444378"/>
                    <a:pt x="401254" y="1417478"/>
                    <a:pt x="409016" y="1391073"/>
                  </a:cubicBezTo>
                  <a:cubicBezTo>
                    <a:pt x="416740" y="1364630"/>
                    <a:pt x="415712" y="1335295"/>
                    <a:pt x="417082" y="1307215"/>
                  </a:cubicBezTo>
                  <a:cubicBezTo>
                    <a:pt x="418414" y="1279136"/>
                    <a:pt x="417082" y="1250790"/>
                    <a:pt x="417082" y="1222596"/>
                  </a:cubicBezTo>
                  <a:cubicBezTo>
                    <a:pt x="417082" y="1194365"/>
                    <a:pt x="416930" y="1166171"/>
                    <a:pt x="417082" y="1137978"/>
                  </a:cubicBezTo>
                  <a:cubicBezTo>
                    <a:pt x="417196" y="1109746"/>
                    <a:pt x="417729" y="1081552"/>
                    <a:pt x="417881" y="1053359"/>
                  </a:cubicBezTo>
                  <a:cubicBezTo>
                    <a:pt x="417995" y="1025127"/>
                    <a:pt x="417881" y="996934"/>
                    <a:pt x="417881" y="968740"/>
                  </a:cubicBezTo>
                  <a:cubicBezTo>
                    <a:pt x="417881" y="940547"/>
                    <a:pt x="417957" y="912353"/>
                    <a:pt x="417805" y="884121"/>
                  </a:cubicBezTo>
                  <a:cubicBezTo>
                    <a:pt x="417691" y="855928"/>
                    <a:pt x="417158" y="827734"/>
                    <a:pt x="417082" y="799541"/>
                  </a:cubicBezTo>
                  <a:cubicBezTo>
                    <a:pt x="416968" y="771309"/>
                    <a:pt x="417234" y="743116"/>
                    <a:pt x="417272" y="714922"/>
                  </a:cubicBezTo>
                  <a:cubicBezTo>
                    <a:pt x="417349" y="686728"/>
                    <a:pt x="417387" y="658497"/>
                    <a:pt x="417349" y="630303"/>
                  </a:cubicBezTo>
                  <a:cubicBezTo>
                    <a:pt x="417310" y="602110"/>
                    <a:pt x="416968" y="573916"/>
                    <a:pt x="417082" y="545684"/>
                  </a:cubicBezTo>
                  <a:cubicBezTo>
                    <a:pt x="417158" y="517491"/>
                    <a:pt x="417691" y="489297"/>
                    <a:pt x="417843" y="461066"/>
                  </a:cubicBezTo>
                  <a:cubicBezTo>
                    <a:pt x="417995" y="432872"/>
                    <a:pt x="418148" y="404679"/>
                    <a:pt x="418033" y="376485"/>
                  </a:cubicBezTo>
                  <a:cubicBezTo>
                    <a:pt x="417881" y="348253"/>
                    <a:pt x="417120" y="320060"/>
                    <a:pt x="417082" y="291866"/>
                  </a:cubicBezTo>
                  <a:cubicBezTo>
                    <a:pt x="417082" y="263635"/>
                    <a:pt x="420811" y="234984"/>
                    <a:pt x="417881" y="207247"/>
                  </a:cubicBezTo>
                  <a:cubicBezTo>
                    <a:pt x="414951" y="179472"/>
                    <a:pt x="410728" y="150252"/>
                    <a:pt x="399504" y="125254"/>
                  </a:cubicBezTo>
                  <a:cubicBezTo>
                    <a:pt x="388242" y="100256"/>
                    <a:pt x="370549" y="75792"/>
                    <a:pt x="350422" y="57148"/>
                  </a:cubicBezTo>
                  <a:cubicBezTo>
                    <a:pt x="330295" y="38505"/>
                    <a:pt x="304612" y="22524"/>
                    <a:pt x="278778" y="13317"/>
                  </a:cubicBezTo>
                  <a:cubicBezTo>
                    <a:pt x="252981" y="4109"/>
                    <a:pt x="222809" y="0"/>
                    <a:pt x="195453" y="1902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8" name="Inner right wave"/>
            <p:cNvSpPr/>
            <p:nvPr/>
          </p:nvSpPr>
          <p:spPr>
            <a:xfrm>
              <a:off x="3303796" y="3048778"/>
              <a:ext cx="504171" cy="1818660"/>
            </a:xfrm>
            <a:custGeom>
              <a:avLst/>
              <a:gdLst/>
              <a:ahLst/>
              <a:cxnLst/>
              <a:rect l="l" t="t" r="r" b="b"/>
              <a:pathLst>
                <a:path w="504171" h="1818660">
                  <a:moveTo>
                    <a:pt x="294156" y="2552"/>
                  </a:moveTo>
                  <a:cubicBezTo>
                    <a:pt x="266831" y="5098"/>
                    <a:pt x="237648" y="15181"/>
                    <a:pt x="213830" y="29145"/>
                  </a:cubicBezTo>
                  <a:cubicBezTo>
                    <a:pt x="190012" y="43108"/>
                    <a:pt x="167944" y="64187"/>
                    <a:pt x="151241" y="86407"/>
                  </a:cubicBezTo>
                  <a:cubicBezTo>
                    <a:pt x="134538" y="108589"/>
                    <a:pt x="123047" y="135831"/>
                    <a:pt x="113611" y="162351"/>
                  </a:cubicBezTo>
                  <a:cubicBezTo>
                    <a:pt x="104137" y="188870"/>
                    <a:pt x="100941" y="217825"/>
                    <a:pt x="94587" y="245524"/>
                  </a:cubicBezTo>
                  <a:cubicBezTo>
                    <a:pt x="88233" y="273223"/>
                    <a:pt x="81803" y="300960"/>
                    <a:pt x="75411" y="328659"/>
                  </a:cubicBezTo>
                  <a:cubicBezTo>
                    <a:pt x="68981" y="356358"/>
                    <a:pt x="62513" y="384057"/>
                    <a:pt x="56045" y="411755"/>
                  </a:cubicBezTo>
                  <a:cubicBezTo>
                    <a:pt x="49538" y="439454"/>
                    <a:pt x="42804" y="467077"/>
                    <a:pt x="36450" y="494814"/>
                  </a:cubicBezTo>
                  <a:cubicBezTo>
                    <a:pt x="30058" y="522513"/>
                    <a:pt x="23057" y="550136"/>
                    <a:pt x="17806" y="578063"/>
                  </a:cubicBezTo>
                  <a:cubicBezTo>
                    <a:pt x="12556" y="605991"/>
                    <a:pt x="7305" y="634108"/>
                    <a:pt x="4870" y="662340"/>
                  </a:cubicBezTo>
                  <a:cubicBezTo>
                    <a:pt x="2435" y="690609"/>
                    <a:pt x="3386" y="719183"/>
                    <a:pt x="3082" y="747605"/>
                  </a:cubicBezTo>
                  <a:cubicBezTo>
                    <a:pt x="2778" y="776027"/>
                    <a:pt x="3082" y="804487"/>
                    <a:pt x="3082" y="832947"/>
                  </a:cubicBezTo>
                  <a:cubicBezTo>
                    <a:pt x="3082" y="861369"/>
                    <a:pt x="3082" y="889829"/>
                    <a:pt x="3082" y="918250"/>
                  </a:cubicBezTo>
                  <a:cubicBezTo>
                    <a:pt x="3082" y="946710"/>
                    <a:pt x="3082" y="975132"/>
                    <a:pt x="3082" y="1003592"/>
                  </a:cubicBezTo>
                  <a:cubicBezTo>
                    <a:pt x="3082" y="1032014"/>
                    <a:pt x="3082" y="1060474"/>
                    <a:pt x="3082" y="1088896"/>
                  </a:cubicBezTo>
                  <a:cubicBezTo>
                    <a:pt x="3082" y="1117356"/>
                    <a:pt x="3082" y="1145777"/>
                    <a:pt x="3082" y="1174237"/>
                  </a:cubicBezTo>
                  <a:cubicBezTo>
                    <a:pt x="3082" y="1202659"/>
                    <a:pt x="3082" y="1231119"/>
                    <a:pt x="3082" y="1259541"/>
                  </a:cubicBezTo>
                  <a:cubicBezTo>
                    <a:pt x="3082" y="1288001"/>
                    <a:pt x="3082" y="1316423"/>
                    <a:pt x="3082" y="1344883"/>
                  </a:cubicBezTo>
                  <a:cubicBezTo>
                    <a:pt x="3082" y="1373305"/>
                    <a:pt x="3082" y="1401764"/>
                    <a:pt x="3082" y="1430186"/>
                  </a:cubicBezTo>
                  <a:cubicBezTo>
                    <a:pt x="3082" y="1458646"/>
                    <a:pt x="3082" y="1487068"/>
                    <a:pt x="3082" y="1515528"/>
                  </a:cubicBezTo>
                  <a:cubicBezTo>
                    <a:pt x="3082" y="1543950"/>
                    <a:pt x="3082" y="1572410"/>
                    <a:pt x="3082" y="1600832"/>
                  </a:cubicBezTo>
                  <a:cubicBezTo>
                    <a:pt x="3082" y="1629291"/>
                    <a:pt x="0" y="1658322"/>
                    <a:pt x="3082" y="1686173"/>
                  </a:cubicBezTo>
                  <a:cubicBezTo>
                    <a:pt x="6164" y="1714024"/>
                    <a:pt x="7039" y="1746708"/>
                    <a:pt x="21611" y="1767976"/>
                  </a:cubicBezTo>
                  <a:cubicBezTo>
                    <a:pt x="36222" y="1789283"/>
                    <a:pt x="65633" y="1809106"/>
                    <a:pt x="90668" y="1813862"/>
                  </a:cubicBezTo>
                  <a:cubicBezTo>
                    <a:pt x="115742" y="1818656"/>
                    <a:pt x="150974" y="1811351"/>
                    <a:pt x="171939" y="1796703"/>
                  </a:cubicBezTo>
                  <a:cubicBezTo>
                    <a:pt x="192865" y="1782054"/>
                    <a:pt x="206639" y="1751806"/>
                    <a:pt x="216379" y="1725971"/>
                  </a:cubicBezTo>
                  <a:cubicBezTo>
                    <a:pt x="226081" y="1700175"/>
                    <a:pt x="225663" y="1669889"/>
                    <a:pt x="230228" y="1641809"/>
                  </a:cubicBezTo>
                  <a:cubicBezTo>
                    <a:pt x="234794" y="1613768"/>
                    <a:pt x="239322" y="1585650"/>
                    <a:pt x="243812" y="1557571"/>
                  </a:cubicBezTo>
                  <a:cubicBezTo>
                    <a:pt x="248301" y="1529492"/>
                    <a:pt x="252677" y="1501412"/>
                    <a:pt x="257204" y="1473333"/>
                  </a:cubicBezTo>
                  <a:cubicBezTo>
                    <a:pt x="261732" y="1445253"/>
                    <a:pt x="266336" y="1417174"/>
                    <a:pt x="271054" y="1389133"/>
                  </a:cubicBezTo>
                  <a:cubicBezTo>
                    <a:pt x="275772" y="1361091"/>
                    <a:pt x="280642" y="1333088"/>
                    <a:pt x="285588" y="1305046"/>
                  </a:cubicBezTo>
                  <a:cubicBezTo>
                    <a:pt x="290535" y="1277043"/>
                    <a:pt x="295709" y="1249078"/>
                    <a:pt x="300693" y="1221074"/>
                  </a:cubicBezTo>
                  <a:cubicBezTo>
                    <a:pt x="305640" y="1193071"/>
                    <a:pt x="310319" y="1165030"/>
                    <a:pt x="315456" y="1137065"/>
                  </a:cubicBezTo>
                  <a:cubicBezTo>
                    <a:pt x="320554" y="1109099"/>
                    <a:pt x="326071" y="1081172"/>
                    <a:pt x="331398" y="1053245"/>
                  </a:cubicBezTo>
                  <a:cubicBezTo>
                    <a:pt x="336763" y="1025318"/>
                    <a:pt x="341899" y="997352"/>
                    <a:pt x="347454" y="969463"/>
                  </a:cubicBezTo>
                  <a:cubicBezTo>
                    <a:pt x="353009" y="941536"/>
                    <a:pt x="358945" y="913723"/>
                    <a:pt x="364690" y="885872"/>
                  </a:cubicBezTo>
                  <a:cubicBezTo>
                    <a:pt x="370435" y="858020"/>
                    <a:pt x="375952" y="830131"/>
                    <a:pt x="381888" y="802318"/>
                  </a:cubicBezTo>
                  <a:cubicBezTo>
                    <a:pt x="387785" y="774505"/>
                    <a:pt x="394063" y="746768"/>
                    <a:pt x="400151" y="718993"/>
                  </a:cubicBezTo>
                  <a:cubicBezTo>
                    <a:pt x="406239" y="691218"/>
                    <a:pt x="412478" y="663443"/>
                    <a:pt x="418452" y="635630"/>
                  </a:cubicBezTo>
                  <a:cubicBezTo>
                    <a:pt x="424387" y="607817"/>
                    <a:pt x="430019" y="579966"/>
                    <a:pt x="435840" y="552115"/>
                  </a:cubicBezTo>
                  <a:cubicBezTo>
                    <a:pt x="441661" y="524263"/>
                    <a:pt x="447559" y="496450"/>
                    <a:pt x="453418" y="468637"/>
                  </a:cubicBezTo>
                  <a:cubicBezTo>
                    <a:pt x="459277" y="440786"/>
                    <a:pt x="465175" y="412973"/>
                    <a:pt x="471072" y="385160"/>
                  </a:cubicBezTo>
                  <a:cubicBezTo>
                    <a:pt x="476970" y="357309"/>
                    <a:pt x="483324" y="329572"/>
                    <a:pt x="488765" y="301683"/>
                  </a:cubicBezTo>
                  <a:cubicBezTo>
                    <a:pt x="494205" y="273793"/>
                    <a:pt x="503261" y="245676"/>
                    <a:pt x="503717" y="217711"/>
                  </a:cubicBezTo>
                  <a:cubicBezTo>
                    <a:pt x="504174" y="189745"/>
                    <a:pt x="500750" y="159992"/>
                    <a:pt x="491428" y="133891"/>
                  </a:cubicBezTo>
                  <a:cubicBezTo>
                    <a:pt x="482144" y="107828"/>
                    <a:pt x="466887" y="81271"/>
                    <a:pt x="447939" y="61257"/>
                  </a:cubicBezTo>
                  <a:cubicBezTo>
                    <a:pt x="428991" y="41244"/>
                    <a:pt x="403461" y="23628"/>
                    <a:pt x="377817" y="13849"/>
                  </a:cubicBezTo>
                  <a:cubicBezTo>
                    <a:pt x="352172" y="4033"/>
                    <a:pt x="321506" y="0"/>
                    <a:pt x="294149" y="2549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9" name="Outer right wave"/>
            <p:cNvSpPr/>
            <p:nvPr/>
          </p:nvSpPr>
          <p:spPr>
            <a:xfrm>
              <a:off x="3649358" y="2468880"/>
              <a:ext cx="968362" cy="2130504"/>
            </a:xfrm>
            <a:custGeom>
              <a:avLst/>
              <a:gdLst/>
              <a:ahLst/>
              <a:cxnLst/>
              <a:rect l="l" t="t" r="r" b="b"/>
              <a:pathLst>
                <a:path w="968362" h="2130504">
                  <a:moveTo>
                    <a:pt x="681018" y="2080"/>
                  </a:moveTo>
                  <a:cubicBezTo>
                    <a:pt x="653170" y="4147"/>
                    <a:pt x="624520" y="11186"/>
                    <a:pt x="598457" y="21307"/>
                  </a:cubicBezTo>
                  <a:cubicBezTo>
                    <a:pt x="572394" y="31466"/>
                    <a:pt x="546788" y="45848"/>
                    <a:pt x="524568" y="62817"/>
                  </a:cubicBezTo>
                  <a:cubicBezTo>
                    <a:pt x="502348" y="79825"/>
                    <a:pt x="481916" y="100865"/>
                    <a:pt x="465175" y="123314"/>
                  </a:cubicBezTo>
                  <a:cubicBezTo>
                    <a:pt x="448434" y="145762"/>
                    <a:pt x="435003" y="171596"/>
                    <a:pt x="424083" y="197507"/>
                  </a:cubicBezTo>
                  <a:cubicBezTo>
                    <a:pt x="413163" y="223456"/>
                    <a:pt x="407380" y="251688"/>
                    <a:pt x="399656" y="278930"/>
                  </a:cubicBezTo>
                  <a:cubicBezTo>
                    <a:pt x="391932" y="306210"/>
                    <a:pt x="385084" y="333757"/>
                    <a:pt x="377779" y="361152"/>
                  </a:cubicBezTo>
                  <a:cubicBezTo>
                    <a:pt x="370511" y="388584"/>
                    <a:pt x="363206" y="415979"/>
                    <a:pt x="355901" y="443373"/>
                  </a:cubicBezTo>
                  <a:cubicBezTo>
                    <a:pt x="348596" y="470768"/>
                    <a:pt x="341329" y="498201"/>
                    <a:pt x="333985" y="525595"/>
                  </a:cubicBezTo>
                  <a:cubicBezTo>
                    <a:pt x="326604" y="552990"/>
                    <a:pt x="319071" y="580308"/>
                    <a:pt x="311765" y="607703"/>
                  </a:cubicBezTo>
                  <a:cubicBezTo>
                    <a:pt x="304460" y="635097"/>
                    <a:pt x="297269" y="662568"/>
                    <a:pt x="290116" y="690000"/>
                  </a:cubicBezTo>
                  <a:cubicBezTo>
                    <a:pt x="283001" y="717433"/>
                    <a:pt x="276038" y="744942"/>
                    <a:pt x="268961" y="772412"/>
                  </a:cubicBezTo>
                  <a:cubicBezTo>
                    <a:pt x="261884" y="799883"/>
                    <a:pt x="254769" y="827316"/>
                    <a:pt x="247731" y="854786"/>
                  </a:cubicBezTo>
                  <a:cubicBezTo>
                    <a:pt x="240730" y="882257"/>
                    <a:pt x="233729" y="909766"/>
                    <a:pt x="226918" y="937274"/>
                  </a:cubicBezTo>
                  <a:cubicBezTo>
                    <a:pt x="220070" y="964821"/>
                    <a:pt x="213525" y="992406"/>
                    <a:pt x="206791" y="1019953"/>
                  </a:cubicBezTo>
                  <a:cubicBezTo>
                    <a:pt x="200056" y="1047500"/>
                    <a:pt x="193056" y="1074970"/>
                    <a:pt x="186435" y="1102555"/>
                  </a:cubicBezTo>
                  <a:cubicBezTo>
                    <a:pt x="179815" y="1130140"/>
                    <a:pt x="173461" y="1157763"/>
                    <a:pt x="167145" y="1185424"/>
                  </a:cubicBezTo>
                  <a:cubicBezTo>
                    <a:pt x="160791" y="1213046"/>
                    <a:pt x="154703" y="1240745"/>
                    <a:pt x="148387" y="1268406"/>
                  </a:cubicBezTo>
                  <a:cubicBezTo>
                    <a:pt x="142071" y="1296067"/>
                    <a:pt x="135641" y="1323652"/>
                    <a:pt x="129249" y="1351313"/>
                  </a:cubicBezTo>
                  <a:cubicBezTo>
                    <a:pt x="122857" y="1378936"/>
                    <a:pt x="116389" y="1406558"/>
                    <a:pt x="110073" y="1434181"/>
                  </a:cubicBezTo>
                  <a:cubicBezTo>
                    <a:pt x="103719" y="1461842"/>
                    <a:pt x="97479" y="1489503"/>
                    <a:pt x="91277" y="1517164"/>
                  </a:cubicBezTo>
                  <a:cubicBezTo>
                    <a:pt x="85037" y="1544825"/>
                    <a:pt x="78912" y="1572524"/>
                    <a:pt x="72672" y="1600185"/>
                  </a:cubicBezTo>
                  <a:cubicBezTo>
                    <a:pt x="66470" y="1627846"/>
                    <a:pt x="60116" y="1655507"/>
                    <a:pt x="53952" y="1683167"/>
                  </a:cubicBezTo>
                  <a:cubicBezTo>
                    <a:pt x="47788" y="1710866"/>
                    <a:pt x="41815" y="1738603"/>
                    <a:pt x="35727" y="1766302"/>
                  </a:cubicBezTo>
                  <a:cubicBezTo>
                    <a:pt x="29639" y="1793963"/>
                    <a:pt x="23209" y="1821624"/>
                    <a:pt x="17388" y="1849361"/>
                  </a:cubicBezTo>
                  <a:cubicBezTo>
                    <a:pt x="11529" y="1877098"/>
                    <a:pt x="1408" y="1904949"/>
                    <a:pt x="685" y="1932724"/>
                  </a:cubicBezTo>
                  <a:cubicBezTo>
                    <a:pt x="0" y="1960537"/>
                    <a:pt x="2968" y="1990862"/>
                    <a:pt x="13165" y="2016240"/>
                  </a:cubicBezTo>
                  <a:cubicBezTo>
                    <a:pt x="23361" y="2041618"/>
                    <a:pt x="41320" y="2067034"/>
                    <a:pt x="61828" y="2084992"/>
                  </a:cubicBezTo>
                  <a:cubicBezTo>
                    <a:pt x="82374" y="2102951"/>
                    <a:pt x="109959" y="2117600"/>
                    <a:pt x="136364" y="2124068"/>
                  </a:cubicBezTo>
                  <a:cubicBezTo>
                    <a:pt x="162807" y="2130498"/>
                    <a:pt x="194121" y="2130460"/>
                    <a:pt x="220450" y="2123687"/>
                  </a:cubicBezTo>
                  <a:cubicBezTo>
                    <a:pt x="246779" y="2116877"/>
                    <a:pt x="273299" y="2101201"/>
                    <a:pt x="294301" y="2083356"/>
                  </a:cubicBezTo>
                  <a:cubicBezTo>
                    <a:pt x="315342" y="2065512"/>
                    <a:pt x="331664" y="2040438"/>
                    <a:pt x="346617" y="2016582"/>
                  </a:cubicBezTo>
                  <a:cubicBezTo>
                    <a:pt x="361608" y="1992764"/>
                    <a:pt x="373137" y="1966397"/>
                    <a:pt x="384247" y="1940372"/>
                  </a:cubicBezTo>
                  <a:cubicBezTo>
                    <a:pt x="395357" y="1914347"/>
                    <a:pt x="403575" y="1887029"/>
                    <a:pt x="413239" y="1860395"/>
                  </a:cubicBezTo>
                  <a:cubicBezTo>
                    <a:pt x="422942" y="1833761"/>
                    <a:pt x="432758" y="1807128"/>
                    <a:pt x="442422" y="1780456"/>
                  </a:cubicBezTo>
                  <a:cubicBezTo>
                    <a:pt x="452086" y="1753823"/>
                    <a:pt x="461674" y="1727113"/>
                    <a:pt x="471301" y="1700441"/>
                  </a:cubicBezTo>
                  <a:cubicBezTo>
                    <a:pt x="480927" y="1673770"/>
                    <a:pt x="490591" y="1647098"/>
                    <a:pt x="500179" y="1620426"/>
                  </a:cubicBezTo>
                  <a:cubicBezTo>
                    <a:pt x="509767" y="1593717"/>
                    <a:pt x="519241" y="1567007"/>
                    <a:pt x="528829" y="1540297"/>
                  </a:cubicBezTo>
                  <a:cubicBezTo>
                    <a:pt x="538379" y="1513588"/>
                    <a:pt x="547967" y="1486916"/>
                    <a:pt x="557517" y="1460206"/>
                  </a:cubicBezTo>
                  <a:cubicBezTo>
                    <a:pt x="567105" y="1433535"/>
                    <a:pt x="576694" y="1406825"/>
                    <a:pt x="586244" y="1380115"/>
                  </a:cubicBezTo>
                  <a:cubicBezTo>
                    <a:pt x="595794" y="1353443"/>
                    <a:pt x="605268" y="1326696"/>
                    <a:pt x="614856" y="1300024"/>
                  </a:cubicBezTo>
                  <a:cubicBezTo>
                    <a:pt x="624444" y="1273314"/>
                    <a:pt x="634184" y="1246681"/>
                    <a:pt x="643810" y="1220009"/>
                  </a:cubicBezTo>
                  <a:cubicBezTo>
                    <a:pt x="653436" y="1193337"/>
                    <a:pt x="663024" y="1166628"/>
                    <a:pt x="672575" y="1139956"/>
                  </a:cubicBezTo>
                  <a:cubicBezTo>
                    <a:pt x="682163" y="1113246"/>
                    <a:pt x="691789" y="1086575"/>
                    <a:pt x="701339" y="1059865"/>
                  </a:cubicBezTo>
                  <a:cubicBezTo>
                    <a:pt x="710889" y="1033155"/>
                    <a:pt x="720363" y="1006446"/>
                    <a:pt x="729913" y="979736"/>
                  </a:cubicBezTo>
                  <a:cubicBezTo>
                    <a:pt x="739463" y="953026"/>
                    <a:pt x="749127" y="926355"/>
                    <a:pt x="758715" y="899683"/>
                  </a:cubicBezTo>
                  <a:cubicBezTo>
                    <a:pt x="768303" y="873011"/>
                    <a:pt x="777853" y="846302"/>
                    <a:pt x="787479" y="819630"/>
                  </a:cubicBezTo>
                  <a:cubicBezTo>
                    <a:pt x="797106" y="792958"/>
                    <a:pt x="806922" y="766325"/>
                    <a:pt x="816548" y="739653"/>
                  </a:cubicBezTo>
                  <a:cubicBezTo>
                    <a:pt x="826174" y="712981"/>
                    <a:pt x="835648" y="686272"/>
                    <a:pt x="845236" y="659562"/>
                  </a:cubicBezTo>
                  <a:cubicBezTo>
                    <a:pt x="854786" y="632852"/>
                    <a:pt x="864451" y="606181"/>
                    <a:pt x="873848" y="579433"/>
                  </a:cubicBezTo>
                  <a:cubicBezTo>
                    <a:pt x="883246" y="552685"/>
                    <a:pt x="892378" y="525823"/>
                    <a:pt x="901662" y="499038"/>
                  </a:cubicBezTo>
                  <a:cubicBezTo>
                    <a:pt x="910983" y="472252"/>
                    <a:pt x="920571" y="445542"/>
                    <a:pt x="929627" y="418680"/>
                  </a:cubicBezTo>
                  <a:cubicBezTo>
                    <a:pt x="938644" y="391780"/>
                    <a:pt x="949602" y="365185"/>
                    <a:pt x="955880" y="337752"/>
                  </a:cubicBezTo>
                  <a:cubicBezTo>
                    <a:pt x="962158" y="310281"/>
                    <a:pt x="968360" y="281745"/>
                    <a:pt x="967332" y="253970"/>
                  </a:cubicBezTo>
                  <a:cubicBezTo>
                    <a:pt x="966267" y="226195"/>
                    <a:pt x="959647" y="197127"/>
                    <a:pt x="949602" y="171102"/>
                  </a:cubicBezTo>
                  <a:cubicBezTo>
                    <a:pt x="939557" y="145077"/>
                    <a:pt x="924719" y="119395"/>
                    <a:pt x="907064" y="97821"/>
                  </a:cubicBezTo>
                  <a:cubicBezTo>
                    <a:pt x="889410" y="76248"/>
                    <a:pt x="867190" y="56501"/>
                    <a:pt x="843600" y="41663"/>
                  </a:cubicBezTo>
                  <a:cubicBezTo>
                    <a:pt x="820011" y="26824"/>
                    <a:pt x="792578" y="15447"/>
                    <a:pt x="765488" y="8827"/>
                  </a:cubicBezTo>
                  <a:cubicBezTo>
                    <a:pt x="738398" y="2245"/>
                    <a:pt x="708872" y="0"/>
                    <a:pt x="681021" y="2093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10" name="Text 8"/>
          <p:cNvSpPr txBox="1"/>
          <p:nvPr/>
        </p:nvSpPr>
        <p:spPr>
          <a:xfrm>
            <a:off x="822960" y="5577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Master · navy background + blue–cyan gradient</a:t>
            </a:r>
            <a:endParaRPr lang="en-US" sz="1100" dirty="0"/>
          </a:p>
        </p:txBody>
      </p:sp>
      <p:sp>
        <p:nvSpPr>
          <p:cNvPr id="11" name="Symbol element V / Voice"/>
          <p:cNvSpPr/>
          <p:nvPr/>
        </p:nvSpPr>
        <p:spPr>
          <a:xfrm>
            <a:off x="5788152" y="1691640"/>
            <a:ext cx="58521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2" name="Number 1"/>
          <p:cNvSpPr/>
          <p:nvPr/>
        </p:nvSpPr>
        <p:spPr>
          <a:xfrm>
            <a:off x="6016752" y="1984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16752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8013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 / Voice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148840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first letter of Voice  ·  A V outline opening to both sides</a:t>
            </a:r>
            <a:endParaRPr lang="en-US" sz="1200" dirty="0"/>
          </a:p>
        </p:txBody>
      </p:sp>
      <p:sp>
        <p:nvSpPr>
          <p:cNvPr id="16" name="Symbol element Wave / voice signal"/>
          <p:cNvSpPr/>
          <p:nvPr/>
        </p:nvSpPr>
        <p:spPr>
          <a:xfrm>
            <a:off x="5788152" y="2898648"/>
            <a:ext cx="58521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7" name="Number 2"/>
          <p:cNvSpPr/>
          <p:nvPr/>
        </p:nvSpPr>
        <p:spPr>
          <a:xfrm>
            <a:off x="6016752" y="31912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16752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0083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Wave / voice signal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35584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human voice and input signal  ·  Five rounded strokes of varying height</a:t>
            </a:r>
            <a:endParaRPr lang="en-US" sz="1200" dirty="0"/>
          </a:p>
        </p:txBody>
      </p:sp>
      <p:sp>
        <p:nvSpPr>
          <p:cNvPr id="21" name="Symbol element Control / center of execution"/>
          <p:cNvSpPr/>
          <p:nvPr/>
        </p:nvSpPr>
        <p:spPr>
          <a:xfrm>
            <a:off x="5788152" y="4105656"/>
            <a:ext cx="58521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Number 3"/>
          <p:cNvSpPr/>
          <p:nvPr/>
        </p:nvSpPr>
        <p:spPr>
          <a:xfrm>
            <a:off x="6016752" y="4398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16752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215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 / center of execution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562856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Many agents’ work managed in one place  ·  A rhythm converging on the center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788152" y="53492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Applications are vector interpretations that illustrate the rules. Final production unifies curvature, spacing and gradient against the master.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· Logo 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Five logo formats</a:t>
            </a:r>
            <a:endParaRPr lang="en-US" sz="3400" dirty="0"/>
          </a:p>
        </p:txBody>
      </p:sp>
      <p:sp>
        <p:nvSpPr>
          <p:cNvPr id="4" name="Logo card Symbol only"/>
          <p:cNvSpPr/>
          <p:nvPr/>
        </p:nvSpPr>
        <p:spPr>
          <a:xfrm>
            <a:off x="548640" y="169164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3172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Symbol only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App icon · favicon</a:t>
            </a:r>
            <a:endParaRPr lang="en-US" sz="1100" dirty="0"/>
          </a:p>
        </p:txBody>
      </p:sp>
      <p:grpSp>
        <p:nvGrpSpPr>
          <p:cNvPr id="48" name="VCA symbol (standalone)"/>
          <p:cNvGrpSpPr/>
          <p:nvPr/>
        </p:nvGrpSpPr>
        <p:grpSpPr>
          <a:xfrm>
            <a:off x="1371600" y="2011680"/>
            <a:ext cx="1005840" cy="880468"/>
            <a:chOff x="1371600" y="2011680"/>
            <a:chExt cx="1005840" cy="880468"/>
          </a:xfrm>
        </p:grpSpPr>
        <p:sp>
          <p:nvSpPr>
            <p:cNvPr id="7" name="Outer left wave"/>
            <p:cNvSpPr/>
            <p:nvPr/>
          </p:nvSpPr>
          <p:spPr>
            <a:xfrm>
              <a:off x="1371600" y="2011855"/>
              <a:ext cx="303987" cy="669704"/>
            </a:xfrm>
            <a:custGeom>
              <a:avLst/>
              <a:gdLst/>
              <a:ahLst/>
              <a:cxnLst/>
              <a:rect l="l" t="t" r="r" b="b"/>
              <a:pathLst>
                <a:path w="303987" h="669704">
                  <a:moveTo>
                    <a:pt x="86249" y="172"/>
                  </a:moveTo>
                  <a:cubicBezTo>
                    <a:pt x="77476" y="0"/>
                    <a:pt x="68244" y="1100"/>
                    <a:pt x="59838" y="3599"/>
                  </a:cubicBezTo>
                  <a:cubicBezTo>
                    <a:pt x="51431" y="6111"/>
                    <a:pt x="43013" y="10176"/>
                    <a:pt x="35826" y="15199"/>
                  </a:cubicBezTo>
                  <a:cubicBezTo>
                    <a:pt x="28651" y="20221"/>
                    <a:pt x="21955" y="26714"/>
                    <a:pt x="16717" y="33745"/>
                  </a:cubicBezTo>
                  <a:cubicBezTo>
                    <a:pt x="11480" y="40777"/>
                    <a:pt x="7163" y="49063"/>
                    <a:pt x="4401" y="57386"/>
                  </a:cubicBezTo>
                  <a:cubicBezTo>
                    <a:pt x="1638" y="65709"/>
                    <a:pt x="0" y="74952"/>
                    <a:pt x="120" y="83694"/>
                  </a:cubicBezTo>
                  <a:cubicBezTo>
                    <a:pt x="251" y="92435"/>
                    <a:pt x="2906" y="101248"/>
                    <a:pt x="5154" y="109834"/>
                  </a:cubicBezTo>
                  <a:cubicBezTo>
                    <a:pt x="7390" y="118420"/>
                    <a:pt x="10714" y="126778"/>
                    <a:pt x="13572" y="135220"/>
                  </a:cubicBezTo>
                  <a:cubicBezTo>
                    <a:pt x="16418" y="143675"/>
                    <a:pt x="19360" y="152093"/>
                    <a:pt x="22290" y="160511"/>
                  </a:cubicBezTo>
                  <a:cubicBezTo>
                    <a:pt x="25207" y="168930"/>
                    <a:pt x="28161" y="177348"/>
                    <a:pt x="31127" y="185755"/>
                  </a:cubicBezTo>
                  <a:cubicBezTo>
                    <a:pt x="34092" y="194173"/>
                    <a:pt x="37094" y="202556"/>
                    <a:pt x="40071" y="210962"/>
                  </a:cubicBezTo>
                  <a:cubicBezTo>
                    <a:pt x="43049" y="219368"/>
                    <a:pt x="46002" y="227787"/>
                    <a:pt x="48992" y="236181"/>
                  </a:cubicBezTo>
                  <a:cubicBezTo>
                    <a:pt x="51981" y="244588"/>
                    <a:pt x="54971" y="252982"/>
                    <a:pt x="57984" y="261377"/>
                  </a:cubicBezTo>
                  <a:cubicBezTo>
                    <a:pt x="60997" y="269759"/>
                    <a:pt x="64071" y="278130"/>
                    <a:pt x="67096" y="286524"/>
                  </a:cubicBezTo>
                  <a:cubicBezTo>
                    <a:pt x="70121" y="294907"/>
                    <a:pt x="73123" y="303313"/>
                    <a:pt x="76136" y="311696"/>
                  </a:cubicBezTo>
                  <a:cubicBezTo>
                    <a:pt x="79150" y="320090"/>
                    <a:pt x="82163" y="328485"/>
                    <a:pt x="85200" y="336867"/>
                  </a:cubicBezTo>
                  <a:cubicBezTo>
                    <a:pt x="88238" y="345250"/>
                    <a:pt x="91347" y="353608"/>
                    <a:pt x="94360" y="361991"/>
                  </a:cubicBezTo>
                  <a:cubicBezTo>
                    <a:pt x="97385" y="370385"/>
                    <a:pt x="100303" y="378804"/>
                    <a:pt x="103305" y="387198"/>
                  </a:cubicBezTo>
                  <a:cubicBezTo>
                    <a:pt x="106318" y="395593"/>
                    <a:pt x="109403" y="403963"/>
                    <a:pt x="112417" y="412346"/>
                  </a:cubicBezTo>
                  <a:cubicBezTo>
                    <a:pt x="115418" y="420740"/>
                    <a:pt x="118372" y="429159"/>
                    <a:pt x="121361" y="437553"/>
                  </a:cubicBezTo>
                  <a:cubicBezTo>
                    <a:pt x="124363" y="445948"/>
                    <a:pt x="127388" y="454342"/>
                    <a:pt x="130401" y="462725"/>
                  </a:cubicBezTo>
                  <a:cubicBezTo>
                    <a:pt x="133415" y="471119"/>
                    <a:pt x="136440" y="479514"/>
                    <a:pt x="139454" y="487908"/>
                  </a:cubicBezTo>
                  <a:cubicBezTo>
                    <a:pt x="142455" y="496291"/>
                    <a:pt x="145456" y="504697"/>
                    <a:pt x="148470" y="513079"/>
                  </a:cubicBezTo>
                  <a:cubicBezTo>
                    <a:pt x="151483" y="521474"/>
                    <a:pt x="154497" y="529868"/>
                    <a:pt x="157534" y="538251"/>
                  </a:cubicBezTo>
                  <a:cubicBezTo>
                    <a:pt x="160571" y="546633"/>
                    <a:pt x="163644" y="555004"/>
                    <a:pt x="166670" y="563387"/>
                  </a:cubicBezTo>
                  <a:cubicBezTo>
                    <a:pt x="169695" y="571781"/>
                    <a:pt x="172613" y="580199"/>
                    <a:pt x="175662" y="588582"/>
                  </a:cubicBezTo>
                  <a:cubicBezTo>
                    <a:pt x="178700" y="596964"/>
                    <a:pt x="181294" y="605550"/>
                    <a:pt x="184918" y="613670"/>
                  </a:cubicBezTo>
                  <a:cubicBezTo>
                    <a:pt x="188541" y="621789"/>
                    <a:pt x="192415" y="630004"/>
                    <a:pt x="197414" y="637299"/>
                  </a:cubicBezTo>
                  <a:cubicBezTo>
                    <a:pt x="202400" y="644581"/>
                    <a:pt x="207925" y="652270"/>
                    <a:pt x="214848" y="657424"/>
                  </a:cubicBezTo>
                  <a:cubicBezTo>
                    <a:pt x="221784" y="662578"/>
                    <a:pt x="230585" y="666727"/>
                    <a:pt x="238991" y="668210"/>
                  </a:cubicBezTo>
                  <a:cubicBezTo>
                    <a:pt x="247410" y="669705"/>
                    <a:pt x="257239" y="669035"/>
                    <a:pt x="265359" y="666356"/>
                  </a:cubicBezTo>
                  <a:cubicBezTo>
                    <a:pt x="273466" y="663678"/>
                    <a:pt x="281681" y="658285"/>
                    <a:pt x="287696" y="652150"/>
                  </a:cubicBezTo>
                  <a:cubicBezTo>
                    <a:pt x="293699" y="646004"/>
                    <a:pt x="298817" y="637657"/>
                    <a:pt x="301400" y="629478"/>
                  </a:cubicBezTo>
                  <a:cubicBezTo>
                    <a:pt x="303983" y="621299"/>
                    <a:pt x="303780" y="611840"/>
                    <a:pt x="303194" y="603075"/>
                  </a:cubicBezTo>
                  <a:cubicBezTo>
                    <a:pt x="302608" y="594310"/>
                    <a:pt x="299714" y="585592"/>
                    <a:pt x="297872" y="576863"/>
                  </a:cubicBezTo>
                  <a:cubicBezTo>
                    <a:pt x="296043" y="568134"/>
                    <a:pt x="294094" y="559440"/>
                    <a:pt x="292192" y="550723"/>
                  </a:cubicBezTo>
                  <a:cubicBezTo>
                    <a:pt x="290291" y="542018"/>
                    <a:pt x="288378" y="533300"/>
                    <a:pt x="286488" y="524595"/>
                  </a:cubicBezTo>
                  <a:cubicBezTo>
                    <a:pt x="284587" y="515878"/>
                    <a:pt x="282781" y="507148"/>
                    <a:pt x="280808" y="498455"/>
                  </a:cubicBezTo>
                  <a:cubicBezTo>
                    <a:pt x="278823" y="489761"/>
                    <a:pt x="276623" y="481116"/>
                    <a:pt x="274614" y="472434"/>
                  </a:cubicBezTo>
                  <a:cubicBezTo>
                    <a:pt x="272593" y="463741"/>
                    <a:pt x="270692" y="455036"/>
                    <a:pt x="268743" y="446342"/>
                  </a:cubicBezTo>
                  <a:cubicBezTo>
                    <a:pt x="266782" y="437637"/>
                    <a:pt x="264856" y="428931"/>
                    <a:pt x="262871" y="420238"/>
                  </a:cubicBezTo>
                  <a:cubicBezTo>
                    <a:pt x="260898" y="411545"/>
                    <a:pt x="258866" y="402863"/>
                    <a:pt x="256857" y="394182"/>
                  </a:cubicBezTo>
                  <a:cubicBezTo>
                    <a:pt x="254860" y="385488"/>
                    <a:pt x="252899" y="376795"/>
                    <a:pt x="250866" y="368113"/>
                  </a:cubicBezTo>
                  <a:cubicBezTo>
                    <a:pt x="248845" y="359432"/>
                    <a:pt x="246764" y="350750"/>
                    <a:pt x="244695" y="342081"/>
                  </a:cubicBezTo>
                  <a:cubicBezTo>
                    <a:pt x="242627" y="333411"/>
                    <a:pt x="240546" y="324742"/>
                    <a:pt x="238453" y="316072"/>
                  </a:cubicBezTo>
                  <a:cubicBezTo>
                    <a:pt x="236373" y="307403"/>
                    <a:pt x="234352" y="298721"/>
                    <a:pt x="232187" y="290064"/>
                  </a:cubicBezTo>
                  <a:cubicBezTo>
                    <a:pt x="230023" y="281418"/>
                    <a:pt x="227703" y="272809"/>
                    <a:pt x="225467" y="264175"/>
                  </a:cubicBezTo>
                  <a:cubicBezTo>
                    <a:pt x="223231" y="255541"/>
                    <a:pt x="221019" y="246908"/>
                    <a:pt x="218794" y="238274"/>
                  </a:cubicBezTo>
                  <a:cubicBezTo>
                    <a:pt x="216570" y="229640"/>
                    <a:pt x="214382" y="220995"/>
                    <a:pt x="212122" y="212373"/>
                  </a:cubicBezTo>
                  <a:cubicBezTo>
                    <a:pt x="209850" y="203751"/>
                    <a:pt x="207506" y="195154"/>
                    <a:pt x="205186" y="186544"/>
                  </a:cubicBezTo>
                  <a:cubicBezTo>
                    <a:pt x="202878" y="177922"/>
                    <a:pt x="200535" y="169324"/>
                    <a:pt x="198239" y="160703"/>
                  </a:cubicBezTo>
                  <a:cubicBezTo>
                    <a:pt x="195943" y="152093"/>
                    <a:pt x="193731" y="143459"/>
                    <a:pt x="191423" y="134838"/>
                  </a:cubicBezTo>
                  <a:cubicBezTo>
                    <a:pt x="189127" y="126228"/>
                    <a:pt x="186759" y="117630"/>
                    <a:pt x="184451" y="109021"/>
                  </a:cubicBezTo>
                  <a:cubicBezTo>
                    <a:pt x="182143" y="100411"/>
                    <a:pt x="180063" y="91717"/>
                    <a:pt x="177563" y="83167"/>
                  </a:cubicBezTo>
                  <a:cubicBezTo>
                    <a:pt x="175064" y="74618"/>
                    <a:pt x="173055" y="65781"/>
                    <a:pt x="169420" y="57733"/>
                  </a:cubicBezTo>
                  <a:cubicBezTo>
                    <a:pt x="165785" y="49685"/>
                    <a:pt x="161277" y="41721"/>
                    <a:pt x="155764" y="34857"/>
                  </a:cubicBezTo>
                  <a:cubicBezTo>
                    <a:pt x="150264" y="27982"/>
                    <a:pt x="143591" y="21572"/>
                    <a:pt x="136380" y="16538"/>
                  </a:cubicBezTo>
                  <a:cubicBezTo>
                    <a:pt x="129170" y="11492"/>
                    <a:pt x="120859" y="7366"/>
                    <a:pt x="112500" y="4640"/>
                  </a:cubicBezTo>
                  <a:cubicBezTo>
                    <a:pt x="104142" y="1913"/>
                    <a:pt x="95030" y="347"/>
                    <a:pt x="86253" y="16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8" name="Inner left wave"/>
            <p:cNvSpPr/>
            <p:nvPr/>
          </p:nvSpPr>
          <p:spPr>
            <a:xfrm>
              <a:off x="1625569" y="2193835"/>
              <a:ext cx="158558" cy="571587"/>
            </a:xfrm>
            <a:custGeom>
              <a:avLst/>
              <a:gdLst/>
              <a:ahLst/>
              <a:cxnLst/>
              <a:rect l="l" t="t" r="r" b="b"/>
              <a:pathLst>
                <a:path w="158558" h="571587">
                  <a:moveTo>
                    <a:pt x="57388" y="530"/>
                  </a:moveTo>
                  <a:cubicBezTo>
                    <a:pt x="48776" y="1064"/>
                    <a:pt x="39413" y="3922"/>
                    <a:pt x="31904" y="8203"/>
                  </a:cubicBezTo>
                  <a:cubicBezTo>
                    <a:pt x="24394" y="12496"/>
                    <a:pt x="17387" y="19169"/>
                    <a:pt x="12365" y="26248"/>
                  </a:cubicBezTo>
                  <a:cubicBezTo>
                    <a:pt x="7342" y="33327"/>
                    <a:pt x="3587" y="42176"/>
                    <a:pt x="1794" y="50678"/>
                  </a:cubicBezTo>
                  <a:cubicBezTo>
                    <a:pt x="0" y="59180"/>
                    <a:pt x="741" y="68435"/>
                    <a:pt x="1602" y="77248"/>
                  </a:cubicBezTo>
                  <a:cubicBezTo>
                    <a:pt x="2451" y="86061"/>
                    <a:pt x="5094" y="94791"/>
                    <a:pt x="6924" y="103544"/>
                  </a:cubicBezTo>
                  <a:cubicBezTo>
                    <a:pt x="8753" y="112297"/>
                    <a:pt x="10726" y="121014"/>
                    <a:pt x="12592" y="129768"/>
                  </a:cubicBezTo>
                  <a:cubicBezTo>
                    <a:pt x="14457" y="138509"/>
                    <a:pt x="16275" y="147262"/>
                    <a:pt x="18092" y="156015"/>
                  </a:cubicBezTo>
                  <a:cubicBezTo>
                    <a:pt x="19922" y="164768"/>
                    <a:pt x="21692" y="173534"/>
                    <a:pt x="23545" y="182287"/>
                  </a:cubicBezTo>
                  <a:cubicBezTo>
                    <a:pt x="25387" y="191028"/>
                    <a:pt x="27312" y="199757"/>
                    <a:pt x="29177" y="208511"/>
                  </a:cubicBezTo>
                  <a:cubicBezTo>
                    <a:pt x="31043" y="217252"/>
                    <a:pt x="32932" y="225993"/>
                    <a:pt x="34750" y="234746"/>
                  </a:cubicBezTo>
                  <a:cubicBezTo>
                    <a:pt x="36579" y="243500"/>
                    <a:pt x="38313" y="252277"/>
                    <a:pt x="40143" y="261030"/>
                  </a:cubicBezTo>
                  <a:cubicBezTo>
                    <a:pt x="41960" y="269783"/>
                    <a:pt x="43898" y="278512"/>
                    <a:pt x="45691" y="287266"/>
                  </a:cubicBezTo>
                  <a:cubicBezTo>
                    <a:pt x="47497" y="296031"/>
                    <a:pt x="49231" y="304796"/>
                    <a:pt x="50941" y="313573"/>
                  </a:cubicBezTo>
                  <a:cubicBezTo>
                    <a:pt x="52639" y="322350"/>
                    <a:pt x="54301" y="331139"/>
                    <a:pt x="55939" y="339928"/>
                  </a:cubicBezTo>
                  <a:cubicBezTo>
                    <a:pt x="57577" y="348718"/>
                    <a:pt x="59180" y="357519"/>
                    <a:pt x="60782" y="366320"/>
                  </a:cubicBezTo>
                  <a:cubicBezTo>
                    <a:pt x="62385" y="375109"/>
                    <a:pt x="63987" y="383910"/>
                    <a:pt x="65541" y="392711"/>
                  </a:cubicBezTo>
                  <a:cubicBezTo>
                    <a:pt x="67108" y="401524"/>
                    <a:pt x="68639" y="410337"/>
                    <a:pt x="70133" y="419150"/>
                  </a:cubicBezTo>
                  <a:cubicBezTo>
                    <a:pt x="71628" y="427963"/>
                    <a:pt x="73111" y="436776"/>
                    <a:pt x="74534" y="445613"/>
                  </a:cubicBezTo>
                  <a:cubicBezTo>
                    <a:pt x="75957" y="454438"/>
                    <a:pt x="77272" y="463275"/>
                    <a:pt x="78683" y="472112"/>
                  </a:cubicBezTo>
                  <a:cubicBezTo>
                    <a:pt x="80106" y="480937"/>
                    <a:pt x="81625" y="489750"/>
                    <a:pt x="83024" y="498586"/>
                  </a:cubicBezTo>
                  <a:cubicBezTo>
                    <a:pt x="84423" y="507411"/>
                    <a:pt x="85428" y="516332"/>
                    <a:pt x="87090" y="525097"/>
                  </a:cubicBezTo>
                  <a:cubicBezTo>
                    <a:pt x="88764" y="533862"/>
                    <a:pt x="88859" y="543859"/>
                    <a:pt x="93033" y="551154"/>
                  </a:cubicBezTo>
                  <a:cubicBezTo>
                    <a:pt x="97206" y="558448"/>
                    <a:pt x="104596" y="566161"/>
                    <a:pt x="112130" y="568875"/>
                  </a:cubicBezTo>
                  <a:cubicBezTo>
                    <a:pt x="119663" y="571590"/>
                    <a:pt x="131023" y="570944"/>
                    <a:pt x="138222" y="567416"/>
                  </a:cubicBezTo>
                  <a:cubicBezTo>
                    <a:pt x="145421" y="563901"/>
                    <a:pt x="152117" y="555446"/>
                    <a:pt x="155334" y="547734"/>
                  </a:cubicBezTo>
                  <a:cubicBezTo>
                    <a:pt x="158562" y="540021"/>
                    <a:pt x="157175" y="530048"/>
                    <a:pt x="157534" y="521151"/>
                  </a:cubicBezTo>
                  <a:cubicBezTo>
                    <a:pt x="157905" y="512242"/>
                    <a:pt x="157534" y="503262"/>
                    <a:pt x="157534" y="494317"/>
                  </a:cubicBezTo>
                  <a:cubicBezTo>
                    <a:pt x="157534" y="485373"/>
                    <a:pt x="157534" y="476440"/>
                    <a:pt x="157534" y="467496"/>
                  </a:cubicBezTo>
                  <a:cubicBezTo>
                    <a:pt x="157534" y="458551"/>
                    <a:pt x="157534" y="449607"/>
                    <a:pt x="157534" y="440662"/>
                  </a:cubicBezTo>
                  <a:cubicBezTo>
                    <a:pt x="157534" y="431730"/>
                    <a:pt x="157534" y="422785"/>
                    <a:pt x="157534" y="413840"/>
                  </a:cubicBezTo>
                  <a:cubicBezTo>
                    <a:pt x="157534" y="404896"/>
                    <a:pt x="157534" y="395951"/>
                    <a:pt x="157534" y="387007"/>
                  </a:cubicBezTo>
                  <a:cubicBezTo>
                    <a:pt x="157534" y="378074"/>
                    <a:pt x="157534" y="369130"/>
                    <a:pt x="157534" y="360185"/>
                  </a:cubicBezTo>
                  <a:cubicBezTo>
                    <a:pt x="157534" y="351241"/>
                    <a:pt x="157534" y="342296"/>
                    <a:pt x="157534" y="333364"/>
                  </a:cubicBezTo>
                  <a:cubicBezTo>
                    <a:pt x="157534" y="324419"/>
                    <a:pt x="157534" y="315474"/>
                    <a:pt x="157534" y="306530"/>
                  </a:cubicBezTo>
                  <a:cubicBezTo>
                    <a:pt x="157534" y="297585"/>
                    <a:pt x="157534" y="288653"/>
                    <a:pt x="157534" y="279708"/>
                  </a:cubicBezTo>
                  <a:cubicBezTo>
                    <a:pt x="157534" y="270764"/>
                    <a:pt x="157534" y="261819"/>
                    <a:pt x="157534" y="252875"/>
                  </a:cubicBezTo>
                  <a:cubicBezTo>
                    <a:pt x="157534" y="243942"/>
                    <a:pt x="157773" y="234986"/>
                    <a:pt x="157534" y="226053"/>
                  </a:cubicBezTo>
                  <a:cubicBezTo>
                    <a:pt x="157295" y="217120"/>
                    <a:pt x="157127" y="208152"/>
                    <a:pt x="156087" y="199291"/>
                  </a:cubicBezTo>
                  <a:cubicBezTo>
                    <a:pt x="155035" y="190430"/>
                    <a:pt x="153062" y="181665"/>
                    <a:pt x="151256" y="172912"/>
                  </a:cubicBezTo>
                  <a:cubicBezTo>
                    <a:pt x="149450" y="164159"/>
                    <a:pt x="147262" y="155477"/>
                    <a:pt x="145253" y="146760"/>
                  </a:cubicBezTo>
                  <a:cubicBezTo>
                    <a:pt x="143232" y="138054"/>
                    <a:pt x="141187" y="129349"/>
                    <a:pt x="139179" y="120632"/>
                  </a:cubicBezTo>
                  <a:cubicBezTo>
                    <a:pt x="137170" y="111926"/>
                    <a:pt x="135197" y="103197"/>
                    <a:pt x="133188" y="94480"/>
                  </a:cubicBezTo>
                  <a:cubicBezTo>
                    <a:pt x="131179" y="85774"/>
                    <a:pt x="129313" y="77009"/>
                    <a:pt x="127125" y="68352"/>
                  </a:cubicBezTo>
                  <a:cubicBezTo>
                    <a:pt x="124949" y="59694"/>
                    <a:pt x="123693" y="50546"/>
                    <a:pt x="120082" y="42522"/>
                  </a:cubicBezTo>
                  <a:cubicBezTo>
                    <a:pt x="116470" y="34499"/>
                    <a:pt x="111544" y="26439"/>
                    <a:pt x="105457" y="20185"/>
                  </a:cubicBezTo>
                  <a:cubicBezTo>
                    <a:pt x="99382" y="13943"/>
                    <a:pt x="91610" y="8299"/>
                    <a:pt x="83586" y="5022"/>
                  </a:cubicBezTo>
                  <a:cubicBezTo>
                    <a:pt x="75574" y="1746"/>
                    <a:pt x="66008" y="0"/>
                    <a:pt x="57386" y="52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9" name="Center wave"/>
            <p:cNvSpPr/>
            <p:nvPr/>
          </p:nvSpPr>
          <p:spPr>
            <a:xfrm>
              <a:off x="1808078" y="2406628"/>
              <a:ext cx="132254" cy="485520"/>
            </a:xfrm>
            <a:custGeom>
              <a:avLst/>
              <a:gdLst/>
              <a:ahLst/>
              <a:cxnLst/>
              <a:rect l="l" t="t" r="r" b="b"/>
              <a:pathLst>
                <a:path w="132254" h="485520">
                  <a:moveTo>
                    <a:pt x="61422" y="602"/>
                  </a:moveTo>
                  <a:cubicBezTo>
                    <a:pt x="52818" y="1208"/>
                    <a:pt x="43635" y="3791"/>
                    <a:pt x="35993" y="7797"/>
                  </a:cubicBezTo>
                  <a:cubicBezTo>
                    <a:pt x="28352" y="11802"/>
                    <a:pt x="21010" y="17913"/>
                    <a:pt x="15593" y="24633"/>
                  </a:cubicBezTo>
                  <a:cubicBezTo>
                    <a:pt x="10176" y="31342"/>
                    <a:pt x="5919" y="39808"/>
                    <a:pt x="3492" y="48119"/>
                  </a:cubicBezTo>
                  <a:cubicBezTo>
                    <a:pt x="1064" y="56430"/>
                    <a:pt x="1447" y="65661"/>
                    <a:pt x="1040" y="74486"/>
                  </a:cubicBezTo>
                  <a:cubicBezTo>
                    <a:pt x="622" y="83323"/>
                    <a:pt x="1040" y="92220"/>
                    <a:pt x="1040" y="101092"/>
                  </a:cubicBezTo>
                  <a:cubicBezTo>
                    <a:pt x="1040" y="109953"/>
                    <a:pt x="1040" y="118826"/>
                    <a:pt x="1040" y="127687"/>
                  </a:cubicBezTo>
                  <a:cubicBezTo>
                    <a:pt x="1040" y="136548"/>
                    <a:pt x="1040" y="145421"/>
                    <a:pt x="1040" y="154281"/>
                  </a:cubicBezTo>
                  <a:cubicBezTo>
                    <a:pt x="1040" y="163154"/>
                    <a:pt x="1040" y="172015"/>
                    <a:pt x="1040" y="180888"/>
                  </a:cubicBezTo>
                  <a:cubicBezTo>
                    <a:pt x="1040" y="189749"/>
                    <a:pt x="1040" y="198621"/>
                    <a:pt x="1040" y="207482"/>
                  </a:cubicBezTo>
                  <a:cubicBezTo>
                    <a:pt x="1040" y="216343"/>
                    <a:pt x="1040" y="225216"/>
                    <a:pt x="1040" y="234077"/>
                  </a:cubicBezTo>
                  <a:cubicBezTo>
                    <a:pt x="1040" y="242950"/>
                    <a:pt x="1040" y="251810"/>
                    <a:pt x="1040" y="260683"/>
                  </a:cubicBezTo>
                  <a:cubicBezTo>
                    <a:pt x="1040" y="269544"/>
                    <a:pt x="1040" y="278417"/>
                    <a:pt x="1040" y="287278"/>
                  </a:cubicBezTo>
                  <a:cubicBezTo>
                    <a:pt x="1040" y="296138"/>
                    <a:pt x="1040" y="305011"/>
                    <a:pt x="1040" y="313872"/>
                  </a:cubicBezTo>
                  <a:cubicBezTo>
                    <a:pt x="1040" y="322745"/>
                    <a:pt x="1040" y="331606"/>
                    <a:pt x="1040" y="340479"/>
                  </a:cubicBezTo>
                  <a:cubicBezTo>
                    <a:pt x="1040" y="349339"/>
                    <a:pt x="1040" y="358212"/>
                    <a:pt x="1040" y="367073"/>
                  </a:cubicBezTo>
                  <a:cubicBezTo>
                    <a:pt x="1040" y="375934"/>
                    <a:pt x="1040" y="384807"/>
                    <a:pt x="1040" y="393667"/>
                  </a:cubicBezTo>
                  <a:cubicBezTo>
                    <a:pt x="1028" y="402540"/>
                    <a:pt x="0" y="411533"/>
                    <a:pt x="969" y="420262"/>
                  </a:cubicBezTo>
                  <a:cubicBezTo>
                    <a:pt x="1949" y="428991"/>
                    <a:pt x="3360" y="438139"/>
                    <a:pt x="6876" y="446043"/>
                  </a:cubicBezTo>
                  <a:cubicBezTo>
                    <a:pt x="10379" y="453947"/>
                    <a:pt x="15737" y="461768"/>
                    <a:pt x="22027" y="467675"/>
                  </a:cubicBezTo>
                  <a:cubicBezTo>
                    <a:pt x="28304" y="473570"/>
                    <a:pt x="36436" y="478593"/>
                    <a:pt x="44555" y="481463"/>
                  </a:cubicBezTo>
                  <a:cubicBezTo>
                    <a:pt x="52687" y="484321"/>
                    <a:pt x="62169" y="485516"/>
                    <a:pt x="70779" y="484871"/>
                  </a:cubicBezTo>
                  <a:cubicBezTo>
                    <a:pt x="79377" y="484225"/>
                    <a:pt x="88549" y="481606"/>
                    <a:pt x="96166" y="477576"/>
                  </a:cubicBezTo>
                  <a:cubicBezTo>
                    <a:pt x="103771" y="473547"/>
                    <a:pt x="111053" y="467400"/>
                    <a:pt x="116446" y="460668"/>
                  </a:cubicBezTo>
                  <a:cubicBezTo>
                    <a:pt x="121839" y="453947"/>
                    <a:pt x="126108" y="445493"/>
                    <a:pt x="128548" y="437194"/>
                  </a:cubicBezTo>
                  <a:cubicBezTo>
                    <a:pt x="130975" y="428884"/>
                    <a:pt x="130652" y="419664"/>
                    <a:pt x="131083" y="410839"/>
                  </a:cubicBezTo>
                  <a:cubicBezTo>
                    <a:pt x="131502" y="402014"/>
                    <a:pt x="131083" y="393105"/>
                    <a:pt x="131083" y="384245"/>
                  </a:cubicBezTo>
                  <a:cubicBezTo>
                    <a:pt x="131083" y="375372"/>
                    <a:pt x="131035" y="366511"/>
                    <a:pt x="131083" y="357650"/>
                  </a:cubicBezTo>
                  <a:cubicBezTo>
                    <a:pt x="131119" y="348777"/>
                    <a:pt x="131286" y="339916"/>
                    <a:pt x="131334" y="331056"/>
                  </a:cubicBezTo>
                  <a:cubicBezTo>
                    <a:pt x="131370" y="322183"/>
                    <a:pt x="131334" y="313322"/>
                    <a:pt x="131334" y="304461"/>
                  </a:cubicBezTo>
                  <a:cubicBezTo>
                    <a:pt x="131334" y="295600"/>
                    <a:pt x="131358" y="286740"/>
                    <a:pt x="131310" y="277867"/>
                  </a:cubicBezTo>
                  <a:cubicBezTo>
                    <a:pt x="131274" y="269006"/>
                    <a:pt x="131107" y="260145"/>
                    <a:pt x="131083" y="251284"/>
                  </a:cubicBezTo>
                  <a:cubicBezTo>
                    <a:pt x="131047" y="242411"/>
                    <a:pt x="131131" y="233551"/>
                    <a:pt x="131143" y="224690"/>
                  </a:cubicBezTo>
                  <a:cubicBezTo>
                    <a:pt x="131167" y="215829"/>
                    <a:pt x="131179" y="206956"/>
                    <a:pt x="131167" y="198095"/>
                  </a:cubicBezTo>
                  <a:cubicBezTo>
                    <a:pt x="131155" y="189234"/>
                    <a:pt x="131047" y="180374"/>
                    <a:pt x="131083" y="171501"/>
                  </a:cubicBezTo>
                  <a:cubicBezTo>
                    <a:pt x="131107" y="162640"/>
                    <a:pt x="131274" y="153779"/>
                    <a:pt x="131322" y="144906"/>
                  </a:cubicBezTo>
                  <a:cubicBezTo>
                    <a:pt x="131370" y="136046"/>
                    <a:pt x="131418" y="127185"/>
                    <a:pt x="131382" y="118324"/>
                  </a:cubicBezTo>
                  <a:cubicBezTo>
                    <a:pt x="131334" y="109451"/>
                    <a:pt x="131095" y="100590"/>
                    <a:pt x="131083" y="91729"/>
                  </a:cubicBezTo>
                  <a:cubicBezTo>
                    <a:pt x="131083" y="82857"/>
                    <a:pt x="132255" y="73852"/>
                    <a:pt x="131334" y="65135"/>
                  </a:cubicBezTo>
                  <a:cubicBezTo>
                    <a:pt x="130413" y="56406"/>
                    <a:pt x="129086" y="47222"/>
                    <a:pt x="125558" y="39366"/>
                  </a:cubicBezTo>
                  <a:cubicBezTo>
                    <a:pt x="122019" y="31509"/>
                    <a:pt x="116458" y="23820"/>
                    <a:pt x="110133" y="17961"/>
                  </a:cubicBezTo>
                  <a:cubicBezTo>
                    <a:pt x="103807" y="12101"/>
                    <a:pt x="95735" y="7079"/>
                    <a:pt x="87616" y="4185"/>
                  </a:cubicBezTo>
                  <a:cubicBezTo>
                    <a:pt x="79508" y="1291"/>
                    <a:pt x="70026" y="0"/>
                    <a:pt x="61428" y="59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0" name="Inner right wave"/>
            <p:cNvSpPr/>
            <p:nvPr/>
          </p:nvSpPr>
          <p:spPr>
            <a:xfrm>
              <a:off x="1964493" y="2193934"/>
              <a:ext cx="158454" cy="571579"/>
            </a:xfrm>
            <a:custGeom>
              <a:avLst/>
              <a:gdLst/>
              <a:ahLst/>
              <a:cxnLst/>
              <a:rect l="l" t="t" r="r" b="b"/>
              <a:pathLst>
                <a:path w="158454" h="571579">
                  <a:moveTo>
                    <a:pt x="92449" y="802"/>
                  </a:moveTo>
                  <a:cubicBezTo>
                    <a:pt x="83861" y="1602"/>
                    <a:pt x="74689" y="4771"/>
                    <a:pt x="67204" y="9160"/>
                  </a:cubicBezTo>
                  <a:cubicBezTo>
                    <a:pt x="59718" y="13548"/>
                    <a:pt x="52782" y="20173"/>
                    <a:pt x="47533" y="27156"/>
                  </a:cubicBezTo>
                  <a:cubicBezTo>
                    <a:pt x="42283" y="34128"/>
                    <a:pt x="38672" y="42690"/>
                    <a:pt x="35706" y="51025"/>
                  </a:cubicBezTo>
                  <a:cubicBezTo>
                    <a:pt x="32729" y="59359"/>
                    <a:pt x="31724" y="68459"/>
                    <a:pt x="29727" y="77165"/>
                  </a:cubicBezTo>
                  <a:cubicBezTo>
                    <a:pt x="27730" y="85870"/>
                    <a:pt x="25710" y="94587"/>
                    <a:pt x="23701" y="103293"/>
                  </a:cubicBezTo>
                  <a:cubicBezTo>
                    <a:pt x="21680" y="111998"/>
                    <a:pt x="19647" y="120703"/>
                    <a:pt x="17614" y="129409"/>
                  </a:cubicBezTo>
                  <a:cubicBezTo>
                    <a:pt x="15569" y="138114"/>
                    <a:pt x="13453" y="146796"/>
                    <a:pt x="11456" y="155513"/>
                  </a:cubicBezTo>
                  <a:cubicBezTo>
                    <a:pt x="9447" y="164218"/>
                    <a:pt x="7247" y="172900"/>
                    <a:pt x="5596" y="181677"/>
                  </a:cubicBezTo>
                  <a:cubicBezTo>
                    <a:pt x="3946" y="190454"/>
                    <a:pt x="2296" y="199291"/>
                    <a:pt x="1531" y="208164"/>
                  </a:cubicBezTo>
                  <a:cubicBezTo>
                    <a:pt x="765" y="217049"/>
                    <a:pt x="1064" y="226029"/>
                    <a:pt x="969" y="234962"/>
                  </a:cubicBezTo>
                  <a:cubicBezTo>
                    <a:pt x="873" y="243894"/>
                    <a:pt x="969" y="252839"/>
                    <a:pt x="969" y="261783"/>
                  </a:cubicBezTo>
                  <a:cubicBezTo>
                    <a:pt x="969" y="270716"/>
                    <a:pt x="969" y="279660"/>
                    <a:pt x="969" y="288593"/>
                  </a:cubicBezTo>
                  <a:cubicBezTo>
                    <a:pt x="969" y="297538"/>
                    <a:pt x="969" y="306470"/>
                    <a:pt x="969" y="315415"/>
                  </a:cubicBezTo>
                  <a:cubicBezTo>
                    <a:pt x="969" y="324347"/>
                    <a:pt x="969" y="333292"/>
                    <a:pt x="969" y="342224"/>
                  </a:cubicBezTo>
                  <a:cubicBezTo>
                    <a:pt x="969" y="351169"/>
                    <a:pt x="969" y="360101"/>
                    <a:pt x="969" y="369046"/>
                  </a:cubicBezTo>
                  <a:cubicBezTo>
                    <a:pt x="969" y="377979"/>
                    <a:pt x="969" y="386923"/>
                    <a:pt x="969" y="395856"/>
                  </a:cubicBezTo>
                  <a:cubicBezTo>
                    <a:pt x="969" y="404800"/>
                    <a:pt x="969" y="413733"/>
                    <a:pt x="969" y="422677"/>
                  </a:cubicBezTo>
                  <a:cubicBezTo>
                    <a:pt x="969" y="431610"/>
                    <a:pt x="969" y="440555"/>
                    <a:pt x="969" y="449487"/>
                  </a:cubicBezTo>
                  <a:cubicBezTo>
                    <a:pt x="969" y="458432"/>
                    <a:pt x="969" y="467364"/>
                    <a:pt x="969" y="476309"/>
                  </a:cubicBezTo>
                  <a:cubicBezTo>
                    <a:pt x="969" y="485241"/>
                    <a:pt x="969" y="494186"/>
                    <a:pt x="969" y="503118"/>
                  </a:cubicBezTo>
                  <a:cubicBezTo>
                    <a:pt x="969" y="512063"/>
                    <a:pt x="0" y="521187"/>
                    <a:pt x="969" y="529940"/>
                  </a:cubicBezTo>
                  <a:cubicBezTo>
                    <a:pt x="1937" y="538693"/>
                    <a:pt x="2212" y="548965"/>
                    <a:pt x="6792" y="555650"/>
                  </a:cubicBezTo>
                  <a:cubicBezTo>
                    <a:pt x="11384" y="562346"/>
                    <a:pt x="20627" y="568576"/>
                    <a:pt x="28496" y="570071"/>
                  </a:cubicBezTo>
                  <a:cubicBezTo>
                    <a:pt x="36376" y="571578"/>
                    <a:pt x="47449" y="569282"/>
                    <a:pt x="54038" y="564678"/>
                  </a:cubicBezTo>
                  <a:cubicBezTo>
                    <a:pt x="60615" y="560074"/>
                    <a:pt x="64944" y="550568"/>
                    <a:pt x="68005" y="542448"/>
                  </a:cubicBezTo>
                  <a:cubicBezTo>
                    <a:pt x="71054" y="534341"/>
                    <a:pt x="70923" y="524822"/>
                    <a:pt x="72358" y="515997"/>
                  </a:cubicBezTo>
                  <a:cubicBezTo>
                    <a:pt x="73792" y="507184"/>
                    <a:pt x="75215" y="498347"/>
                    <a:pt x="76626" y="489522"/>
                  </a:cubicBezTo>
                  <a:cubicBezTo>
                    <a:pt x="78038" y="480697"/>
                    <a:pt x="79413" y="471872"/>
                    <a:pt x="80836" y="463047"/>
                  </a:cubicBezTo>
                  <a:cubicBezTo>
                    <a:pt x="82259" y="454222"/>
                    <a:pt x="83706" y="445398"/>
                    <a:pt x="85188" y="436585"/>
                  </a:cubicBezTo>
                  <a:cubicBezTo>
                    <a:pt x="86671" y="427771"/>
                    <a:pt x="88202" y="418970"/>
                    <a:pt x="89756" y="410157"/>
                  </a:cubicBezTo>
                  <a:cubicBezTo>
                    <a:pt x="91311" y="401356"/>
                    <a:pt x="92937" y="392567"/>
                    <a:pt x="94504" y="383766"/>
                  </a:cubicBezTo>
                  <a:cubicBezTo>
                    <a:pt x="96058" y="374965"/>
                    <a:pt x="97529" y="366152"/>
                    <a:pt x="99143" y="357363"/>
                  </a:cubicBezTo>
                  <a:cubicBezTo>
                    <a:pt x="100746" y="348574"/>
                    <a:pt x="102480" y="339797"/>
                    <a:pt x="104154" y="331020"/>
                  </a:cubicBezTo>
                  <a:cubicBezTo>
                    <a:pt x="105840" y="322243"/>
                    <a:pt x="107454" y="313454"/>
                    <a:pt x="109200" y="304688"/>
                  </a:cubicBezTo>
                  <a:cubicBezTo>
                    <a:pt x="110946" y="295911"/>
                    <a:pt x="112811" y="287170"/>
                    <a:pt x="114617" y="278417"/>
                  </a:cubicBezTo>
                  <a:cubicBezTo>
                    <a:pt x="116423" y="269664"/>
                    <a:pt x="118156" y="260898"/>
                    <a:pt x="120022" y="252157"/>
                  </a:cubicBezTo>
                  <a:cubicBezTo>
                    <a:pt x="121875" y="243416"/>
                    <a:pt x="123848" y="234699"/>
                    <a:pt x="125762" y="225969"/>
                  </a:cubicBezTo>
                  <a:cubicBezTo>
                    <a:pt x="127675" y="217240"/>
                    <a:pt x="129636" y="208511"/>
                    <a:pt x="131513" y="199769"/>
                  </a:cubicBezTo>
                  <a:cubicBezTo>
                    <a:pt x="133379" y="191028"/>
                    <a:pt x="135149" y="182275"/>
                    <a:pt x="136978" y="173522"/>
                  </a:cubicBezTo>
                  <a:cubicBezTo>
                    <a:pt x="138808" y="164768"/>
                    <a:pt x="140661" y="156027"/>
                    <a:pt x="142503" y="147286"/>
                  </a:cubicBezTo>
                  <a:cubicBezTo>
                    <a:pt x="144344" y="138533"/>
                    <a:pt x="146198" y="129792"/>
                    <a:pt x="148051" y="121050"/>
                  </a:cubicBezTo>
                  <a:cubicBezTo>
                    <a:pt x="149905" y="112297"/>
                    <a:pt x="151902" y="103580"/>
                    <a:pt x="153612" y="94815"/>
                  </a:cubicBezTo>
                  <a:cubicBezTo>
                    <a:pt x="155322" y="86049"/>
                    <a:pt x="158168" y="77212"/>
                    <a:pt x="158311" y="68423"/>
                  </a:cubicBezTo>
                  <a:cubicBezTo>
                    <a:pt x="158455" y="59634"/>
                    <a:pt x="157378" y="50283"/>
                    <a:pt x="154449" y="42080"/>
                  </a:cubicBezTo>
                  <a:cubicBezTo>
                    <a:pt x="151531" y="33889"/>
                    <a:pt x="146736" y="25542"/>
                    <a:pt x="140781" y="19252"/>
                  </a:cubicBezTo>
                  <a:cubicBezTo>
                    <a:pt x="134826" y="12962"/>
                    <a:pt x="126802" y="7426"/>
                    <a:pt x="118742" y="4353"/>
                  </a:cubicBezTo>
                  <a:cubicBezTo>
                    <a:pt x="110683" y="1268"/>
                    <a:pt x="101045" y="0"/>
                    <a:pt x="92447" y="801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1" name="Outer right wave"/>
            <p:cNvSpPr/>
            <p:nvPr/>
          </p:nvSpPr>
          <p:spPr>
            <a:xfrm>
              <a:off x="2073098" y="2011680"/>
              <a:ext cx="304342" cy="669587"/>
            </a:xfrm>
            <a:custGeom>
              <a:avLst/>
              <a:gdLst/>
              <a:ahLst/>
              <a:cxnLst/>
              <a:rect l="l" t="t" r="r" b="b"/>
              <a:pathLst>
                <a:path w="304342" h="669587">
                  <a:moveTo>
                    <a:pt x="214034" y="654"/>
                  </a:moveTo>
                  <a:cubicBezTo>
                    <a:pt x="205282" y="1303"/>
                    <a:pt x="196278" y="3516"/>
                    <a:pt x="188086" y="6696"/>
                  </a:cubicBezTo>
                  <a:cubicBezTo>
                    <a:pt x="179895" y="9889"/>
                    <a:pt x="171848" y="14409"/>
                    <a:pt x="164864" y="19743"/>
                  </a:cubicBezTo>
                  <a:cubicBezTo>
                    <a:pt x="157881" y="25088"/>
                    <a:pt x="151459" y="31701"/>
                    <a:pt x="146198" y="38756"/>
                  </a:cubicBezTo>
                  <a:cubicBezTo>
                    <a:pt x="140936" y="45811"/>
                    <a:pt x="136715" y="53930"/>
                    <a:pt x="133283" y="62074"/>
                  </a:cubicBezTo>
                  <a:cubicBezTo>
                    <a:pt x="129851" y="70229"/>
                    <a:pt x="128034" y="79102"/>
                    <a:pt x="125606" y="87664"/>
                  </a:cubicBezTo>
                  <a:cubicBezTo>
                    <a:pt x="123179" y="96238"/>
                    <a:pt x="121026" y="104895"/>
                    <a:pt x="118730" y="113505"/>
                  </a:cubicBezTo>
                  <a:cubicBezTo>
                    <a:pt x="116446" y="122126"/>
                    <a:pt x="114151" y="130736"/>
                    <a:pt x="111855" y="139346"/>
                  </a:cubicBezTo>
                  <a:cubicBezTo>
                    <a:pt x="109559" y="147956"/>
                    <a:pt x="107275" y="156577"/>
                    <a:pt x="104967" y="165187"/>
                  </a:cubicBezTo>
                  <a:cubicBezTo>
                    <a:pt x="102647" y="173797"/>
                    <a:pt x="100279" y="182383"/>
                    <a:pt x="97983" y="190992"/>
                  </a:cubicBezTo>
                  <a:cubicBezTo>
                    <a:pt x="95687" y="199602"/>
                    <a:pt x="93427" y="208236"/>
                    <a:pt x="91179" y="216857"/>
                  </a:cubicBezTo>
                  <a:cubicBezTo>
                    <a:pt x="88943" y="225479"/>
                    <a:pt x="86755" y="234125"/>
                    <a:pt x="84531" y="242758"/>
                  </a:cubicBezTo>
                  <a:cubicBezTo>
                    <a:pt x="82307" y="251392"/>
                    <a:pt x="80070" y="260014"/>
                    <a:pt x="77858" y="268647"/>
                  </a:cubicBezTo>
                  <a:cubicBezTo>
                    <a:pt x="75658" y="277281"/>
                    <a:pt x="73458" y="285926"/>
                    <a:pt x="71317" y="294572"/>
                  </a:cubicBezTo>
                  <a:cubicBezTo>
                    <a:pt x="69165" y="303230"/>
                    <a:pt x="67108" y="311899"/>
                    <a:pt x="64991" y="320557"/>
                  </a:cubicBezTo>
                  <a:cubicBezTo>
                    <a:pt x="62875" y="329214"/>
                    <a:pt x="60675" y="337848"/>
                    <a:pt x="58594" y="346517"/>
                  </a:cubicBezTo>
                  <a:cubicBezTo>
                    <a:pt x="56513" y="355187"/>
                    <a:pt x="54516" y="363868"/>
                    <a:pt x="52531" y="372562"/>
                  </a:cubicBezTo>
                  <a:cubicBezTo>
                    <a:pt x="50534" y="381243"/>
                    <a:pt x="48621" y="389949"/>
                    <a:pt x="46636" y="398642"/>
                  </a:cubicBezTo>
                  <a:cubicBezTo>
                    <a:pt x="44651" y="407335"/>
                    <a:pt x="42630" y="416005"/>
                    <a:pt x="40621" y="424698"/>
                  </a:cubicBezTo>
                  <a:cubicBezTo>
                    <a:pt x="38612" y="433380"/>
                    <a:pt x="36579" y="442061"/>
                    <a:pt x="34594" y="450743"/>
                  </a:cubicBezTo>
                  <a:cubicBezTo>
                    <a:pt x="32597" y="459436"/>
                    <a:pt x="30636" y="468130"/>
                    <a:pt x="28687" y="476823"/>
                  </a:cubicBezTo>
                  <a:cubicBezTo>
                    <a:pt x="26726" y="485516"/>
                    <a:pt x="24801" y="494222"/>
                    <a:pt x="22840" y="502915"/>
                  </a:cubicBezTo>
                  <a:cubicBezTo>
                    <a:pt x="20891" y="511609"/>
                    <a:pt x="18894" y="520302"/>
                    <a:pt x="16956" y="528995"/>
                  </a:cubicBezTo>
                  <a:cubicBezTo>
                    <a:pt x="15019" y="537701"/>
                    <a:pt x="13142" y="546418"/>
                    <a:pt x="11229" y="555124"/>
                  </a:cubicBezTo>
                  <a:cubicBezTo>
                    <a:pt x="9315" y="563817"/>
                    <a:pt x="7294" y="572510"/>
                    <a:pt x="5465" y="581228"/>
                  </a:cubicBezTo>
                  <a:cubicBezTo>
                    <a:pt x="3623" y="589945"/>
                    <a:pt x="442" y="598698"/>
                    <a:pt x="215" y="607428"/>
                  </a:cubicBezTo>
                  <a:cubicBezTo>
                    <a:pt x="0" y="616169"/>
                    <a:pt x="933" y="625699"/>
                    <a:pt x="4137" y="633675"/>
                  </a:cubicBezTo>
                  <a:cubicBezTo>
                    <a:pt x="7342" y="641651"/>
                    <a:pt x="12986" y="649639"/>
                    <a:pt x="19432" y="655283"/>
                  </a:cubicBezTo>
                  <a:cubicBezTo>
                    <a:pt x="25889" y="660927"/>
                    <a:pt x="34558" y="665531"/>
                    <a:pt x="42857" y="667564"/>
                  </a:cubicBezTo>
                  <a:cubicBezTo>
                    <a:pt x="51168" y="669585"/>
                    <a:pt x="61009" y="669573"/>
                    <a:pt x="69284" y="667445"/>
                  </a:cubicBezTo>
                  <a:cubicBezTo>
                    <a:pt x="77559" y="665304"/>
                    <a:pt x="85894" y="660377"/>
                    <a:pt x="92495" y="654769"/>
                  </a:cubicBezTo>
                  <a:cubicBezTo>
                    <a:pt x="99107" y="649161"/>
                    <a:pt x="104237" y="641281"/>
                    <a:pt x="108937" y="633783"/>
                  </a:cubicBezTo>
                  <a:cubicBezTo>
                    <a:pt x="113648" y="626297"/>
                    <a:pt x="117272" y="618010"/>
                    <a:pt x="120763" y="609831"/>
                  </a:cubicBezTo>
                  <a:cubicBezTo>
                    <a:pt x="124255" y="601652"/>
                    <a:pt x="126838" y="593066"/>
                    <a:pt x="129875" y="584696"/>
                  </a:cubicBezTo>
                  <a:cubicBezTo>
                    <a:pt x="132924" y="576325"/>
                    <a:pt x="136010" y="567954"/>
                    <a:pt x="139047" y="559572"/>
                  </a:cubicBezTo>
                  <a:cubicBezTo>
                    <a:pt x="142084" y="551201"/>
                    <a:pt x="145098" y="542807"/>
                    <a:pt x="148123" y="534424"/>
                  </a:cubicBezTo>
                  <a:cubicBezTo>
                    <a:pt x="151148" y="526042"/>
                    <a:pt x="154186" y="517659"/>
                    <a:pt x="157199" y="509277"/>
                  </a:cubicBezTo>
                  <a:cubicBezTo>
                    <a:pt x="160213" y="500882"/>
                    <a:pt x="163190" y="492488"/>
                    <a:pt x="166203" y="484093"/>
                  </a:cubicBezTo>
                  <a:cubicBezTo>
                    <a:pt x="169205" y="475699"/>
                    <a:pt x="172218" y="467316"/>
                    <a:pt x="175220" y="458922"/>
                  </a:cubicBezTo>
                  <a:cubicBezTo>
                    <a:pt x="178233" y="450539"/>
                    <a:pt x="181247" y="442145"/>
                    <a:pt x="184248" y="433750"/>
                  </a:cubicBezTo>
                  <a:cubicBezTo>
                    <a:pt x="187249" y="425368"/>
                    <a:pt x="190227" y="416962"/>
                    <a:pt x="193240" y="408579"/>
                  </a:cubicBezTo>
                  <a:cubicBezTo>
                    <a:pt x="196254" y="400185"/>
                    <a:pt x="199315" y="391814"/>
                    <a:pt x="202340" y="383431"/>
                  </a:cubicBezTo>
                  <a:cubicBezTo>
                    <a:pt x="205366" y="375049"/>
                    <a:pt x="208379" y="366654"/>
                    <a:pt x="211381" y="358272"/>
                  </a:cubicBezTo>
                  <a:cubicBezTo>
                    <a:pt x="214394" y="349877"/>
                    <a:pt x="217419" y="341495"/>
                    <a:pt x="220421" y="333100"/>
                  </a:cubicBezTo>
                  <a:cubicBezTo>
                    <a:pt x="223422" y="324706"/>
                    <a:pt x="226400" y="316312"/>
                    <a:pt x="229401" y="307917"/>
                  </a:cubicBezTo>
                  <a:cubicBezTo>
                    <a:pt x="232403" y="299523"/>
                    <a:pt x="235440" y="291140"/>
                    <a:pt x="238453" y="282758"/>
                  </a:cubicBezTo>
                  <a:cubicBezTo>
                    <a:pt x="241467" y="274375"/>
                    <a:pt x="244468" y="265981"/>
                    <a:pt x="247494" y="257598"/>
                  </a:cubicBezTo>
                  <a:cubicBezTo>
                    <a:pt x="250519" y="249215"/>
                    <a:pt x="253604" y="240845"/>
                    <a:pt x="256629" y="232462"/>
                  </a:cubicBezTo>
                  <a:cubicBezTo>
                    <a:pt x="259655" y="224080"/>
                    <a:pt x="262632" y="215685"/>
                    <a:pt x="265646" y="207291"/>
                  </a:cubicBezTo>
                  <a:cubicBezTo>
                    <a:pt x="268647" y="198896"/>
                    <a:pt x="271684" y="190514"/>
                    <a:pt x="274638" y="182108"/>
                  </a:cubicBezTo>
                  <a:cubicBezTo>
                    <a:pt x="277592" y="173701"/>
                    <a:pt x="280462" y="165259"/>
                    <a:pt x="283379" y="156840"/>
                  </a:cubicBezTo>
                  <a:cubicBezTo>
                    <a:pt x="286309" y="148422"/>
                    <a:pt x="289322" y="140028"/>
                    <a:pt x="292168" y="131585"/>
                  </a:cubicBezTo>
                  <a:cubicBezTo>
                    <a:pt x="295002" y="123131"/>
                    <a:pt x="298446" y="114772"/>
                    <a:pt x="300419" y="106151"/>
                  </a:cubicBezTo>
                  <a:cubicBezTo>
                    <a:pt x="302392" y="97517"/>
                    <a:pt x="304342" y="88549"/>
                    <a:pt x="304019" y="79819"/>
                  </a:cubicBezTo>
                  <a:cubicBezTo>
                    <a:pt x="303684" y="71090"/>
                    <a:pt x="301603" y="61954"/>
                    <a:pt x="298446" y="53775"/>
                  </a:cubicBezTo>
                  <a:cubicBezTo>
                    <a:pt x="295289" y="45596"/>
                    <a:pt x="290626" y="37524"/>
                    <a:pt x="285077" y="30744"/>
                  </a:cubicBezTo>
                  <a:cubicBezTo>
                    <a:pt x="279529" y="23964"/>
                    <a:pt x="272545" y="17758"/>
                    <a:pt x="265132" y="13094"/>
                  </a:cubicBezTo>
                  <a:cubicBezTo>
                    <a:pt x="257718" y="8430"/>
                    <a:pt x="249096" y="4855"/>
                    <a:pt x="240582" y="2774"/>
                  </a:cubicBezTo>
                  <a:cubicBezTo>
                    <a:pt x="232068" y="706"/>
                    <a:pt x="222788" y="0"/>
                    <a:pt x="214035" y="65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12" name="Logo card Horizontal · symbol + Voice Command AI"/>
          <p:cNvSpPr/>
          <p:nvPr/>
        </p:nvSpPr>
        <p:spPr>
          <a:xfrm>
            <a:off x="3429000" y="169164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3172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Horizontal · symbol + Voice Command AI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4472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App header · web header · documents</a:t>
            </a:r>
            <a:endParaRPr lang="en-US" sz="1100" dirty="0"/>
          </a:p>
        </p:txBody>
      </p:sp>
      <p:grpSp>
        <p:nvGrpSpPr>
          <p:cNvPr id="49" name="VCA symbol (horizontal)"/>
          <p:cNvGrpSpPr/>
          <p:nvPr/>
        </p:nvGrpSpPr>
        <p:grpSpPr>
          <a:xfrm>
            <a:off x="3977640" y="2103120"/>
            <a:ext cx="868680" cy="760404"/>
            <a:chOff x="3977640" y="2103120"/>
            <a:chExt cx="868680" cy="760404"/>
          </a:xfrm>
        </p:grpSpPr>
        <p:sp>
          <p:nvSpPr>
            <p:cNvPr id="15" name="Outer left wave"/>
            <p:cNvSpPr/>
            <p:nvPr/>
          </p:nvSpPr>
          <p:spPr>
            <a:xfrm>
              <a:off x="3977640" y="2103271"/>
              <a:ext cx="262535" cy="578381"/>
            </a:xfrm>
            <a:custGeom>
              <a:avLst/>
              <a:gdLst/>
              <a:ahLst/>
              <a:cxnLst/>
              <a:rect l="l" t="t" r="r" b="b"/>
              <a:pathLst>
                <a:path w="262535" h="578381">
                  <a:moveTo>
                    <a:pt x="74487" y="149"/>
                  </a:moveTo>
                  <a:cubicBezTo>
                    <a:pt x="66911" y="0"/>
                    <a:pt x="58938" y="950"/>
                    <a:pt x="51678" y="3109"/>
                  </a:cubicBezTo>
                  <a:cubicBezTo>
                    <a:pt x="44418" y="5277"/>
                    <a:pt x="37147" y="8789"/>
                    <a:pt x="30941" y="13126"/>
                  </a:cubicBezTo>
                  <a:cubicBezTo>
                    <a:pt x="24744" y="17463"/>
                    <a:pt x="18961" y="23071"/>
                    <a:pt x="14438" y="29144"/>
                  </a:cubicBezTo>
                  <a:cubicBezTo>
                    <a:pt x="9914" y="35216"/>
                    <a:pt x="6186" y="42373"/>
                    <a:pt x="3800" y="49561"/>
                  </a:cubicBezTo>
                  <a:cubicBezTo>
                    <a:pt x="1415" y="56749"/>
                    <a:pt x="0" y="64732"/>
                    <a:pt x="103" y="72281"/>
                  </a:cubicBezTo>
                  <a:cubicBezTo>
                    <a:pt x="217" y="79830"/>
                    <a:pt x="2510" y="87441"/>
                    <a:pt x="4451" y="94856"/>
                  </a:cubicBezTo>
                  <a:cubicBezTo>
                    <a:pt x="6382" y="102271"/>
                    <a:pt x="9253" y="109490"/>
                    <a:pt x="11722" y="116781"/>
                  </a:cubicBezTo>
                  <a:cubicBezTo>
                    <a:pt x="14179" y="124083"/>
                    <a:pt x="16720" y="131353"/>
                    <a:pt x="19250" y="138624"/>
                  </a:cubicBezTo>
                  <a:cubicBezTo>
                    <a:pt x="21770" y="145894"/>
                    <a:pt x="24321" y="153164"/>
                    <a:pt x="26882" y="160425"/>
                  </a:cubicBezTo>
                  <a:cubicBezTo>
                    <a:pt x="29443" y="167695"/>
                    <a:pt x="32035" y="174934"/>
                    <a:pt x="34607" y="182194"/>
                  </a:cubicBezTo>
                  <a:cubicBezTo>
                    <a:pt x="37178" y="189455"/>
                    <a:pt x="39729" y="196725"/>
                    <a:pt x="42311" y="203975"/>
                  </a:cubicBezTo>
                  <a:cubicBezTo>
                    <a:pt x="44893" y="211235"/>
                    <a:pt x="47475" y="218485"/>
                    <a:pt x="50077" y="225734"/>
                  </a:cubicBezTo>
                  <a:cubicBezTo>
                    <a:pt x="52680" y="232974"/>
                    <a:pt x="55334" y="240203"/>
                    <a:pt x="57947" y="247453"/>
                  </a:cubicBezTo>
                  <a:cubicBezTo>
                    <a:pt x="60559" y="254692"/>
                    <a:pt x="63152" y="261952"/>
                    <a:pt x="65754" y="269192"/>
                  </a:cubicBezTo>
                  <a:cubicBezTo>
                    <a:pt x="68356" y="276442"/>
                    <a:pt x="70959" y="283691"/>
                    <a:pt x="73582" y="290931"/>
                  </a:cubicBezTo>
                  <a:cubicBezTo>
                    <a:pt x="76205" y="298170"/>
                    <a:pt x="78890" y="305389"/>
                    <a:pt x="81493" y="312628"/>
                  </a:cubicBezTo>
                  <a:cubicBezTo>
                    <a:pt x="84106" y="319878"/>
                    <a:pt x="86626" y="327149"/>
                    <a:pt x="89218" y="334398"/>
                  </a:cubicBezTo>
                  <a:cubicBezTo>
                    <a:pt x="91820" y="341648"/>
                    <a:pt x="94485" y="348877"/>
                    <a:pt x="97087" y="356117"/>
                  </a:cubicBezTo>
                  <a:cubicBezTo>
                    <a:pt x="99679" y="363367"/>
                    <a:pt x="102230" y="370637"/>
                    <a:pt x="104812" y="377887"/>
                  </a:cubicBezTo>
                  <a:cubicBezTo>
                    <a:pt x="107404" y="385137"/>
                    <a:pt x="110017" y="392386"/>
                    <a:pt x="112619" y="399626"/>
                  </a:cubicBezTo>
                  <a:cubicBezTo>
                    <a:pt x="115222" y="406876"/>
                    <a:pt x="117835" y="414125"/>
                    <a:pt x="120437" y="421375"/>
                  </a:cubicBezTo>
                  <a:cubicBezTo>
                    <a:pt x="123029" y="428615"/>
                    <a:pt x="125621" y="435875"/>
                    <a:pt x="128224" y="443114"/>
                  </a:cubicBezTo>
                  <a:cubicBezTo>
                    <a:pt x="130826" y="450364"/>
                    <a:pt x="133429" y="457614"/>
                    <a:pt x="136052" y="464853"/>
                  </a:cubicBezTo>
                  <a:cubicBezTo>
                    <a:pt x="138675" y="472093"/>
                    <a:pt x="141329" y="479322"/>
                    <a:pt x="143942" y="486561"/>
                  </a:cubicBezTo>
                  <a:cubicBezTo>
                    <a:pt x="146555" y="493811"/>
                    <a:pt x="149075" y="501081"/>
                    <a:pt x="151708" y="508321"/>
                  </a:cubicBezTo>
                  <a:cubicBezTo>
                    <a:pt x="154331" y="515560"/>
                    <a:pt x="156572" y="522975"/>
                    <a:pt x="159702" y="529987"/>
                  </a:cubicBezTo>
                  <a:cubicBezTo>
                    <a:pt x="162831" y="537000"/>
                    <a:pt x="166177" y="544095"/>
                    <a:pt x="170494" y="550394"/>
                  </a:cubicBezTo>
                  <a:cubicBezTo>
                    <a:pt x="174800" y="556684"/>
                    <a:pt x="179571" y="563324"/>
                    <a:pt x="185551" y="567775"/>
                  </a:cubicBezTo>
                  <a:cubicBezTo>
                    <a:pt x="191541" y="572226"/>
                    <a:pt x="199142" y="575810"/>
                    <a:pt x="206402" y="577090"/>
                  </a:cubicBezTo>
                  <a:cubicBezTo>
                    <a:pt x="213672" y="578381"/>
                    <a:pt x="222161" y="577803"/>
                    <a:pt x="229173" y="575490"/>
                  </a:cubicBezTo>
                  <a:cubicBezTo>
                    <a:pt x="236175" y="573176"/>
                    <a:pt x="243270" y="568519"/>
                    <a:pt x="248465" y="563221"/>
                  </a:cubicBezTo>
                  <a:cubicBezTo>
                    <a:pt x="253649" y="557913"/>
                    <a:pt x="258069" y="550704"/>
                    <a:pt x="260300" y="543640"/>
                  </a:cubicBezTo>
                  <a:cubicBezTo>
                    <a:pt x="262531" y="536576"/>
                    <a:pt x="262355" y="528407"/>
                    <a:pt x="261849" y="520837"/>
                  </a:cubicBezTo>
                  <a:cubicBezTo>
                    <a:pt x="261343" y="513268"/>
                    <a:pt x="258844" y="505739"/>
                    <a:pt x="257253" y="498200"/>
                  </a:cubicBezTo>
                  <a:cubicBezTo>
                    <a:pt x="255673" y="490661"/>
                    <a:pt x="253990" y="483153"/>
                    <a:pt x="252348" y="475624"/>
                  </a:cubicBezTo>
                  <a:cubicBezTo>
                    <a:pt x="250706" y="468106"/>
                    <a:pt x="249054" y="460578"/>
                    <a:pt x="247422" y="453059"/>
                  </a:cubicBezTo>
                  <a:cubicBezTo>
                    <a:pt x="245780" y="445531"/>
                    <a:pt x="244220" y="437992"/>
                    <a:pt x="242516" y="430484"/>
                  </a:cubicBezTo>
                  <a:cubicBezTo>
                    <a:pt x="240802" y="422976"/>
                    <a:pt x="238902" y="415509"/>
                    <a:pt x="237167" y="408012"/>
                  </a:cubicBezTo>
                  <a:cubicBezTo>
                    <a:pt x="235421" y="400504"/>
                    <a:pt x="233779" y="392985"/>
                    <a:pt x="232096" y="385477"/>
                  </a:cubicBezTo>
                  <a:cubicBezTo>
                    <a:pt x="230402" y="377959"/>
                    <a:pt x="228740" y="370441"/>
                    <a:pt x="227025" y="362933"/>
                  </a:cubicBezTo>
                  <a:cubicBezTo>
                    <a:pt x="225321" y="355425"/>
                    <a:pt x="223566" y="347927"/>
                    <a:pt x="221831" y="340430"/>
                  </a:cubicBezTo>
                  <a:cubicBezTo>
                    <a:pt x="220106" y="332922"/>
                    <a:pt x="218412" y="325414"/>
                    <a:pt x="216657" y="317916"/>
                  </a:cubicBezTo>
                  <a:cubicBezTo>
                    <a:pt x="214911" y="310418"/>
                    <a:pt x="213114" y="302921"/>
                    <a:pt x="211328" y="295433"/>
                  </a:cubicBezTo>
                  <a:cubicBezTo>
                    <a:pt x="209541" y="287946"/>
                    <a:pt x="207744" y="280459"/>
                    <a:pt x="205937" y="272972"/>
                  </a:cubicBezTo>
                  <a:cubicBezTo>
                    <a:pt x="204140" y="265484"/>
                    <a:pt x="202395" y="257987"/>
                    <a:pt x="200525" y="250510"/>
                  </a:cubicBezTo>
                  <a:cubicBezTo>
                    <a:pt x="198656" y="243043"/>
                    <a:pt x="196653" y="235607"/>
                    <a:pt x="194722" y="228151"/>
                  </a:cubicBezTo>
                  <a:cubicBezTo>
                    <a:pt x="192790" y="220695"/>
                    <a:pt x="190880" y="213238"/>
                    <a:pt x="188959" y="205782"/>
                  </a:cubicBezTo>
                  <a:cubicBezTo>
                    <a:pt x="187038" y="198326"/>
                    <a:pt x="185148" y="190859"/>
                    <a:pt x="183196" y="183413"/>
                  </a:cubicBezTo>
                  <a:cubicBezTo>
                    <a:pt x="181234" y="175967"/>
                    <a:pt x="179210" y="168542"/>
                    <a:pt x="177206" y="161106"/>
                  </a:cubicBezTo>
                  <a:cubicBezTo>
                    <a:pt x="175213" y="153660"/>
                    <a:pt x="173189" y="146235"/>
                    <a:pt x="171206" y="138789"/>
                  </a:cubicBezTo>
                  <a:cubicBezTo>
                    <a:pt x="169223" y="131353"/>
                    <a:pt x="167313" y="123897"/>
                    <a:pt x="165320" y="116451"/>
                  </a:cubicBezTo>
                  <a:cubicBezTo>
                    <a:pt x="163337" y="109015"/>
                    <a:pt x="161292" y="101590"/>
                    <a:pt x="159299" y="94154"/>
                  </a:cubicBezTo>
                  <a:cubicBezTo>
                    <a:pt x="157306" y="86718"/>
                    <a:pt x="155509" y="79211"/>
                    <a:pt x="153350" y="71826"/>
                  </a:cubicBezTo>
                  <a:cubicBezTo>
                    <a:pt x="151192" y="64442"/>
                    <a:pt x="149457" y="56811"/>
                    <a:pt x="146317" y="49860"/>
                  </a:cubicBezTo>
                  <a:cubicBezTo>
                    <a:pt x="143178" y="42910"/>
                    <a:pt x="139284" y="36032"/>
                    <a:pt x="134524" y="30104"/>
                  </a:cubicBezTo>
                  <a:cubicBezTo>
                    <a:pt x="129773" y="24166"/>
                    <a:pt x="124010" y="18630"/>
                    <a:pt x="117783" y="14283"/>
                  </a:cubicBezTo>
                  <a:cubicBezTo>
                    <a:pt x="111556" y="9925"/>
                    <a:pt x="104378" y="6362"/>
                    <a:pt x="97159" y="4007"/>
                  </a:cubicBezTo>
                  <a:cubicBezTo>
                    <a:pt x="89941" y="1652"/>
                    <a:pt x="82071" y="299"/>
                    <a:pt x="74491" y="14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6" name="Inner left wave"/>
            <p:cNvSpPr/>
            <p:nvPr/>
          </p:nvSpPr>
          <p:spPr>
            <a:xfrm>
              <a:off x="4196977" y="2260435"/>
              <a:ext cx="136936" cy="493644"/>
            </a:xfrm>
            <a:custGeom>
              <a:avLst/>
              <a:gdLst/>
              <a:ahLst/>
              <a:cxnLst/>
              <a:rect l="l" t="t" r="r" b="b"/>
              <a:pathLst>
                <a:path w="136936" h="493644">
                  <a:moveTo>
                    <a:pt x="49563" y="458"/>
                  </a:moveTo>
                  <a:cubicBezTo>
                    <a:pt x="42125" y="919"/>
                    <a:pt x="34039" y="3387"/>
                    <a:pt x="27553" y="7085"/>
                  </a:cubicBezTo>
                  <a:cubicBezTo>
                    <a:pt x="21068" y="10792"/>
                    <a:pt x="15016" y="16555"/>
                    <a:pt x="10678" y="22668"/>
                  </a:cubicBezTo>
                  <a:cubicBezTo>
                    <a:pt x="6341" y="28782"/>
                    <a:pt x="3098" y="36424"/>
                    <a:pt x="1549" y="43767"/>
                  </a:cubicBezTo>
                  <a:cubicBezTo>
                    <a:pt x="0" y="51110"/>
                    <a:pt x="640" y="59103"/>
                    <a:pt x="1384" y="66714"/>
                  </a:cubicBezTo>
                  <a:cubicBezTo>
                    <a:pt x="2117" y="74326"/>
                    <a:pt x="4399" y="81865"/>
                    <a:pt x="5980" y="89424"/>
                  </a:cubicBezTo>
                  <a:cubicBezTo>
                    <a:pt x="7560" y="96984"/>
                    <a:pt x="9264" y="104512"/>
                    <a:pt x="10875" y="112072"/>
                  </a:cubicBezTo>
                  <a:cubicBezTo>
                    <a:pt x="12486" y="119621"/>
                    <a:pt x="14055" y="127181"/>
                    <a:pt x="15625" y="134740"/>
                  </a:cubicBezTo>
                  <a:cubicBezTo>
                    <a:pt x="17205" y="142300"/>
                    <a:pt x="18734" y="149870"/>
                    <a:pt x="20334" y="157430"/>
                  </a:cubicBezTo>
                  <a:cubicBezTo>
                    <a:pt x="21925" y="164979"/>
                    <a:pt x="23588" y="172518"/>
                    <a:pt x="25199" y="180077"/>
                  </a:cubicBezTo>
                  <a:cubicBezTo>
                    <a:pt x="26810" y="187627"/>
                    <a:pt x="28441" y="195176"/>
                    <a:pt x="30011" y="202736"/>
                  </a:cubicBezTo>
                  <a:cubicBezTo>
                    <a:pt x="31591" y="210295"/>
                    <a:pt x="33089" y="217875"/>
                    <a:pt x="34669" y="225435"/>
                  </a:cubicBezTo>
                  <a:cubicBezTo>
                    <a:pt x="36239" y="232995"/>
                    <a:pt x="37912" y="240533"/>
                    <a:pt x="39461" y="248093"/>
                  </a:cubicBezTo>
                  <a:cubicBezTo>
                    <a:pt x="41020" y="255663"/>
                    <a:pt x="42518" y="263233"/>
                    <a:pt x="43994" y="270813"/>
                  </a:cubicBezTo>
                  <a:cubicBezTo>
                    <a:pt x="45461" y="278393"/>
                    <a:pt x="46896" y="285984"/>
                    <a:pt x="48311" y="293575"/>
                  </a:cubicBezTo>
                  <a:cubicBezTo>
                    <a:pt x="49726" y="301165"/>
                    <a:pt x="51110" y="308766"/>
                    <a:pt x="52494" y="316367"/>
                  </a:cubicBezTo>
                  <a:cubicBezTo>
                    <a:pt x="53878" y="323958"/>
                    <a:pt x="55261" y="331558"/>
                    <a:pt x="56604" y="339159"/>
                  </a:cubicBezTo>
                  <a:cubicBezTo>
                    <a:pt x="57957" y="346771"/>
                    <a:pt x="59279" y="354382"/>
                    <a:pt x="60570" y="361993"/>
                  </a:cubicBezTo>
                  <a:cubicBezTo>
                    <a:pt x="61861" y="369604"/>
                    <a:pt x="63141" y="377215"/>
                    <a:pt x="64370" y="384847"/>
                  </a:cubicBezTo>
                  <a:cubicBezTo>
                    <a:pt x="65599" y="392469"/>
                    <a:pt x="66735" y="400101"/>
                    <a:pt x="67954" y="407733"/>
                  </a:cubicBezTo>
                  <a:cubicBezTo>
                    <a:pt x="69183" y="415354"/>
                    <a:pt x="70494" y="422965"/>
                    <a:pt x="71703" y="430597"/>
                  </a:cubicBezTo>
                  <a:cubicBezTo>
                    <a:pt x="72911" y="438219"/>
                    <a:pt x="73778" y="445923"/>
                    <a:pt x="75214" y="453493"/>
                  </a:cubicBezTo>
                  <a:cubicBezTo>
                    <a:pt x="76660" y="461063"/>
                    <a:pt x="76742" y="469697"/>
                    <a:pt x="80347" y="475996"/>
                  </a:cubicBezTo>
                  <a:cubicBezTo>
                    <a:pt x="83951" y="482296"/>
                    <a:pt x="90333" y="488957"/>
                    <a:pt x="96839" y="491301"/>
                  </a:cubicBezTo>
                  <a:cubicBezTo>
                    <a:pt x="103345" y="493646"/>
                    <a:pt x="113156" y="493088"/>
                    <a:pt x="119373" y="490041"/>
                  </a:cubicBezTo>
                  <a:cubicBezTo>
                    <a:pt x="125590" y="487005"/>
                    <a:pt x="131374" y="479704"/>
                    <a:pt x="134152" y="473043"/>
                  </a:cubicBezTo>
                  <a:cubicBezTo>
                    <a:pt x="136940" y="466382"/>
                    <a:pt x="135742" y="457769"/>
                    <a:pt x="136052" y="450085"/>
                  </a:cubicBezTo>
                  <a:cubicBezTo>
                    <a:pt x="136372" y="442391"/>
                    <a:pt x="136052" y="434635"/>
                    <a:pt x="136052" y="426911"/>
                  </a:cubicBezTo>
                  <a:cubicBezTo>
                    <a:pt x="136052" y="419186"/>
                    <a:pt x="136052" y="411471"/>
                    <a:pt x="136052" y="403746"/>
                  </a:cubicBezTo>
                  <a:cubicBezTo>
                    <a:pt x="136052" y="396022"/>
                    <a:pt x="136052" y="388297"/>
                    <a:pt x="136052" y="380572"/>
                  </a:cubicBezTo>
                  <a:cubicBezTo>
                    <a:pt x="136052" y="372857"/>
                    <a:pt x="136052" y="365133"/>
                    <a:pt x="136052" y="357408"/>
                  </a:cubicBezTo>
                  <a:cubicBezTo>
                    <a:pt x="136052" y="349683"/>
                    <a:pt x="136052" y="341958"/>
                    <a:pt x="136052" y="334233"/>
                  </a:cubicBezTo>
                  <a:cubicBezTo>
                    <a:pt x="136052" y="326519"/>
                    <a:pt x="136052" y="318794"/>
                    <a:pt x="136052" y="311069"/>
                  </a:cubicBezTo>
                  <a:cubicBezTo>
                    <a:pt x="136052" y="303344"/>
                    <a:pt x="136052" y="295619"/>
                    <a:pt x="136052" y="287905"/>
                  </a:cubicBezTo>
                  <a:cubicBezTo>
                    <a:pt x="136052" y="280180"/>
                    <a:pt x="136052" y="272455"/>
                    <a:pt x="136052" y="264730"/>
                  </a:cubicBezTo>
                  <a:cubicBezTo>
                    <a:pt x="136052" y="257006"/>
                    <a:pt x="136052" y="249291"/>
                    <a:pt x="136052" y="241566"/>
                  </a:cubicBezTo>
                  <a:cubicBezTo>
                    <a:pt x="136052" y="233841"/>
                    <a:pt x="136052" y="226117"/>
                    <a:pt x="136052" y="218392"/>
                  </a:cubicBezTo>
                  <a:cubicBezTo>
                    <a:pt x="136052" y="210677"/>
                    <a:pt x="136259" y="202942"/>
                    <a:pt x="136052" y="195228"/>
                  </a:cubicBezTo>
                  <a:cubicBezTo>
                    <a:pt x="135845" y="187513"/>
                    <a:pt x="135701" y="179768"/>
                    <a:pt x="134802" y="172115"/>
                  </a:cubicBezTo>
                  <a:cubicBezTo>
                    <a:pt x="133894" y="164462"/>
                    <a:pt x="132190" y="156893"/>
                    <a:pt x="130630" y="149333"/>
                  </a:cubicBezTo>
                  <a:cubicBezTo>
                    <a:pt x="129071" y="141773"/>
                    <a:pt x="127181" y="134276"/>
                    <a:pt x="125446" y="126747"/>
                  </a:cubicBezTo>
                  <a:cubicBezTo>
                    <a:pt x="123701" y="119229"/>
                    <a:pt x="121935" y="111711"/>
                    <a:pt x="120200" y="104182"/>
                  </a:cubicBezTo>
                  <a:cubicBezTo>
                    <a:pt x="118465" y="96664"/>
                    <a:pt x="116761" y="89125"/>
                    <a:pt x="115026" y="81596"/>
                  </a:cubicBezTo>
                  <a:cubicBezTo>
                    <a:pt x="113291" y="74078"/>
                    <a:pt x="111680" y="66508"/>
                    <a:pt x="109790" y="59031"/>
                  </a:cubicBezTo>
                  <a:cubicBezTo>
                    <a:pt x="107910" y="51554"/>
                    <a:pt x="106826" y="43654"/>
                    <a:pt x="103707" y="36724"/>
                  </a:cubicBezTo>
                  <a:cubicBezTo>
                    <a:pt x="100588" y="29794"/>
                    <a:pt x="96333" y="22834"/>
                    <a:pt x="91077" y="17433"/>
                  </a:cubicBezTo>
                  <a:cubicBezTo>
                    <a:pt x="85830" y="12042"/>
                    <a:pt x="79118" y="7167"/>
                    <a:pt x="72188" y="4337"/>
                  </a:cubicBezTo>
                  <a:cubicBezTo>
                    <a:pt x="65269" y="1508"/>
                    <a:pt x="57007" y="0"/>
                    <a:pt x="49561" y="454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7" name="Center wave"/>
            <p:cNvSpPr/>
            <p:nvPr/>
          </p:nvSpPr>
          <p:spPr>
            <a:xfrm>
              <a:off x="4354599" y="2444212"/>
              <a:ext cx="114219" cy="419312"/>
            </a:xfrm>
            <a:custGeom>
              <a:avLst/>
              <a:gdLst/>
              <a:ahLst/>
              <a:cxnLst/>
              <a:rect l="l" t="t" r="r" b="b"/>
              <a:pathLst>
                <a:path w="114219" h="419312">
                  <a:moveTo>
                    <a:pt x="53047" y="520"/>
                  </a:moveTo>
                  <a:cubicBezTo>
                    <a:pt x="45616" y="1043"/>
                    <a:pt x="37684" y="3274"/>
                    <a:pt x="31085" y="6733"/>
                  </a:cubicBezTo>
                  <a:cubicBezTo>
                    <a:pt x="24486" y="10193"/>
                    <a:pt x="18145" y="15470"/>
                    <a:pt x="13467" y="21274"/>
                  </a:cubicBezTo>
                  <a:cubicBezTo>
                    <a:pt x="8789" y="27068"/>
                    <a:pt x="5112" y="34380"/>
                    <a:pt x="3016" y="41557"/>
                  </a:cubicBezTo>
                  <a:cubicBezTo>
                    <a:pt x="919" y="48735"/>
                    <a:pt x="1250" y="56707"/>
                    <a:pt x="898" y="64329"/>
                  </a:cubicBezTo>
                  <a:cubicBezTo>
                    <a:pt x="537" y="71961"/>
                    <a:pt x="898" y="79644"/>
                    <a:pt x="898" y="87307"/>
                  </a:cubicBezTo>
                  <a:cubicBezTo>
                    <a:pt x="898" y="94960"/>
                    <a:pt x="898" y="102623"/>
                    <a:pt x="898" y="110275"/>
                  </a:cubicBezTo>
                  <a:cubicBezTo>
                    <a:pt x="898" y="117928"/>
                    <a:pt x="898" y="125590"/>
                    <a:pt x="898" y="133243"/>
                  </a:cubicBezTo>
                  <a:cubicBezTo>
                    <a:pt x="898" y="140906"/>
                    <a:pt x="898" y="148558"/>
                    <a:pt x="898" y="156221"/>
                  </a:cubicBezTo>
                  <a:cubicBezTo>
                    <a:pt x="898" y="163874"/>
                    <a:pt x="898" y="171537"/>
                    <a:pt x="898" y="179189"/>
                  </a:cubicBezTo>
                  <a:cubicBezTo>
                    <a:pt x="898" y="186842"/>
                    <a:pt x="898" y="194505"/>
                    <a:pt x="898" y="202157"/>
                  </a:cubicBezTo>
                  <a:cubicBezTo>
                    <a:pt x="898" y="209820"/>
                    <a:pt x="898" y="217473"/>
                    <a:pt x="898" y="225135"/>
                  </a:cubicBezTo>
                  <a:cubicBezTo>
                    <a:pt x="898" y="232788"/>
                    <a:pt x="898" y="240451"/>
                    <a:pt x="898" y="248103"/>
                  </a:cubicBezTo>
                  <a:cubicBezTo>
                    <a:pt x="898" y="255756"/>
                    <a:pt x="898" y="263419"/>
                    <a:pt x="898" y="271071"/>
                  </a:cubicBezTo>
                  <a:cubicBezTo>
                    <a:pt x="898" y="278734"/>
                    <a:pt x="898" y="286387"/>
                    <a:pt x="898" y="294050"/>
                  </a:cubicBezTo>
                  <a:cubicBezTo>
                    <a:pt x="898" y="301702"/>
                    <a:pt x="898" y="309365"/>
                    <a:pt x="898" y="317018"/>
                  </a:cubicBezTo>
                  <a:cubicBezTo>
                    <a:pt x="898" y="324670"/>
                    <a:pt x="898" y="332333"/>
                    <a:pt x="898" y="339986"/>
                  </a:cubicBezTo>
                  <a:cubicBezTo>
                    <a:pt x="888" y="347648"/>
                    <a:pt x="0" y="355415"/>
                    <a:pt x="837" y="362953"/>
                  </a:cubicBezTo>
                  <a:cubicBezTo>
                    <a:pt x="1683" y="370492"/>
                    <a:pt x="2902" y="378393"/>
                    <a:pt x="5938" y="385219"/>
                  </a:cubicBezTo>
                  <a:cubicBezTo>
                    <a:pt x="8964" y="392046"/>
                    <a:pt x="13591" y="398800"/>
                    <a:pt x="19023" y="403901"/>
                  </a:cubicBezTo>
                  <a:cubicBezTo>
                    <a:pt x="24445" y="408993"/>
                    <a:pt x="31467" y="413330"/>
                    <a:pt x="38480" y="415809"/>
                  </a:cubicBezTo>
                  <a:cubicBezTo>
                    <a:pt x="45502" y="418277"/>
                    <a:pt x="53692" y="419310"/>
                    <a:pt x="61127" y="418752"/>
                  </a:cubicBezTo>
                  <a:cubicBezTo>
                    <a:pt x="68553" y="418194"/>
                    <a:pt x="76474" y="415933"/>
                    <a:pt x="83052" y="412452"/>
                  </a:cubicBezTo>
                  <a:cubicBezTo>
                    <a:pt x="89620" y="408972"/>
                    <a:pt x="95910" y="403664"/>
                    <a:pt x="100567" y="397849"/>
                  </a:cubicBezTo>
                  <a:cubicBezTo>
                    <a:pt x="105225" y="392046"/>
                    <a:pt x="108912" y="384744"/>
                    <a:pt x="111019" y="377577"/>
                  </a:cubicBezTo>
                  <a:cubicBezTo>
                    <a:pt x="113115" y="370399"/>
                    <a:pt x="112836" y="362437"/>
                    <a:pt x="113208" y="354816"/>
                  </a:cubicBezTo>
                  <a:cubicBezTo>
                    <a:pt x="113569" y="347194"/>
                    <a:pt x="113208" y="339500"/>
                    <a:pt x="113208" y="331848"/>
                  </a:cubicBezTo>
                  <a:cubicBezTo>
                    <a:pt x="113208" y="324185"/>
                    <a:pt x="113167" y="316532"/>
                    <a:pt x="113208" y="308880"/>
                  </a:cubicBezTo>
                  <a:cubicBezTo>
                    <a:pt x="113239" y="301217"/>
                    <a:pt x="113384" y="293564"/>
                    <a:pt x="113425" y="285912"/>
                  </a:cubicBezTo>
                  <a:cubicBezTo>
                    <a:pt x="113456" y="278249"/>
                    <a:pt x="113425" y="270596"/>
                    <a:pt x="113425" y="262944"/>
                  </a:cubicBezTo>
                  <a:cubicBezTo>
                    <a:pt x="113425" y="255291"/>
                    <a:pt x="113446" y="247639"/>
                    <a:pt x="113404" y="239976"/>
                  </a:cubicBezTo>
                  <a:cubicBezTo>
                    <a:pt x="113373" y="232323"/>
                    <a:pt x="113229" y="224671"/>
                    <a:pt x="113208" y="217018"/>
                  </a:cubicBezTo>
                  <a:cubicBezTo>
                    <a:pt x="113177" y="209355"/>
                    <a:pt x="113249" y="201703"/>
                    <a:pt x="113260" y="194050"/>
                  </a:cubicBezTo>
                  <a:cubicBezTo>
                    <a:pt x="113280" y="186398"/>
                    <a:pt x="113291" y="178735"/>
                    <a:pt x="113280" y="171082"/>
                  </a:cubicBezTo>
                  <a:cubicBezTo>
                    <a:pt x="113270" y="163430"/>
                    <a:pt x="113177" y="155777"/>
                    <a:pt x="113208" y="148114"/>
                  </a:cubicBezTo>
                  <a:cubicBezTo>
                    <a:pt x="113229" y="140462"/>
                    <a:pt x="113373" y="132809"/>
                    <a:pt x="113415" y="125146"/>
                  </a:cubicBezTo>
                  <a:cubicBezTo>
                    <a:pt x="113456" y="117494"/>
                    <a:pt x="113497" y="109841"/>
                    <a:pt x="113466" y="102189"/>
                  </a:cubicBezTo>
                  <a:cubicBezTo>
                    <a:pt x="113425" y="94526"/>
                    <a:pt x="113218" y="86873"/>
                    <a:pt x="113208" y="79221"/>
                  </a:cubicBezTo>
                  <a:cubicBezTo>
                    <a:pt x="113208" y="71558"/>
                    <a:pt x="114220" y="63781"/>
                    <a:pt x="113425" y="56253"/>
                  </a:cubicBezTo>
                  <a:cubicBezTo>
                    <a:pt x="112630" y="48714"/>
                    <a:pt x="111483" y="40783"/>
                    <a:pt x="108437" y="33998"/>
                  </a:cubicBezTo>
                  <a:cubicBezTo>
                    <a:pt x="105380" y="27212"/>
                    <a:pt x="100578" y="20572"/>
                    <a:pt x="95115" y="15512"/>
                  </a:cubicBezTo>
                  <a:cubicBezTo>
                    <a:pt x="89651" y="10451"/>
                    <a:pt x="82680" y="6114"/>
                    <a:pt x="75668" y="3615"/>
                  </a:cubicBezTo>
                  <a:cubicBezTo>
                    <a:pt x="68666" y="1115"/>
                    <a:pt x="60477" y="0"/>
                    <a:pt x="53051" y="51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8" name="Inner right wave"/>
            <p:cNvSpPr/>
            <p:nvPr/>
          </p:nvSpPr>
          <p:spPr>
            <a:xfrm>
              <a:off x="4489684" y="2260521"/>
              <a:ext cx="136847" cy="493636"/>
            </a:xfrm>
            <a:custGeom>
              <a:avLst/>
              <a:gdLst/>
              <a:ahLst/>
              <a:cxnLst/>
              <a:rect l="l" t="t" r="r" b="b"/>
              <a:pathLst>
                <a:path w="136847" h="493636">
                  <a:moveTo>
                    <a:pt x="79842" y="693"/>
                  </a:moveTo>
                  <a:cubicBezTo>
                    <a:pt x="72425" y="1384"/>
                    <a:pt x="64504" y="4121"/>
                    <a:pt x="58040" y="7911"/>
                  </a:cubicBezTo>
                  <a:cubicBezTo>
                    <a:pt x="51575" y="11701"/>
                    <a:pt x="45585" y="17422"/>
                    <a:pt x="41051" y="23453"/>
                  </a:cubicBezTo>
                  <a:cubicBezTo>
                    <a:pt x="36517" y="29474"/>
                    <a:pt x="33399" y="36869"/>
                    <a:pt x="30837" y="44067"/>
                  </a:cubicBezTo>
                  <a:cubicBezTo>
                    <a:pt x="28266" y="51265"/>
                    <a:pt x="27398" y="59124"/>
                    <a:pt x="25674" y="66642"/>
                  </a:cubicBezTo>
                  <a:cubicBezTo>
                    <a:pt x="23949" y="74160"/>
                    <a:pt x="22204" y="81689"/>
                    <a:pt x="20469" y="89207"/>
                  </a:cubicBezTo>
                  <a:cubicBezTo>
                    <a:pt x="18723" y="96726"/>
                    <a:pt x="16968" y="104244"/>
                    <a:pt x="15212" y="111762"/>
                  </a:cubicBezTo>
                  <a:cubicBezTo>
                    <a:pt x="13446" y="119280"/>
                    <a:pt x="11618" y="126778"/>
                    <a:pt x="9894" y="134307"/>
                  </a:cubicBezTo>
                  <a:cubicBezTo>
                    <a:pt x="8159" y="141825"/>
                    <a:pt x="6258" y="149323"/>
                    <a:pt x="4833" y="156903"/>
                  </a:cubicBezTo>
                  <a:cubicBezTo>
                    <a:pt x="3408" y="164483"/>
                    <a:pt x="1983" y="172115"/>
                    <a:pt x="1322" y="179778"/>
                  </a:cubicBezTo>
                  <a:cubicBezTo>
                    <a:pt x="661" y="187451"/>
                    <a:pt x="919" y="195207"/>
                    <a:pt x="837" y="202921"/>
                  </a:cubicBezTo>
                  <a:cubicBezTo>
                    <a:pt x="754" y="210636"/>
                    <a:pt x="837" y="218361"/>
                    <a:pt x="837" y="226086"/>
                  </a:cubicBezTo>
                  <a:cubicBezTo>
                    <a:pt x="837" y="233800"/>
                    <a:pt x="837" y="241525"/>
                    <a:pt x="837" y="249239"/>
                  </a:cubicBezTo>
                  <a:cubicBezTo>
                    <a:pt x="837" y="256964"/>
                    <a:pt x="837" y="264679"/>
                    <a:pt x="837" y="272404"/>
                  </a:cubicBezTo>
                  <a:cubicBezTo>
                    <a:pt x="837" y="280118"/>
                    <a:pt x="837" y="287843"/>
                    <a:pt x="837" y="295557"/>
                  </a:cubicBezTo>
                  <a:cubicBezTo>
                    <a:pt x="837" y="303282"/>
                    <a:pt x="837" y="310997"/>
                    <a:pt x="837" y="318722"/>
                  </a:cubicBezTo>
                  <a:cubicBezTo>
                    <a:pt x="837" y="326436"/>
                    <a:pt x="837" y="334161"/>
                    <a:pt x="837" y="341875"/>
                  </a:cubicBezTo>
                  <a:cubicBezTo>
                    <a:pt x="837" y="349600"/>
                    <a:pt x="837" y="357315"/>
                    <a:pt x="837" y="365040"/>
                  </a:cubicBezTo>
                  <a:cubicBezTo>
                    <a:pt x="837" y="372754"/>
                    <a:pt x="837" y="380479"/>
                    <a:pt x="837" y="388193"/>
                  </a:cubicBezTo>
                  <a:cubicBezTo>
                    <a:pt x="837" y="395918"/>
                    <a:pt x="837" y="403633"/>
                    <a:pt x="837" y="411358"/>
                  </a:cubicBezTo>
                  <a:cubicBezTo>
                    <a:pt x="837" y="419072"/>
                    <a:pt x="837" y="426797"/>
                    <a:pt x="837" y="434511"/>
                  </a:cubicBezTo>
                  <a:cubicBezTo>
                    <a:pt x="837" y="442236"/>
                    <a:pt x="0" y="450116"/>
                    <a:pt x="837" y="457676"/>
                  </a:cubicBezTo>
                  <a:cubicBezTo>
                    <a:pt x="1673" y="465235"/>
                    <a:pt x="1911" y="474106"/>
                    <a:pt x="5866" y="479879"/>
                  </a:cubicBezTo>
                  <a:cubicBezTo>
                    <a:pt x="9832" y="485663"/>
                    <a:pt x="17815" y="491043"/>
                    <a:pt x="24610" y="492334"/>
                  </a:cubicBezTo>
                  <a:cubicBezTo>
                    <a:pt x="31416" y="493635"/>
                    <a:pt x="40979" y="491652"/>
                    <a:pt x="46669" y="487676"/>
                  </a:cubicBezTo>
                  <a:cubicBezTo>
                    <a:pt x="52349" y="483700"/>
                    <a:pt x="56088" y="475490"/>
                    <a:pt x="58731" y="468478"/>
                  </a:cubicBezTo>
                  <a:cubicBezTo>
                    <a:pt x="61365" y="461476"/>
                    <a:pt x="61251" y="453256"/>
                    <a:pt x="62491" y="445634"/>
                  </a:cubicBezTo>
                  <a:cubicBezTo>
                    <a:pt x="63730" y="438023"/>
                    <a:pt x="64959" y="430391"/>
                    <a:pt x="66177" y="422769"/>
                  </a:cubicBezTo>
                  <a:cubicBezTo>
                    <a:pt x="67396" y="415148"/>
                    <a:pt x="68584" y="407526"/>
                    <a:pt x="69813" y="399905"/>
                  </a:cubicBezTo>
                  <a:cubicBezTo>
                    <a:pt x="71042" y="392283"/>
                    <a:pt x="72291" y="384661"/>
                    <a:pt x="73572" y="377050"/>
                  </a:cubicBezTo>
                  <a:cubicBezTo>
                    <a:pt x="74852" y="369439"/>
                    <a:pt x="76174" y="361838"/>
                    <a:pt x="77517" y="354227"/>
                  </a:cubicBezTo>
                  <a:cubicBezTo>
                    <a:pt x="78859" y="346626"/>
                    <a:pt x="80264" y="339035"/>
                    <a:pt x="81617" y="331435"/>
                  </a:cubicBezTo>
                  <a:cubicBezTo>
                    <a:pt x="82959" y="323834"/>
                    <a:pt x="84230" y="316222"/>
                    <a:pt x="85624" y="308632"/>
                  </a:cubicBezTo>
                  <a:cubicBezTo>
                    <a:pt x="87008" y="301041"/>
                    <a:pt x="88505" y="293461"/>
                    <a:pt x="89951" y="285881"/>
                  </a:cubicBezTo>
                  <a:cubicBezTo>
                    <a:pt x="91407" y="278300"/>
                    <a:pt x="92801" y="270710"/>
                    <a:pt x="94309" y="263140"/>
                  </a:cubicBezTo>
                  <a:cubicBezTo>
                    <a:pt x="95817" y="255560"/>
                    <a:pt x="97428" y="248010"/>
                    <a:pt x="98987" y="240451"/>
                  </a:cubicBezTo>
                  <a:cubicBezTo>
                    <a:pt x="100547" y="232891"/>
                    <a:pt x="102044" y="225321"/>
                    <a:pt x="103655" y="217772"/>
                  </a:cubicBezTo>
                  <a:cubicBezTo>
                    <a:pt x="105256" y="210223"/>
                    <a:pt x="106960" y="202694"/>
                    <a:pt x="108612" y="195155"/>
                  </a:cubicBezTo>
                  <a:cubicBezTo>
                    <a:pt x="110265" y="187616"/>
                    <a:pt x="111958" y="180077"/>
                    <a:pt x="113580" y="172528"/>
                  </a:cubicBezTo>
                  <a:cubicBezTo>
                    <a:pt x="115191" y="164979"/>
                    <a:pt x="116719" y="157419"/>
                    <a:pt x="118299" y="149860"/>
                  </a:cubicBezTo>
                  <a:cubicBezTo>
                    <a:pt x="119879" y="142300"/>
                    <a:pt x="121480" y="134751"/>
                    <a:pt x="123071" y="127202"/>
                  </a:cubicBezTo>
                  <a:cubicBezTo>
                    <a:pt x="124661" y="119642"/>
                    <a:pt x="126262" y="112093"/>
                    <a:pt x="127862" y="104543"/>
                  </a:cubicBezTo>
                  <a:cubicBezTo>
                    <a:pt x="129463" y="96984"/>
                    <a:pt x="131188" y="89455"/>
                    <a:pt x="132665" y="81885"/>
                  </a:cubicBezTo>
                  <a:cubicBezTo>
                    <a:pt x="134141" y="74315"/>
                    <a:pt x="136599" y="66683"/>
                    <a:pt x="136723" y="59093"/>
                  </a:cubicBezTo>
                  <a:cubicBezTo>
                    <a:pt x="136847" y="51502"/>
                    <a:pt x="135918" y="43426"/>
                    <a:pt x="133388" y="36342"/>
                  </a:cubicBezTo>
                  <a:cubicBezTo>
                    <a:pt x="130868" y="29268"/>
                    <a:pt x="126726" y="22059"/>
                    <a:pt x="121583" y="16627"/>
                  </a:cubicBezTo>
                  <a:cubicBezTo>
                    <a:pt x="116440" y="11195"/>
                    <a:pt x="109511" y="6413"/>
                    <a:pt x="102550" y="3759"/>
                  </a:cubicBezTo>
                  <a:cubicBezTo>
                    <a:pt x="95590" y="1095"/>
                    <a:pt x="87266" y="0"/>
                    <a:pt x="79840" y="69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9" name="Outer right wave"/>
            <p:cNvSpPr/>
            <p:nvPr/>
          </p:nvSpPr>
          <p:spPr>
            <a:xfrm>
              <a:off x="4583479" y="2103120"/>
              <a:ext cx="262841" cy="578280"/>
            </a:xfrm>
            <a:custGeom>
              <a:avLst/>
              <a:gdLst/>
              <a:ahLst/>
              <a:cxnLst/>
              <a:rect l="l" t="t" r="r" b="b"/>
              <a:pathLst>
                <a:path w="262841" h="578280">
                  <a:moveTo>
                    <a:pt x="184848" y="565"/>
                  </a:moveTo>
                  <a:cubicBezTo>
                    <a:pt x="177289" y="1126"/>
                    <a:pt x="169513" y="3036"/>
                    <a:pt x="162438" y="5783"/>
                  </a:cubicBezTo>
                  <a:cubicBezTo>
                    <a:pt x="155364" y="8541"/>
                    <a:pt x="148414" y="12444"/>
                    <a:pt x="142383" y="17050"/>
                  </a:cubicBezTo>
                  <a:cubicBezTo>
                    <a:pt x="136352" y="21667"/>
                    <a:pt x="130806" y="27378"/>
                    <a:pt x="126262" y="33471"/>
                  </a:cubicBezTo>
                  <a:cubicBezTo>
                    <a:pt x="121718" y="39564"/>
                    <a:pt x="118072" y="46576"/>
                    <a:pt x="115108" y="53609"/>
                  </a:cubicBezTo>
                  <a:cubicBezTo>
                    <a:pt x="112144" y="60652"/>
                    <a:pt x="110575" y="68315"/>
                    <a:pt x="108478" y="75710"/>
                  </a:cubicBezTo>
                  <a:cubicBezTo>
                    <a:pt x="106382" y="83114"/>
                    <a:pt x="104523" y="90591"/>
                    <a:pt x="102540" y="98027"/>
                  </a:cubicBezTo>
                  <a:cubicBezTo>
                    <a:pt x="100567" y="105473"/>
                    <a:pt x="98585" y="112909"/>
                    <a:pt x="96602" y="120344"/>
                  </a:cubicBezTo>
                  <a:cubicBezTo>
                    <a:pt x="94619" y="127780"/>
                    <a:pt x="92646" y="135226"/>
                    <a:pt x="90653" y="142662"/>
                  </a:cubicBezTo>
                  <a:cubicBezTo>
                    <a:pt x="88650" y="150097"/>
                    <a:pt x="86605" y="157512"/>
                    <a:pt x="84622" y="164948"/>
                  </a:cubicBezTo>
                  <a:cubicBezTo>
                    <a:pt x="82639" y="172384"/>
                    <a:pt x="80687" y="179840"/>
                    <a:pt x="78746" y="187286"/>
                  </a:cubicBezTo>
                  <a:cubicBezTo>
                    <a:pt x="76815" y="194732"/>
                    <a:pt x="74925" y="202198"/>
                    <a:pt x="73004" y="209655"/>
                  </a:cubicBezTo>
                  <a:cubicBezTo>
                    <a:pt x="71083" y="217111"/>
                    <a:pt x="69152" y="224557"/>
                    <a:pt x="67241" y="232013"/>
                  </a:cubicBezTo>
                  <a:cubicBezTo>
                    <a:pt x="65341" y="239470"/>
                    <a:pt x="63441" y="246936"/>
                    <a:pt x="61592" y="254403"/>
                  </a:cubicBezTo>
                  <a:cubicBezTo>
                    <a:pt x="59733" y="261880"/>
                    <a:pt x="57957" y="269367"/>
                    <a:pt x="56129" y="276844"/>
                  </a:cubicBezTo>
                  <a:cubicBezTo>
                    <a:pt x="54301" y="284321"/>
                    <a:pt x="52401" y="291778"/>
                    <a:pt x="50604" y="299265"/>
                  </a:cubicBezTo>
                  <a:cubicBezTo>
                    <a:pt x="48807" y="306752"/>
                    <a:pt x="47082" y="314250"/>
                    <a:pt x="45368" y="321758"/>
                  </a:cubicBezTo>
                  <a:cubicBezTo>
                    <a:pt x="43643" y="329255"/>
                    <a:pt x="41991" y="336774"/>
                    <a:pt x="40277" y="344282"/>
                  </a:cubicBezTo>
                  <a:cubicBezTo>
                    <a:pt x="38562" y="351790"/>
                    <a:pt x="36817" y="359277"/>
                    <a:pt x="35082" y="366785"/>
                  </a:cubicBezTo>
                  <a:cubicBezTo>
                    <a:pt x="33347" y="374283"/>
                    <a:pt x="31591" y="381780"/>
                    <a:pt x="29877" y="389278"/>
                  </a:cubicBezTo>
                  <a:cubicBezTo>
                    <a:pt x="28152" y="396786"/>
                    <a:pt x="26459" y="404294"/>
                    <a:pt x="24775" y="411802"/>
                  </a:cubicBezTo>
                  <a:cubicBezTo>
                    <a:pt x="23082" y="419310"/>
                    <a:pt x="21419" y="426828"/>
                    <a:pt x="19725" y="434336"/>
                  </a:cubicBezTo>
                  <a:cubicBezTo>
                    <a:pt x="18042" y="441844"/>
                    <a:pt x="16317" y="449352"/>
                    <a:pt x="14644" y="456860"/>
                  </a:cubicBezTo>
                  <a:cubicBezTo>
                    <a:pt x="12971" y="464378"/>
                    <a:pt x="11350" y="471907"/>
                    <a:pt x="9697" y="479425"/>
                  </a:cubicBezTo>
                  <a:cubicBezTo>
                    <a:pt x="8045" y="486933"/>
                    <a:pt x="6300" y="494441"/>
                    <a:pt x="4720" y="501969"/>
                  </a:cubicBezTo>
                  <a:cubicBezTo>
                    <a:pt x="3129" y="509498"/>
                    <a:pt x="382" y="517058"/>
                    <a:pt x="186" y="524597"/>
                  </a:cubicBezTo>
                  <a:cubicBezTo>
                    <a:pt x="0" y="532146"/>
                    <a:pt x="806" y="540377"/>
                    <a:pt x="3573" y="547265"/>
                  </a:cubicBezTo>
                  <a:cubicBezTo>
                    <a:pt x="6341" y="554153"/>
                    <a:pt x="11215" y="561052"/>
                    <a:pt x="16782" y="565927"/>
                  </a:cubicBezTo>
                  <a:cubicBezTo>
                    <a:pt x="22359" y="570801"/>
                    <a:pt x="29846" y="574777"/>
                    <a:pt x="37013" y="576533"/>
                  </a:cubicBezTo>
                  <a:cubicBezTo>
                    <a:pt x="44191" y="578278"/>
                    <a:pt x="52690" y="578268"/>
                    <a:pt x="59836" y="576429"/>
                  </a:cubicBezTo>
                  <a:cubicBezTo>
                    <a:pt x="66983" y="574581"/>
                    <a:pt x="74181" y="570326"/>
                    <a:pt x="79882" y="565482"/>
                  </a:cubicBezTo>
                  <a:cubicBezTo>
                    <a:pt x="85593" y="560639"/>
                    <a:pt x="90023" y="553833"/>
                    <a:pt x="94082" y="547358"/>
                  </a:cubicBezTo>
                  <a:cubicBezTo>
                    <a:pt x="98151" y="540893"/>
                    <a:pt x="101280" y="533736"/>
                    <a:pt x="104296" y="526672"/>
                  </a:cubicBezTo>
                  <a:cubicBezTo>
                    <a:pt x="107311" y="519609"/>
                    <a:pt x="109542" y="512193"/>
                    <a:pt x="112165" y="504964"/>
                  </a:cubicBezTo>
                  <a:cubicBezTo>
                    <a:pt x="114798" y="497735"/>
                    <a:pt x="117463" y="490506"/>
                    <a:pt x="120086" y="483267"/>
                  </a:cubicBezTo>
                  <a:cubicBezTo>
                    <a:pt x="122709" y="476038"/>
                    <a:pt x="125312" y="468788"/>
                    <a:pt x="127924" y="461548"/>
                  </a:cubicBezTo>
                  <a:cubicBezTo>
                    <a:pt x="130537" y="454309"/>
                    <a:pt x="133160" y="447069"/>
                    <a:pt x="135763" y="439830"/>
                  </a:cubicBezTo>
                  <a:cubicBezTo>
                    <a:pt x="138365" y="432580"/>
                    <a:pt x="140937" y="425330"/>
                    <a:pt x="143539" y="418081"/>
                  </a:cubicBezTo>
                  <a:cubicBezTo>
                    <a:pt x="146132" y="410831"/>
                    <a:pt x="148734" y="403591"/>
                    <a:pt x="151326" y="396342"/>
                  </a:cubicBezTo>
                  <a:cubicBezTo>
                    <a:pt x="153929" y="389102"/>
                    <a:pt x="156531" y="381852"/>
                    <a:pt x="159123" y="374603"/>
                  </a:cubicBezTo>
                  <a:cubicBezTo>
                    <a:pt x="161715" y="367363"/>
                    <a:pt x="164287" y="360103"/>
                    <a:pt x="166889" y="352864"/>
                  </a:cubicBezTo>
                  <a:cubicBezTo>
                    <a:pt x="169492" y="345614"/>
                    <a:pt x="172136" y="338385"/>
                    <a:pt x="174748" y="331145"/>
                  </a:cubicBezTo>
                  <a:cubicBezTo>
                    <a:pt x="177361" y="323906"/>
                    <a:pt x="179964" y="316656"/>
                    <a:pt x="182556" y="309417"/>
                  </a:cubicBezTo>
                  <a:cubicBezTo>
                    <a:pt x="185158" y="302167"/>
                    <a:pt x="187771" y="294927"/>
                    <a:pt x="190363" y="287678"/>
                  </a:cubicBezTo>
                  <a:cubicBezTo>
                    <a:pt x="192956" y="280428"/>
                    <a:pt x="195527" y="273178"/>
                    <a:pt x="198119" y="265928"/>
                  </a:cubicBezTo>
                  <a:cubicBezTo>
                    <a:pt x="200711" y="258679"/>
                    <a:pt x="203334" y="251439"/>
                    <a:pt x="205937" y="244200"/>
                  </a:cubicBezTo>
                  <a:cubicBezTo>
                    <a:pt x="208539" y="236960"/>
                    <a:pt x="211132" y="229710"/>
                    <a:pt x="213744" y="222471"/>
                  </a:cubicBezTo>
                  <a:cubicBezTo>
                    <a:pt x="216357" y="215232"/>
                    <a:pt x="219022" y="208002"/>
                    <a:pt x="221634" y="200763"/>
                  </a:cubicBezTo>
                  <a:cubicBezTo>
                    <a:pt x="224247" y="193524"/>
                    <a:pt x="226819" y="186274"/>
                    <a:pt x="229421" y="179024"/>
                  </a:cubicBezTo>
                  <a:cubicBezTo>
                    <a:pt x="232013" y="171774"/>
                    <a:pt x="234637" y="164535"/>
                    <a:pt x="237187" y="157275"/>
                  </a:cubicBezTo>
                  <a:cubicBezTo>
                    <a:pt x="239738" y="150015"/>
                    <a:pt x="242217" y="142723"/>
                    <a:pt x="244737" y="135453"/>
                  </a:cubicBezTo>
                  <a:cubicBezTo>
                    <a:pt x="247267" y="128183"/>
                    <a:pt x="249869" y="120933"/>
                    <a:pt x="252327" y="113642"/>
                  </a:cubicBezTo>
                  <a:cubicBezTo>
                    <a:pt x="254775" y="106340"/>
                    <a:pt x="257749" y="99122"/>
                    <a:pt x="259453" y="91676"/>
                  </a:cubicBezTo>
                  <a:cubicBezTo>
                    <a:pt x="261157" y="84219"/>
                    <a:pt x="262840" y="76474"/>
                    <a:pt x="262562" y="68935"/>
                  </a:cubicBezTo>
                  <a:cubicBezTo>
                    <a:pt x="262272" y="61396"/>
                    <a:pt x="260476" y="53506"/>
                    <a:pt x="257749" y="46442"/>
                  </a:cubicBezTo>
                  <a:cubicBezTo>
                    <a:pt x="255023" y="39378"/>
                    <a:pt x="250995" y="32407"/>
                    <a:pt x="246203" y="26552"/>
                  </a:cubicBezTo>
                  <a:cubicBezTo>
                    <a:pt x="241411" y="20696"/>
                    <a:pt x="235380" y="15336"/>
                    <a:pt x="228977" y="11308"/>
                  </a:cubicBezTo>
                  <a:cubicBezTo>
                    <a:pt x="222574" y="7281"/>
                    <a:pt x="215128" y="4193"/>
                    <a:pt x="207775" y="2396"/>
                  </a:cubicBezTo>
                  <a:cubicBezTo>
                    <a:pt x="200422" y="609"/>
                    <a:pt x="192408" y="0"/>
                    <a:pt x="184849" y="56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20" name="Wordmark (horizontal)"/>
          <p:cNvSpPr txBox="1"/>
          <p:nvPr/>
        </p:nvSpPr>
        <p:spPr>
          <a:xfrm>
            <a:off x="5002682" y="2103120"/>
            <a:ext cx="3701491" cy="760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Voice Command AI</a:t>
            </a:r>
            <a:endParaRPr lang="en-US" sz="2400" dirty="0"/>
          </a:p>
        </p:txBody>
      </p:sp>
      <p:sp>
        <p:nvSpPr>
          <p:cNvPr id="21" name="Logo card Vertical"/>
          <p:cNvSpPr/>
          <p:nvPr/>
        </p:nvSpPr>
        <p:spPr>
          <a:xfrm>
            <a:off x="8778240" y="1691640"/>
            <a:ext cx="2864815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06840" y="3172968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Vertical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447288"/>
            <a:ext cx="2407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Covers · promotional</a:t>
            </a:r>
            <a:endParaRPr lang="en-US" sz="1100" dirty="0"/>
          </a:p>
        </p:txBody>
      </p:sp>
      <p:grpSp>
        <p:nvGrpSpPr>
          <p:cNvPr id="50" name="VCA symbol (vertical)"/>
          <p:cNvGrpSpPr/>
          <p:nvPr/>
        </p:nvGrpSpPr>
        <p:grpSpPr>
          <a:xfrm>
            <a:off x="9854032" y="1892808"/>
            <a:ext cx="713231" cy="624332"/>
            <a:chOff x="9854032" y="1892808"/>
            <a:chExt cx="713231" cy="624332"/>
          </a:xfrm>
        </p:grpSpPr>
        <p:sp>
          <p:nvSpPr>
            <p:cNvPr id="24" name="Outer left wave"/>
            <p:cNvSpPr/>
            <p:nvPr/>
          </p:nvSpPr>
          <p:spPr>
            <a:xfrm>
              <a:off x="9854032" y="1892932"/>
              <a:ext cx="215555" cy="474881"/>
            </a:xfrm>
            <a:custGeom>
              <a:avLst/>
              <a:gdLst/>
              <a:ahLst/>
              <a:cxnLst/>
              <a:rect l="l" t="t" r="r" b="b"/>
              <a:pathLst>
                <a:path w="215555" h="474881">
                  <a:moveTo>
                    <a:pt x="61158" y="122"/>
                  </a:moveTo>
                  <a:cubicBezTo>
                    <a:pt x="54937" y="0"/>
                    <a:pt x="48391" y="780"/>
                    <a:pt x="42430" y="2552"/>
                  </a:cubicBezTo>
                  <a:cubicBezTo>
                    <a:pt x="36469" y="4333"/>
                    <a:pt x="30500" y="7216"/>
                    <a:pt x="25404" y="10777"/>
                  </a:cubicBezTo>
                  <a:cubicBezTo>
                    <a:pt x="20316" y="14338"/>
                    <a:pt x="15568" y="18943"/>
                    <a:pt x="11854" y="23928"/>
                  </a:cubicBezTo>
                  <a:cubicBezTo>
                    <a:pt x="8140" y="28914"/>
                    <a:pt x="5079" y="34790"/>
                    <a:pt x="3120" y="40692"/>
                  </a:cubicBezTo>
                  <a:cubicBezTo>
                    <a:pt x="1162" y="46594"/>
                    <a:pt x="0" y="53148"/>
                    <a:pt x="85" y="59346"/>
                  </a:cubicBezTo>
                  <a:cubicBezTo>
                    <a:pt x="178" y="65545"/>
                    <a:pt x="2060" y="71794"/>
                    <a:pt x="3655" y="77882"/>
                  </a:cubicBezTo>
                  <a:cubicBezTo>
                    <a:pt x="5240" y="83970"/>
                    <a:pt x="7597" y="89897"/>
                    <a:pt x="9624" y="95884"/>
                  </a:cubicBezTo>
                  <a:cubicBezTo>
                    <a:pt x="11642" y="101878"/>
                    <a:pt x="13728" y="107848"/>
                    <a:pt x="15805" y="113817"/>
                  </a:cubicBezTo>
                  <a:cubicBezTo>
                    <a:pt x="17874" y="119787"/>
                    <a:pt x="19969" y="125756"/>
                    <a:pt x="22072" y="131717"/>
                  </a:cubicBezTo>
                  <a:cubicBezTo>
                    <a:pt x="24174" y="137686"/>
                    <a:pt x="26303" y="143630"/>
                    <a:pt x="28414" y="149591"/>
                  </a:cubicBezTo>
                  <a:cubicBezTo>
                    <a:pt x="30525" y="155552"/>
                    <a:pt x="32620" y="161522"/>
                    <a:pt x="34740" y="167474"/>
                  </a:cubicBezTo>
                  <a:cubicBezTo>
                    <a:pt x="36859" y="173435"/>
                    <a:pt x="38979" y="179387"/>
                    <a:pt x="41116" y="185340"/>
                  </a:cubicBezTo>
                  <a:cubicBezTo>
                    <a:pt x="43253" y="191284"/>
                    <a:pt x="45432" y="197219"/>
                    <a:pt x="47577" y="203172"/>
                  </a:cubicBezTo>
                  <a:cubicBezTo>
                    <a:pt x="49722" y="209116"/>
                    <a:pt x="51851" y="215077"/>
                    <a:pt x="53988" y="221021"/>
                  </a:cubicBezTo>
                  <a:cubicBezTo>
                    <a:pt x="56124" y="226973"/>
                    <a:pt x="58261" y="232926"/>
                    <a:pt x="60415" y="238869"/>
                  </a:cubicBezTo>
                  <a:cubicBezTo>
                    <a:pt x="62569" y="244813"/>
                    <a:pt x="64773" y="250740"/>
                    <a:pt x="66910" y="256684"/>
                  </a:cubicBezTo>
                  <a:cubicBezTo>
                    <a:pt x="69055" y="262637"/>
                    <a:pt x="71124" y="268606"/>
                    <a:pt x="73252" y="274559"/>
                  </a:cubicBezTo>
                  <a:cubicBezTo>
                    <a:pt x="75389" y="280511"/>
                    <a:pt x="77577" y="286447"/>
                    <a:pt x="79714" y="292391"/>
                  </a:cubicBezTo>
                  <a:cubicBezTo>
                    <a:pt x="81842" y="298343"/>
                    <a:pt x="83936" y="304312"/>
                    <a:pt x="86056" y="310265"/>
                  </a:cubicBezTo>
                  <a:cubicBezTo>
                    <a:pt x="88184" y="316217"/>
                    <a:pt x="90330" y="322170"/>
                    <a:pt x="92466" y="328114"/>
                  </a:cubicBezTo>
                  <a:cubicBezTo>
                    <a:pt x="94603" y="334066"/>
                    <a:pt x="96748" y="340019"/>
                    <a:pt x="98885" y="345971"/>
                  </a:cubicBezTo>
                  <a:cubicBezTo>
                    <a:pt x="101014" y="351915"/>
                    <a:pt x="103142" y="357876"/>
                    <a:pt x="105279" y="363820"/>
                  </a:cubicBezTo>
                  <a:cubicBezTo>
                    <a:pt x="107415" y="369772"/>
                    <a:pt x="109552" y="375725"/>
                    <a:pt x="111706" y="381669"/>
                  </a:cubicBezTo>
                  <a:cubicBezTo>
                    <a:pt x="113860" y="387613"/>
                    <a:pt x="116039" y="393548"/>
                    <a:pt x="118184" y="399492"/>
                  </a:cubicBezTo>
                  <a:cubicBezTo>
                    <a:pt x="120329" y="405445"/>
                    <a:pt x="122398" y="411414"/>
                    <a:pt x="124560" y="417358"/>
                  </a:cubicBezTo>
                  <a:cubicBezTo>
                    <a:pt x="126714" y="423302"/>
                    <a:pt x="128554" y="429390"/>
                    <a:pt x="131123" y="435148"/>
                  </a:cubicBezTo>
                  <a:cubicBezTo>
                    <a:pt x="133693" y="440905"/>
                    <a:pt x="136440" y="446730"/>
                    <a:pt x="139984" y="451903"/>
                  </a:cubicBezTo>
                  <a:cubicBezTo>
                    <a:pt x="143520" y="457067"/>
                    <a:pt x="147438" y="462519"/>
                    <a:pt x="152347" y="466173"/>
                  </a:cubicBezTo>
                  <a:cubicBezTo>
                    <a:pt x="157265" y="469828"/>
                    <a:pt x="163506" y="472770"/>
                    <a:pt x="169467" y="473822"/>
                  </a:cubicBezTo>
                  <a:cubicBezTo>
                    <a:pt x="175436" y="474881"/>
                    <a:pt x="182406" y="474407"/>
                    <a:pt x="188163" y="472507"/>
                  </a:cubicBezTo>
                  <a:cubicBezTo>
                    <a:pt x="193912" y="470608"/>
                    <a:pt x="199738" y="466784"/>
                    <a:pt x="204003" y="462434"/>
                  </a:cubicBezTo>
                  <a:cubicBezTo>
                    <a:pt x="208259" y="458076"/>
                    <a:pt x="211888" y="452157"/>
                    <a:pt x="213720" y="446357"/>
                  </a:cubicBezTo>
                  <a:cubicBezTo>
                    <a:pt x="215551" y="440557"/>
                    <a:pt x="215407" y="433850"/>
                    <a:pt x="214992" y="427635"/>
                  </a:cubicBezTo>
                  <a:cubicBezTo>
                    <a:pt x="214576" y="421420"/>
                    <a:pt x="212524" y="415238"/>
                    <a:pt x="211219" y="409048"/>
                  </a:cubicBezTo>
                  <a:cubicBezTo>
                    <a:pt x="209921" y="402859"/>
                    <a:pt x="208539" y="396694"/>
                    <a:pt x="207191" y="390513"/>
                  </a:cubicBezTo>
                  <a:cubicBezTo>
                    <a:pt x="205843" y="384340"/>
                    <a:pt x="204486" y="378158"/>
                    <a:pt x="203146" y="371986"/>
                  </a:cubicBezTo>
                  <a:cubicBezTo>
                    <a:pt x="201798" y="365804"/>
                    <a:pt x="200518" y="359614"/>
                    <a:pt x="199119" y="353450"/>
                  </a:cubicBezTo>
                  <a:cubicBezTo>
                    <a:pt x="197711" y="347285"/>
                    <a:pt x="196151" y="341155"/>
                    <a:pt x="194726" y="334999"/>
                  </a:cubicBezTo>
                  <a:cubicBezTo>
                    <a:pt x="193293" y="328835"/>
                    <a:pt x="191945" y="322662"/>
                    <a:pt x="190563" y="316497"/>
                  </a:cubicBezTo>
                  <a:cubicBezTo>
                    <a:pt x="189172" y="310324"/>
                    <a:pt x="187807" y="304151"/>
                    <a:pt x="186400" y="297987"/>
                  </a:cubicBezTo>
                  <a:cubicBezTo>
                    <a:pt x="185001" y="291823"/>
                    <a:pt x="183559" y="285667"/>
                    <a:pt x="182135" y="279511"/>
                  </a:cubicBezTo>
                  <a:cubicBezTo>
                    <a:pt x="180719" y="273346"/>
                    <a:pt x="179328" y="267182"/>
                    <a:pt x="177887" y="261026"/>
                  </a:cubicBezTo>
                  <a:cubicBezTo>
                    <a:pt x="176454" y="254870"/>
                    <a:pt x="174978" y="248714"/>
                    <a:pt x="173511" y="242566"/>
                  </a:cubicBezTo>
                  <a:cubicBezTo>
                    <a:pt x="172044" y="236419"/>
                    <a:pt x="170569" y="230272"/>
                    <a:pt x="169085" y="224124"/>
                  </a:cubicBezTo>
                  <a:cubicBezTo>
                    <a:pt x="167610" y="217977"/>
                    <a:pt x="166177" y="211821"/>
                    <a:pt x="164642" y="205682"/>
                  </a:cubicBezTo>
                  <a:cubicBezTo>
                    <a:pt x="163107" y="199551"/>
                    <a:pt x="161462" y="193446"/>
                    <a:pt x="159877" y="187324"/>
                  </a:cubicBezTo>
                  <a:cubicBezTo>
                    <a:pt x="158291" y="181202"/>
                    <a:pt x="156722" y="175080"/>
                    <a:pt x="155145" y="168958"/>
                  </a:cubicBezTo>
                  <a:cubicBezTo>
                    <a:pt x="153568" y="162836"/>
                    <a:pt x="152016" y="156705"/>
                    <a:pt x="150414" y="150592"/>
                  </a:cubicBezTo>
                  <a:cubicBezTo>
                    <a:pt x="148803" y="144478"/>
                    <a:pt x="147141" y="138382"/>
                    <a:pt x="145496" y="132277"/>
                  </a:cubicBezTo>
                  <a:cubicBezTo>
                    <a:pt x="143859" y="126163"/>
                    <a:pt x="142197" y="120066"/>
                    <a:pt x="140569" y="113953"/>
                  </a:cubicBezTo>
                  <a:cubicBezTo>
                    <a:pt x="138941" y="107848"/>
                    <a:pt x="137373" y="101726"/>
                    <a:pt x="135736" y="95612"/>
                  </a:cubicBezTo>
                  <a:cubicBezTo>
                    <a:pt x="134108" y="89507"/>
                    <a:pt x="132429" y="83411"/>
                    <a:pt x="130793" y="77305"/>
                  </a:cubicBezTo>
                  <a:cubicBezTo>
                    <a:pt x="129156" y="71200"/>
                    <a:pt x="127681" y="65036"/>
                    <a:pt x="125909" y="58973"/>
                  </a:cubicBezTo>
                  <a:cubicBezTo>
                    <a:pt x="124136" y="52911"/>
                    <a:pt x="122712" y="46644"/>
                    <a:pt x="120134" y="40938"/>
                  </a:cubicBezTo>
                  <a:cubicBezTo>
                    <a:pt x="117557" y="35231"/>
                    <a:pt x="114360" y="29584"/>
                    <a:pt x="110451" y="24717"/>
                  </a:cubicBezTo>
                  <a:cubicBezTo>
                    <a:pt x="106550" y="19841"/>
                    <a:pt x="101819" y="15297"/>
                    <a:pt x="96706" y="11727"/>
                  </a:cubicBezTo>
                  <a:cubicBezTo>
                    <a:pt x="91593" y="8149"/>
                    <a:pt x="85700" y="5223"/>
                    <a:pt x="79773" y="3290"/>
                  </a:cubicBezTo>
                  <a:cubicBezTo>
                    <a:pt x="73846" y="1357"/>
                    <a:pt x="67385" y="246"/>
                    <a:pt x="61161" y="11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5" name="Inner left wave"/>
            <p:cNvSpPr/>
            <p:nvPr/>
          </p:nvSpPr>
          <p:spPr>
            <a:xfrm>
              <a:off x="10034119" y="2021972"/>
              <a:ext cx="112432" cy="405307"/>
            </a:xfrm>
            <a:custGeom>
              <a:avLst/>
              <a:gdLst/>
              <a:ahLst/>
              <a:cxnLst/>
              <a:rect l="l" t="t" r="r" b="b"/>
              <a:pathLst>
                <a:path w="112432" h="405307">
                  <a:moveTo>
                    <a:pt x="40693" y="376"/>
                  </a:moveTo>
                  <a:cubicBezTo>
                    <a:pt x="34587" y="755"/>
                    <a:pt x="27948" y="2781"/>
                    <a:pt x="22623" y="5817"/>
                  </a:cubicBezTo>
                  <a:cubicBezTo>
                    <a:pt x="17298" y="8861"/>
                    <a:pt x="12329" y="13592"/>
                    <a:pt x="8768" y="18612"/>
                  </a:cubicBezTo>
                  <a:cubicBezTo>
                    <a:pt x="5206" y="23632"/>
                    <a:pt x="2544" y="29906"/>
                    <a:pt x="1272" y="35935"/>
                  </a:cubicBezTo>
                  <a:cubicBezTo>
                    <a:pt x="0" y="41964"/>
                    <a:pt x="526" y="48527"/>
                    <a:pt x="1136" y="54776"/>
                  </a:cubicBezTo>
                  <a:cubicBezTo>
                    <a:pt x="1738" y="61025"/>
                    <a:pt x="3612" y="67215"/>
                    <a:pt x="4909" y="73422"/>
                  </a:cubicBezTo>
                  <a:cubicBezTo>
                    <a:pt x="6207" y="79629"/>
                    <a:pt x="7606" y="85810"/>
                    <a:pt x="8929" y="92017"/>
                  </a:cubicBezTo>
                  <a:cubicBezTo>
                    <a:pt x="10251" y="98215"/>
                    <a:pt x="11540" y="104422"/>
                    <a:pt x="12829" y="110629"/>
                  </a:cubicBezTo>
                  <a:cubicBezTo>
                    <a:pt x="14126" y="116836"/>
                    <a:pt x="15381" y="123051"/>
                    <a:pt x="16696" y="129258"/>
                  </a:cubicBezTo>
                  <a:cubicBezTo>
                    <a:pt x="18001" y="135456"/>
                    <a:pt x="19367" y="141646"/>
                    <a:pt x="20689" y="147853"/>
                  </a:cubicBezTo>
                  <a:cubicBezTo>
                    <a:pt x="22012" y="154051"/>
                    <a:pt x="23352" y="160250"/>
                    <a:pt x="24641" y="166457"/>
                  </a:cubicBezTo>
                  <a:cubicBezTo>
                    <a:pt x="25938" y="172663"/>
                    <a:pt x="27168" y="178887"/>
                    <a:pt x="28465" y="185094"/>
                  </a:cubicBezTo>
                  <a:cubicBezTo>
                    <a:pt x="29754" y="191301"/>
                    <a:pt x="31127" y="197491"/>
                    <a:pt x="32399" y="203697"/>
                  </a:cubicBezTo>
                  <a:cubicBezTo>
                    <a:pt x="33680" y="209913"/>
                    <a:pt x="34909" y="216128"/>
                    <a:pt x="36122" y="222352"/>
                  </a:cubicBezTo>
                  <a:cubicBezTo>
                    <a:pt x="37326" y="228576"/>
                    <a:pt x="38504" y="234808"/>
                    <a:pt x="39666" y="241040"/>
                  </a:cubicBezTo>
                  <a:cubicBezTo>
                    <a:pt x="40828" y="247272"/>
                    <a:pt x="41964" y="253513"/>
                    <a:pt x="43100" y="259754"/>
                  </a:cubicBezTo>
                  <a:cubicBezTo>
                    <a:pt x="44236" y="265986"/>
                    <a:pt x="45373" y="272227"/>
                    <a:pt x="46475" y="278468"/>
                  </a:cubicBezTo>
                  <a:cubicBezTo>
                    <a:pt x="47586" y="284717"/>
                    <a:pt x="48671" y="290966"/>
                    <a:pt x="49731" y="297215"/>
                  </a:cubicBezTo>
                  <a:cubicBezTo>
                    <a:pt x="50791" y="303465"/>
                    <a:pt x="51842" y="309714"/>
                    <a:pt x="52851" y="315980"/>
                  </a:cubicBezTo>
                  <a:cubicBezTo>
                    <a:pt x="53860" y="322238"/>
                    <a:pt x="54793" y="328504"/>
                    <a:pt x="55794" y="334770"/>
                  </a:cubicBezTo>
                  <a:cubicBezTo>
                    <a:pt x="56803" y="341028"/>
                    <a:pt x="57879" y="347277"/>
                    <a:pt x="58872" y="353543"/>
                  </a:cubicBezTo>
                  <a:cubicBezTo>
                    <a:pt x="59864" y="359801"/>
                    <a:pt x="60576" y="366126"/>
                    <a:pt x="61755" y="372342"/>
                  </a:cubicBezTo>
                  <a:cubicBezTo>
                    <a:pt x="62942" y="378557"/>
                    <a:pt x="63009" y="385646"/>
                    <a:pt x="65969" y="390818"/>
                  </a:cubicBezTo>
                  <a:cubicBezTo>
                    <a:pt x="68928" y="395990"/>
                    <a:pt x="74168" y="401459"/>
                    <a:pt x="79510" y="403384"/>
                  </a:cubicBezTo>
                  <a:cubicBezTo>
                    <a:pt x="84852" y="405309"/>
                    <a:pt x="92907" y="404851"/>
                    <a:pt x="98012" y="402350"/>
                  </a:cubicBezTo>
                  <a:cubicBezTo>
                    <a:pt x="103116" y="399857"/>
                    <a:pt x="107865" y="393862"/>
                    <a:pt x="110146" y="388393"/>
                  </a:cubicBezTo>
                  <a:cubicBezTo>
                    <a:pt x="112435" y="382924"/>
                    <a:pt x="111452" y="375852"/>
                    <a:pt x="111706" y="369543"/>
                  </a:cubicBezTo>
                  <a:cubicBezTo>
                    <a:pt x="111969" y="363226"/>
                    <a:pt x="111706" y="356859"/>
                    <a:pt x="111706" y="350516"/>
                  </a:cubicBezTo>
                  <a:cubicBezTo>
                    <a:pt x="111706" y="344174"/>
                    <a:pt x="111706" y="337840"/>
                    <a:pt x="111706" y="331497"/>
                  </a:cubicBezTo>
                  <a:cubicBezTo>
                    <a:pt x="111706" y="325155"/>
                    <a:pt x="111706" y="318812"/>
                    <a:pt x="111706" y="312470"/>
                  </a:cubicBezTo>
                  <a:cubicBezTo>
                    <a:pt x="111706" y="306136"/>
                    <a:pt x="111706" y="299793"/>
                    <a:pt x="111706" y="293451"/>
                  </a:cubicBezTo>
                  <a:cubicBezTo>
                    <a:pt x="111706" y="287108"/>
                    <a:pt x="111706" y="280766"/>
                    <a:pt x="111706" y="274423"/>
                  </a:cubicBezTo>
                  <a:cubicBezTo>
                    <a:pt x="111706" y="268089"/>
                    <a:pt x="111706" y="261747"/>
                    <a:pt x="111706" y="255404"/>
                  </a:cubicBezTo>
                  <a:cubicBezTo>
                    <a:pt x="111706" y="249062"/>
                    <a:pt x="111706" y="242719"/>
                    <a:pt x="111706" y="236385"/>
                  </a:cubicBezTo>
                  <a:cubicBezTo>
                    <a:pt x="111706" y="230043"/>
                    <a:pt x="111706" y="223700"/>
                    <a:pt x="111706" y="217358"/>
                  </a:cubicBezTo>
                  <a:cubicBezTo>
                    <a:pt x="111706" y="211015"/>
                    <a:pt x="111706" y="204681"/>
                    <a:pt x="111706" y="198339"/>
                  </a:cubicBezTo>
                  <a:cubicBezTo>
                    <a:pt x="111706" y="191996"/>
                    <a:pt x="111706" y="185654"/>
                    <a:pt x="111706" y="179311"/>
                  </a:cubicBezTo>
                  <a:cubicBezTo>
                    <a:pt x="111706" y="172977"/>
                    <a:pt x="111875" y="166626"/>
                    <a:pt x="111706" y="160292"/>
                  </a:cubicBezTo>
                  <a:cubicBezTo>
                    <a:pt x="111536" y="153958"/>
                    <a:pt x="111418" y="147599"/>
                    <a:pt x="110680" y="141315"/>
                  </a:cubicBezTo>
                  <a:cubicBezTo>
                    <a:pt x="109934" y="135032"/>
                    <a:pt x="108535" y="128817"/>
                    <a:pt x="107254" y="122610"/>
                  </a:cubicBezTo>
                  <a:cubicBezTo>
                    <a:pt x="105974" y="116403"/>
                    <a:pt x="104422" y="110247"/>
                    <a:pt x="102998" y="104066"/>
                  </a:cubicBezTo>
                  <a:cubicBezTo>
                    <a:pt x="101565" y="97893"/>
                    <a:pt x="100115" y="91720"/>
                    <a:pt x="98690" y="85539"/>
                  </a:cubicBezTo>
                  <a:cubicBezTo>
                    <a:pt x="97266" y="79366"/>
                    <a:pt x="95867" y="73176"/>
                    <a:pt x="94442" y="66995"/>
                  </a:cubicBezTo>
                  <a:cubicBezTo>
                    <a:pt x="93018" y="60822"/>
                    <a:pt x="91695" y="54606"/>
                    <a:pt x="90143" y="48468"/>
                  </a:cubicBezTo>
                  <a:cubicBezTo>
                    <a:pt x="88600" y="42329"/>
                    <a:pt x="87710" y="35842"/>
                    <a:pt x="85149" y="30152"/>
                  </a:cubicBezTo>
                  <a:cubicBezTo>
                    <a:pt x="82588" y="24463"/>
                    <a:pt x="79095" y="18748"/>
                    <a:pt x="74779" y="14313"/>
                  </a:cubicBezTo>
                  <a:cubicBezTo>
                    <a:pt x="70471" y="9887"/>
                    <a:pt x="64960" y="5885"/>
                    <a:pt x="59270" y="3561"/>
                  </a:cubicBezTo>
                  <a:cubicBezTo>
                    <a:pt x="53589" y="1238"/>
                    <a:pt x="46806" y="0"/>
                    <a:pt x="40692" y="373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6" name="Center wave"/>
            <p:cNvSpPr/>
            <p:nvPr/>
          </p:nvSpPr>
          <p:spPr>
            <a:xfrm>
              <a:off x="10163534" y="2172862"/>
              <a:ext cx="93780" cy="344278"/>
            </a:xfrm>
            <a:custGeom>
              <a:avLst/>
              <a:gdLst/>
              <a:ahLst/>
              <a:cxnLst/>
              <a:rect l="l" t="t" r="r" b="b"/>
              <a:pathLst>
                <a:path w="93780" h="344278">
                  <a:moveTo>
                    <a:pt x="43554" y="427"/>
                  </a:moveTo>
                  <a:cubicBezTo>
                    <a:pt x="37453" y="856"/>
                    <a:pt x="30941" y="2688"/>
                    <a:pt x="25523" y="5528"/>
                  </a:cubicBezTo>
                  <a:cubicBezTo>
                    <a:pt x="20104" y="8369"/>
                    <a:pt x="14898" y="12702"/>
                    <a:pt x="11057" y="17467"/>
                  </a:cubicBezTo>
                  <a:cubicBezTo>
                    <a:pt x="7216" y="22224"/>
                    <a:pt x="4197" y="28227"/>
                    <a:pt x="2476" y="34121"/>
                  </a:cubicBezTo>
                  <a:cubicBezTo>
                    <a:pt x="755" y="40014"/>
                    <a:pt x="1026" y="46560"/>
                    <a:pt x="738" y="52817"/>
                  </a:cubicBezTo>
                  <a:cubicBezTo>
                    <a:pt x="441" y="59084"/>
                    <a:pt x="738" y="65392"/>
                    <a:pt x="738" y="71684"/>
                  </a:cubicBezTo>
                  <a:cubicBezTo>
                    <a:pt x="738" y="77967"/>
                    <a:pt x="738" y="84258"/>
                    <a:pt x="738" y="90542"/>
                  </a:cubicBezTo>
                  <a:cubicBezTo>
                    <a:pt x="738" y="96825"/>
                    <a:pt x="738" y="103116"/>
                    <a:pt x="738" y="109400"/>
                  </a:cubicBezTo>
                  <a:cubicBezTo>
                    <a:pt x="738" y="115691"/>
                    <a:pt x="738" y="121974"/>
                    <a:pt x="738" y="128266"/>
                  </a:cubicBezTo>
                  <a:cubicBezTo>
                    <a:pt x="738" y="134549"/>
                    <a:pt x="738" y="140841"/>
                    <a:pt x="738" y="147124"/>
                  </a:cubicBezTo>
                  <a:cubicBezTo>
                    <a:pt x="738" y="153407"/>
                    <a:pt x="738" y="159699"/>
                    <a:pt x="738" y="165982"/>
                  </a:cubicBezTo>
                  <a:cubicBezTo>
                    <a:pt x="738" y="172273"/>
                    <a:pt x="738" y="178556"/>
                    <a:pt x="738" y="184848"/>
                  </a:cubicBezTo>
                  <a:cubicBezTo>
                    <a:pt x="738" y="191131"/>
                    <a:pt x="738" y="197423"/>
                    <a:pt x="738" y="203706"/>
                  </a:cubicBezTo>
                  <a:cubicBezTo>
                    <a:pt x="738" y="209989"/>
                    <a:pt x="738" y="216281"/>
                    <a:pt x="738" y="222564"/>
                  </a:cubicBezTo>
                  <a:cubicBezTo>
                    <a:pt x="738" y="228855"/>
                    <a:pt x="738" y="235139"/>
                    <a:pt x="738" y="241430"/>
                  </a:cubicBezTo>
                  <a:cubicBezTo>
                    <a:pt x="738" y="247713"/>
                    <a:pt x="738" y="254005"/>
                    <a:pt x="738" y="260288"/>
                  </a:cubicBezTo>
                  <a:cubicBezTo>
                    <a:pt x="738" y="266571"/>
                    <a:pt x="738" y="272863"/>
                    <a:pt x="738" y="279146"/>
                  </a:cubicBezTo>
                  <a:cubicBezTo>
                    <a:pt x="729" y="285438"/>
                    <a:pt x="0" y="291814"/>
                    <a:pt x="687" y="298004"/>
                  </a:cubicBezTo>
                  <a:cubicBezTo>
                    <a:pt x="1382" y="304194"/>
                    <a:pt x="2383" y="310680"/>
                    <a:pt x="4876" y="316285"/>
                  </a:cubicBezTo>
                  <a:cubicBezTo>
                    <a:pt x="7360" y="321890"/>
                    <a:pt x="11159" y="327435"/>
                    <a:pt x="15619" y="331624"/>
                  </a:cubicBezTo>
                  <a:cubicBezTo>
                    <a:pt x="20070" y="335804"/>
                    <a:pt x="25836" y="339366"/>
                    <a:pt x="31594" y="341401"/>
                  </a:cubicBezTo>
                  <a:cubicBezTo>
                    <a:pt x="37360" y="343427"/>
                    <a:pt x="44084" y="344275"/>
                    <a:pt x="50189" y="343817"/>
                  </a:cubicBezTo>
                  <a:cubicBezTo>
                    <a:pt x="56285" y="343360"/>
                    <a:pt x="62789" y="341503"/>
                    <a:pt x="68190" y="338645"/>
                  </a:cubicBezTo>
                  <a:cubicBezTo>
                    <a:pt x="73583" y="335788"/>
                    <a:pt x="78747" y="331429"/>
                    <a:pt x="82571" y="326655"/>
                  </a:cubicBezTo>
                  <a:cubicBezTo>
                    <a:pt x="86395" y="321890"/>
                    <a:pt x="89422" y="315895"/>
                    <a:pt x="91152" y="310011"/>
                  </a:cubicBezTo>
                  <a:cubicBezTo>
                    <a:pt x="92873" y="304117"/>
                    <a:pt x="92644" y="297580"/>
                    <a:pt x="92950" y="291322"/>
                  </a:cubicBezTo>
                  <a:cubicBezTo>
                    <a:pt x="93247" y="285065"/>
                    <a:pt x="92950" y="278747"/>
                    <a:pt x="92950" y="272464"/>
                  </a:cubicBezTo>
                  <a:cubicBezTo>
                    <a:pt x="92950" y="266173"/>
                    <a:pt x="92916" y="259890"/>
                    <a:pt x="92950" y="253606"/>
                  </a:cubicBezTo>
                  <a:cubicBezTo>
                    <a:pt x="92975" y="247315"/>
                    <a:pt x="93094" y="241032"/>
                    <a:pt x="93128" y="234749"/>
                  </a:cubicBezTo>
                  <a:cubicBezTo>
                    <a:pt x="93153" y="228457"/>
                    <a:pt x="93128" y="222174"/>
                    <a:pt x="93128" y="215891"/>
                  </a:cubicBezTo>
                  <a:cubicBezTo>
                    <a:pt x="93128" y="209608"/>
                    <a:pt x="93145" y="203324"/>
                    <a:pt x="93111" y="197033"/>
                  </a:cubicBezTo>
                  <a:cubicBezTo>
                    <a:pt x="93085" y="190750"/>
                    <a:pt x="92967" y="184466"/>
                    <a:pt x="92950" y="178183"/>
                  </a:cubicBezTo>
                  <a:cubicBezTo>
                    <a:pt x="92924" y="171892"/>
                    <a:pt x="92984" y="165609"/>
                    <a:pt x="92992" y="159325"/>
                  </a:cubicBezTo>
                  <a:cubicBezTo>
                    <a:pt x="93009" y="153042"/>
                    <a:pt x="93018" y="146751"/>
                    <a:pt x="93009" y="140468"/>
                  </a:cubicBezTo>
                  <a:cubicBezTo>
                    <a:pt x="93001" y="134184"/>
                    <a:pt x="92924" y="127901"/>
                    <a:pt x="92950" y="121610"/>
                  </a:cubicBezTo>
                  <a:cubicBezTo>
                    <a:pt x="92967" y="115327"/>
                    <a:pt x="93085" y="109043"/>
                    <a:pt x="93119" y="102752"/>
                  </a:cubicBezTo>
                  <a:cubicBezTo>
                    <a:pt x="93153" y="96469"/>
                    <a:pt x="93187" y="90186"/>
                    <a:pt x="93162" y="83902"/>
                  </a:cubicBezTo>
                  <a:cubicBezTo>
                    <a:pt x="93128" y="77611"/>
                    <a:pt x="92958" y="71328"/>
                    <a:pt x="92950" y="65044"/>
                  </a:cubicBezTo>
                  <a:cubicBezTo>
                    <a:pt x="92950" y="58753"/>
                    <a:pt x="93781" y="52368"/>
                    <a:pt x="93128" y="46187"/>
                  </a:cubicBezTo>
                  <a:cubicBezTo>
                    <a:pt x="92475" y="39997"/>
                    <a:pt x="91534" y="33485"/>
                    <a:pt x="89032" y="27914"/>
                  </a:cubicBezTo>
                  <a:cubicBezTo>
                    <a:pt x="86522" y="22343"/>
                    <a:pt x="82580" y="16891"/>
                    <a:pt x="78094" y="12736"/>
                  </a:cubicBezTo>
                  <a:cubicBezTo>
                    <a:pt x="73609" y="8581"/>
                    <a:pt x="67885" y="5020"/>
                    <a:pt x="62128" y="2968"/>
                  </a:cubicBezTo>
                  <a:cubicBezTo>
                    <a:pt x="56379" y="916"/>
                    <a:pt x="49655" y="0"/>
                    <a:pt x="43558" y="424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7" name="Inner right wave"/>
            <p:cNvSpPr/>
            <p:nvPr/>
          </p:nvSpPr>
          <p:spPr>
            <a:xfrm>
              <a:off x="10274446" y="2022042"/>
              <a:ext cx="112358" cy="405301"/>
            </a:xfrm>
            <a:custGeom>
              <a:avLst/>
              <a:gdLst/>
              <a:ahLst/>
              <a:cxnLst/>
              <a:rect l="l" t="t" r="r" b="b"/>
              <a:pathLst>
                <a:path w="112358" h="405301">
                  <a:moveTo>
                    <a:pt x="65555" y="569"/>
                  </a:moveTo>
                  <a:cubicBezTo>
                    <a:pt x="59465" y="1136"/>
                    <a:pt x="52962" y="3383"/>
                    <a:pt x="47653" y="6495"/>
                  </a:cubicBezTo>
                  <a:cubicBezTo>
                    <a:pt x="42345" y="9607"/>
                    <a:pt x="37427" y="14305"/>
                    <a:pt x="33705" y="19256"/>
                  </a:cubicBezTo>
                  <a:cubicBezTo>
                    <a:pt x="29983" y="24200"/>
                    <a:pt x="27422" y="30271"/>
                    <a:pt x="25319" y="36181"/>
                  </a:cubicBezTo>
                  <a:cubicBezTo>
                    <a:pt x="23208" y="42091"/>
                    <a:pt x="22496" y="48544"/>
                    <a:pt x="21079" y="54717"/>
                  </a:cubicBezTo>
                  <a:cubicBezTo>
                    <a:pt x="19663" y="60890"/>
                    <a:pt x="18230" y="67071"/>
                    <a:pt x="16806" y="73244"/>
                  </a:cubicBezTo>
                  <a:cubicBezTo>
                    <a:pt x="15373" y="79417"/>
                    <a:pt x="13931" y="85590"/>
                    <a:pt x="12490" y="91763"/>
                  </a:cubicBezTo>
                  <a:cubicBezTo>
                    <a:pt x="11040" y="97936"/>
                    <a:pt x="9539" y="104092"/>
                    <a:pt x="8123" y="110273"/>
                  </a:cubicBezTo>
                  <a:cubicBezTo>
                    <a:pt x="6699" y="116446"/>
                    <a:pt x="5138" y="122602"/>
                    <a:pt x="3968" y="128826"/>
                  </a:cubicBezTo>
                  <a:cubicBezTo>
                    <a:pt x="2798" y="135049"/>
                    <a:pt x="1628" y="141315"/>
                    <a:pt x="1085" y="147607"/>
                  </a:cubicBezTo>
                  <a:cubicBezTo>
                    <a:pt x="543" y="153907"/>
                    <a:pt x="755" y="160275"/>
                    <a:pt x="687" y="166609"/>
                  </a:cubicBezTo>
                  <a:cubicBezTo>
                    <a:pt x="619" y="172943"/>
                    <a:pt x="687" y="179286"/>
                    <a:pt x="687" y="185628"/>
                  </a:cubicBezTo>
                  <a:cubicBezTo>
                    <a:pt x="687" y="191962"/>
                    <a:pt x="687" y="198305"/>
                    <a:pt x="687" y="204639"/>
                  </a:cubicBezTo>
                  <a:cubicBezTo>
                    <a:pt x="687" y="210981"/>
                    <a:pt x="687" y="217315"/>
                    <a:pt x="687" y="223658"/>
                  </a:cubicBezTo>
                  <a:cubicBezTo>
                    <a:pt x="687" y="229992"/>
                    <a:pt x="687" y="236334"/>
                    <a:pt x="687" y="242668"/>
                  </a:cubicBezTo>
                  <a:cubicBezTo>
                    <a:pt x="687" y="249011"/>
                    <a:pt x="687" y="255345"/>
                    <a:pt x="687" y="261687"/>
                  </a:cubicBezTo>
                  <a:cubicBezTo>
                    <a:pt x="687" y="268021"/>
                    <a:pt x="687" y="274364"/>
                    <a:pt x="687" y="280698"/>
                  </a:cubicBezTo>
                  <a:cubicBezTo>
                    <a:pt x="687" y="287040"/>
                    <a:pt x="687" y="293374"/>
                    <a:pt x="687" y="299717"/>
                  </a:cubicBezTo>
                  <a:cubicBezTo>
                    <a:pt x="687" y="306051"/>
                    <a:pt x="687" y="312393"/>
                    <a:pt x="687" y="318727"/>
                  </a:cubicBezTo>
                  <a:cubicBezTo>
                    <a:pt x="687" y="325070"/>
                    <a:pt x="687" y="331404"/>
                    <a:pt x="687" y="337746"/>
                  </a:cubicBezTo>
                  <a:cubicBezTo>
                    <a:pt x="687" y="344080"/>
                    <a:pt x="687" y="350423"/>
                    <a:pt x="687" y="356757"/>
                  </a:cubicBezTo>
                  <a:cubicBezTo>
                    <a:pt x="687" y="363099"/>
                    <a:pt x="0" y="369569"/>
                    <a:pt x="687" y="375776"/>
                  </a:cubicBezTo>
                  <a:cubicBezTo>
                    <a:pt x="1374" y="381983"/>
                    <a:pt x="1569" y="389266"/>
                    <a:pt x="4816" y="394006"/>
                  </a:cubicBezTo>
                  <a:cubicBezTo>
                    <a:pt x="8072" y="398755"/>
                    <a:pt x="14627" y="403172"/>
                    <a:pt x="20206" y="404232"/>
                  </a:cubicBezTo>
                  <a:cubicBezTo>
                    <a:pt x="25794" y="405301"/>
                    <a:pt x="33646" y="403673"/>
                    <a:pt x="38318" y="400408"/>
                  </a:cubicBezTo>
                  <a:cubicBezTo>
                    <a:pt x="42981" y="397144"/>
                    <a:pt x="46051" y="390402"/>
                    <a:pt x="48222" y="384645"/>
                  </a:cubicBezTo>
                  <a:cubicBezTo>
                    <a:pt x="50384" y="378896"/>
                    <a:pt x="50291" y="372147"/>
                    <a:pt x="51308" y="365889"/>
                  </a:cubicBezTo>
                  <a:cubicBezTo>
                    <a:pt x="52326" y="359640"/>
                    <a:pt x="53335" y="353374"/>
                    <a:pt x="54335" y="347116"/>
                  </a:cubicBezTo>
                  <a:cubicBezTo>
                    <a:pt x="55336" y="340858"/>
                    <a:pt x="56311" y="334600"/>
                    <a:pt x="57320" y="328343"/>
                  </a:cubicBezTo>
                  <a:cubicBezTo>
                    <a:pt x="58329" y="322085"/>
                    <a:pt x="59355" y="315827"/>
                    <a:pt x="60406" y="309578"/>
                  </a:cubicBezTo>
                  <a:cubicBezTo>
                    <a:pt x="61458" y="303329"/>
                    <a:pt x="62543" y="297088"/>
                    <a:pt x="63645" y="290839"/>
                  </a:cubicBezTo>
                  <a:cubicBezTo>
                    <a:pt x="64748" y="284598"/>
                    <a:pt x="65901" y="278366"/>
                    <a:pt x="67012" y="272125"/>
                  </a:cubicBezTo>
                  <a:cubicBezTo>
                    <a:pt x="68114" y="265884"/>
                    <a:pt x="69157" y="259635"/>
                    <a:pt x="70302" y="253403"/>
                  </a:cubicBezTo>
                  <a:cubicBezTo>
                    <a:pt x="71438" y="247171"/>
                    <a:pt x="72667" y="240947"/>
                    <a:pt x="73854" y="234723"/>
                  </a:cubicBezTo>
                  <a:cubicBezTo>
                    <a:pt x="75050" y="228499"/>
                    <a:pt x="76195" y="222267"/>
                    <a:pt x="77433" y="216052"/>
                  </a:cubicBezTo>
                  <a:cubicBezTo>
                    <a:pt x="78671" y="209828"/>
                    <a:pt x="79993" y="203630"/>
                    <a:pt x="81274" y="197423"/>
                  </a:cubicBezTo>
                  <a:cubicBezTo>
                    <a:pt x="82554" y="191216"/>
                    <a:pt x="83784" y="185001"/>
                    <a:pt x="85106" y="178802"/>
                  </a:cubicBezTo>
                  <a:cubicBezTo>
                    <a:pt x="86421" y="172604"/>
                    <a:pt x="87820" y="166423"/>
                    <a:pt x="89176" y="160233"/>
                  </a:cubicBezTo>
                  <a:cubicBezTo>
                    <a:pt x="90533" y="154043"/>
                    <a:pt x="91924" y="147853"/>
                    <a:pt x="93255" y="141655"/>
                  </a:cubicBezTo>
                  <a:cubicBezTo>
                    <a:pt x="94578" y="135456"/>
                    <a:pt x="95833" y="129249"/>
                    <a:pt x="97130" y="123043"/>
                  </a:cubicBezTo>
                  <a:cubicBezTo>
                    <a:pt x="98427" y="116836"/>
                    <a:pt x="99742" y="110637"/>
                    <a:pt x="101047" y="104439"/>
                  </a:cubicBezTo>
                  <a:cubicBezTo>
                    <a:pt x="102353" y="98232"/>
                    <a:pt x="103668" y="92034"/>
                    <a:pt x="104982" y="85836"/>
                  </a:cubicBezTo>
                  <a:cubicBezTo>
                    <a:pt x="106296" y="79629"/>
                    <a:pt x="107712" y="73447"/>
                    <a:pt x="108925" y="67232"/>
                  </a:cubicBezTo>
                  <a:cubicBezTo>
                    <a:pt x="110137" y="61017"/>
                    <a:pt x="112155" y="54751"/>
                    <a:pt x="112257" y="48518"/>
                  </a:cubicBezTo>
                  <a:cubicBezTo>
                    <a:pt x="112359" y="42286"/>
                    <a:pt x="111596" y="35655"/>
                    <a:pt x="109518" y="29839"/>
                  </a:cubicBezTo>
                  <a:cubicBezTo>
                    <a:pt x="107449" y="24030"/>
                    <a:pt x="104049" y="18112"/>
                    <a:pt x="99826" y="13652"/>
                  </a:cubicBezTo>
                  <a:cubicBezTo>
                    <a:pt x="95604" y="9192"/>
                    <a:pt x="89914" y="5266"/>
                    <a:pt x="84199" y="3086"/>
                  </a:cubicBezTo>
                  <a:cubicBezTo>
                    <a:pt x="78484" y="899"/>
                    <a:pt x="71650" y="0"/>
                    <a:pt x="65553" y="56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8" name="Outer right wave"/>
            <p:cNvSpPr/>
            <p:nvPr/>
          </p:nvSpPr>
          <p:spPr>
            <a:xfrm>
              <a:off x="10351457" y="1892808"/>
              <a:ext cx="215806" cy="474798"/>
            </a:xfrm>
            <a:custGeom>
              <a:avLst/>
              <a:gdLst/>
              <a:ahLst/>
              <a:cxnLst/>
              <a:rect l="l" t="t" r="r" b="b"/>
              <a:pathLst>
                <a:path w="215806" h="474798">
                  <a:moveTo>
                    <a:pt x="151770" y="464"/>
                  </a:moveTo>
                  <a:cubicBezTo>
                    <a:pt x="145564" y="924"/>
                    <a:pt x="139179" y="2493"/>
                    <a:pt x="133370" y="4748"/>
                  </a:cubicBezTo>
                  <a:cubicBezTo>
                    <a:pt x="127562" y="7012"/>
                    <a:pt x="121856" y="10218"/>
                    <a:pt x="116904" y="13999"/>
                  </a:cubicBezTo>
                  <a:cubicBezTo>
                    <a:pt x="111952" y="17790"/>
                    <a:pt x="107398" y="22479"/>
                    <a:pt x="103668" y="27481"/>
                  </a:cubicBezTo>
                  <a:cubicBezTo>
                    <a:pt x="99937" y="32484"/>
                    <a:pt x="96943" y="38242"/>
                    <a:pt x="94510" y="44016"/>
                  </a:cubicBezTo>
                  <a:cubicBezTo>
                    <a:pt x="92076" y="49799"/>
                    <a:pt x="90788" y="56090"/>
                    <a:pt x="89066" y="62162"/>
                  </a:cubicBezTo>
                  <a:cubicBezTo>
                    <a:pt x="87345" y="68241"/>
                    <a:pt x="85819" y="74380"/>
                    <a:pt x="84191" y="80485"/>
                  </a:cubicBezTo>
                  <a:cubicBezTo>
                    <a:pt x="82571" y="86599"/>
                    <a:pt x="80943" y="92704"/>
                    <a:pt x="79315" y="98809"/>
                  </a:cubicBezTo>
                  <a:cubicBezTo>
                    <a:pt x="77687" y="104914"/>
                    <a:pt x="76068" y="111028"/>
                    <a:pt x="74431" y="117133"/>
                  </a:cubicBezTo>
                  <a:cubicBezTo>
                    <a:pt x="72786" y="123238"/>
                    <a:pt x="71107" y="129326"/>
                    <a:pt x="69479" y="135431"/>
                  </a:cubicBezTo>
                  <a:cubicBezTo>
                    <a:pt x="67851" y="141536"/>
                    <a:pt x="66249" y="147658"/>
                    <a:pt x="64654" y="153772"/>
                  </a:cubicBezTo>
                  <a:cubicBezTo>
                    <a:pt x="63069" y="159885"/>
                    <a:pt x="61517" y="166016"/>
                    <a:pt x="59940" y="172138"/>
                  </a:cubicBezTo>
                  <a:cubicBezTo>
                    <a:pt x="58363" y="178260"/>
                    <a:pt x="56777" y="184373"/>
                    <a:pt x="55209" y="190495"/>
                  </a:cubicBezTo>
                  <a:cubicBezTo>
                    <a:pt x="53648" y="196617"/>
                    <a:pt x="52088" y="202748"/>
                    <a:pt x="50570" y="208878"/>
                  </a:cubicBezTo>
                  <a:cubicBezTo>
                    <a:pt x="49044" y="215017"/>
                    <a:pt x="47586" y="221165"/>
                    <a:pt x="46085" y="227304"/>
                  </a:cubicBezTo>
                  <a:cubicBezTo>
                    <a:pt x="44584" y="233443"/>
                    <a:pt x="43024" y="239565"/>
                    <a:pt x="41548" y="245712"/>
                  </a:cubicBezTo>
                  <a:cubicBezTo>
                    <a:pt x="40073" y="251860"/>
                    <a:pt x="38657" y="258016"/>
                    <a:pt x="37249" y="264180"/>
                  </a:cubicBezTo>
                  <a:cubicBezTo>
                    <a:pt x="35833" y="270336"/>
                    <a:pt x="34477" y="276509"/>
                    <a:pt x="33069" y="282673"/>
                  </a:cubicBezTo>
                  <a:cubicBezTo>
                    <a:pt x="31662" y="288838"/>
                    <a:pt x="30229" y="294985"/>
                    <a:pt x="28804" y="301150"/>
                  </a:cubicBezTo>
                  <a:cubicBezTo>
                    <a:pt x="27380" y="307306"/>
                    <a:pt x="25938" y="313462"/>
                    <a:pt x="24531" y="319618"/>
                  </a:cubicBezTo>
                  <a:cubicBezTo>
                    <a:pt x="23114" y="325782"/>
                    <a:pt x="21724" y="331946"/>
                    <a:pt x="20342" y="338111"/>
                  </a:cubicBezTo>
                  <a:cubicBezTo>
                    <a:pt x="18951" y="344275"/>
                    <a:pt x="17586" y="350448"/>
                    <a:pt x="16195" y="356613"/>
                  </a:cubicBezTo>
                  <a:cubicBezTo>
                    <a:pt x="14813" y="362777"/>
                    <a:pt x="13397" y="368941"/>
                    <a:pt x="12024" y="375106"/>
                  </a:cubicBezTo>
                  <a:cubicBezTo>
                    <a:pt x="10650" y="381279"/>
                    <a:pt x="9319" y="387460"/>
                    <a:pt x="7962" y="393633"/>
                  </a:cubicBezTo>
                  <a:cubicBezTo>
                    <a:pt x="6605" y="399798"/>
                    <a:pt x="5172" y="405962"/>
                    <a:pt x="3875" y="412143"/>
                  </a:cubicBezTo>
                  <a:cubicBezTo>
                    <a:pt x="2569" y="418325"/>
                    <a:pt x="314" y="424532"/>
                    <a:pt x="153" y="430721"/>
                  </a:cubicBezTo>
                  <a:cubicBezTo>
                    <a:pt x="0" y="436920"/>
                    <a:pt x="661" y="443678"/>
                    <a:pt x="2934" y="449333"/>
                  </a:cubicBezTo>
                  <a:cubicBezTo>
                    <a:pt x="5206" y="454989"/>
                    <a:pt x="9208" y="460653"/>
                    <a:pt x="13779" y="464655"/>
                  </a:cubicBezTo>
                  <a:cubicBezTo>
                    <a:pt x="18358" y="468658"/>
                    <a:pt x="24505" y="471922"/>
                    <a:pt x="30390" y="473364"/>
                  </a:cubicBezTo>
                  <a:cubicBezTo>
                    <a:pt x="36283" y="474797"/>
                    <a:pt x="43261" y="474788"/>
                    <a:pt x="49129" y="473279"/>
                  </a:cubicBezTo>
                  <a:cubicBezTo>
                    <a:pt x="54997" y="471761"/>
                    <a:pt x="60907" y="468268"/>
                    <a:pt x="65587" y="464291"/>
                  </a:cubicBezTo>
                  <a:cubicBezTo>
                    <a:pt x="70276" y="460314"/>
                    <a:pt x="73914" y="454726"/>
                    <a:pt x="77246" y="449410"/>
                  </a:cubicBezTo>
                  <a:cubicBezTo>
                    <a:pt x="80587" y="444102"/>
                    <a:pt x="83156" y="438226"/>
                    <a:pt x="85632" y="432426"/>
                  </a:cubicBezTo>
                  <a:cubicBezTo>
                    <a:pt x="88108" y="426626"/>
                    <a:pt x="89940" y="420538"/>
                    <a:pt x="92093" y="414602"/>
                  </a:cubicBezTo>
                  <a:cubicBezTo>
                    <a:pt x="94256" y="408667"/>
                    <a:pt x="96443" y="402731"/>
                    <a:pt x="98597" y="396787"/>
                  </a:cubicBezTo>
                  <a:cubicBezTo>
                    <a:pt x="100751" y="390852"/>
                    <a:pt x="102887" y="384899"/>
                    <a:pt x="105033" y="378955"/>
                  </a:cubicBezTo>
                  <a:cubicBezTo>
                    <a:pt x="107178" y="373012"/>
                    <a:pt x="109332" y="367068"/>
                    <a:pt x="111468" y="361124"/>
                  </a:cubicBezTo>
                  <a:cubicBezTo>
                    <a:pt x="113605" y="355171"/>
                    <a:pt x="115717" y="349219"/>
                    <a:pt x="117853" y="343266"/>
                  </a:cubicBezTo>
                  <a:cubicBezTo>
                    <a:pt x="119982" y="337314"/>
                    <a:pt x="122118" y="331370"/>
                    <a:pt x="124247" y="325417"/>
                  </a:cubicBezTo>
                  <a:cubicBezTo>
                    <a:pt x="126384" y="319473"/>
                    <a:pt x="128520" y="313521"/>
                    <a:pt x="130649" y="307569"/>
                  </a:cubicBezTo>
                  <a:cubicBezTo>
                    <a:pt x="132777" y="301625"/>
                    <a:pt x="134888" y="295664"/>
                    <a:pt x="137025" y="289720"/>
                  </a:cubicBezTo>
                  <a:cubicBezTo>
                    <a:pt x="139162" y="283767"/>
                    <a:pt x="141332" y="277832"/>
                    <a:pt x="143478" y="271888"/>
                  </a:cubicBezTo>
                  <a:cubicBezTo>
                    <a:pt x="145623" y="265944"/>
                    <a:pt x="147760" y="259991"/>
                    <a:pt x="149888" y="254047"/>
                  </a:cubicBezTo>
                  <a:cubicBezTo>
                    <a:pt x="152025" y="248095"/>
                    <a:pt x="154170" y="242151"/>
                    <a:pt x="156298" y="236199"/>
                  </a:cubicBezTo>
                  <a:cubicBezTo>
                    <a:pt x="158427" y="230246"/>
                    <a:pt x="160538" y="224294"/>
                    <a:pt x="162666" y="218341"/>
                  </a:cubicBezTo>
                  <a:cubicBezTo>
                    <a:pt x="164795" y="212389"/>
                    <a:pt x="166948" y="206445"/>
                    <a:pt x="169085" y="200501"/>
                  </a:cubicBezTo>
                  <a:cubicBezTo>
                    <a:pt x="171222" y="194557"/>
                    <a:pt x="173350" y="188604"/>
                    <a:pt x="175495" y="182660"/>
                  </a:cubicBezTo>
                  <a:cubicBezTo>
                    <a:pt x="177641" y="176716"/>
                    <a:pt x="179828" y="170781"/>
                    <a:pt x="181974" y="164837"/>
                  </a:cubicBezTo>
                  <a:cubicBezTo>
                    <a:pt x="184119" y="158893"/>
                    <a:pt x="186230" y="152941"/>
                    <a:pt x="188367" y="146988"/>
                  </a:cubicBezTo>
                  <a:cubicBezTo>
                    <a:pt x="190495" y="141036"/>
                    <a:pt x="192649" y="135092"/>
                    <a:pt x="194743" y="129131"/>
                  </a:cubicBezTo>
                  <a:cubicBezTo>
                    <a:pt x="196838" y="123170"/>
                    <a:pt x="198873" y="117183"/>
                    <a:pt x="200942" y="111214"/>
                  </a:cubicBezTo>
                  <a:cubicBezTo>
                    <a:pt x="203019" y="105245"/>
                    <a:pt x="205156" y="99292"/>
                    <a:pt x="207174" y="93306"/>
                  </a:cubicBezTo>
                  <a:cubicBezTo>
                    <a:pt x="209184" y="87311"/>
                    <a:pt x="211626" y="81384"/>
                    <a:pt x="213025" y="75270"/>
                  </a:cubicBezTo>
                  <a:cubicBezTo>
                    <a:pt x="214424" y="69148"/>
                    <a:pt x="215806" y="62789"/>
                    <a:pt x="215577" y="56599"/>
                  </a:cubicBezTo>
                  <a:cubicBezTo>
                    <a:pt x="215340" y="50409"/>
                    <a:pt x="213864" y="43931"/>
                    <a:pt x="211626" y="38131"/>
                  </a:cubicBezTo>
                  <a:cubicBezTo>
                    <a:pt x="209387" y="32331"/>
                    <a:pt x="206080" y="26608"/>
                    <a:pt x="202146" y="21800"/>
                  </a:cubicBezTo>
                  <a:cubicBezTo>
                    <a:pt x="198211" y="16992"/>
                    <a:pt x="193259" y="12592"/>
                    <a:pt x="188002" y="9285"/>
                  </a:cubicBezTo>
                  <a:cubicBezTo>
                    <a:pt x="182745" y="5978"/>
                    <a:pt x="176632" y="3443"/>
                    <a:pt x="170594" y="1967"/>
                  </a:cubicBezTo>
                  <a:cubicBezTo>
                    <a:pt x="164557" y="500"/>
                    <a:pt x="157977" y="0"/>
                    <a:pt x="151770" y="46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29" name="Wordmark (vertical)"/>
          <p:cNvSpPr txBox="1"/>
          <p:nvPr/>
        </p:nvSpPr>
        <p:spPr>
          <a:xfrm>
            <a:off x="6553048" y="2645521"/>
            <a:ext cx="7315200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Voice Command AI</a:t>
            </a:r>
            <a:endParaRPr lang="en-US" sz="900" dirty="0"/>
          </a:p>
        </p:txBody>
      </p:sp>
      <p:sp>
        <p:nvSpPr>
          <p:cNvPr id="30" name="Logo card Abbreviated · symbol + VCA"/>
          <p:cNvSpPr/>
          <p:nvPr/>
        </p:nvSpPr>
        <p:spPr>
          <a:xfrm>
            <a:off x="548640" y="39776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4589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Abbreviated · symbol + VCA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73328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Brand mark in limited width</a:t>
            </a:r>
            <a:endParaRPr lang="en-US" sz="1100" dirty="0"/>
          </a:p>
        </p:txBody>
      </p:sp>
      <p:grpSp>
        <p:nvGrpSpPr>
          <p:cNvPr id="51" name="VCA symbol (horizontal)"/>
          <p:cNvGrpSpPr/>
          <p:nvPr/>
        </p:nvGrpSpPr>
        <p:grpSpPr>
          <a:xfrm>
            <a:off x="2011680" y="4389120"/>
            <a:ext cx="868680" cy="760404"/>
            <a:chOff x="2011680" y="4389120"/>
            <a:chExt cx="868680" cy="760404"/>
          </a:xfrm>
        </p:grpSpPr>
        <p:sp>
          <p:nvSpPr>
            <p:cNvPr id="33" name="Outer left wave"/>
            <p:cNvSpPr/>
            <p:nvPr/>
          </p:nvSpPr>
          <p:spPr>
            <a:xfrm>
              <a:off x="2011680" y="4389271"/>
              <a:ext cx="262535" cy="578381"/>
            </a:xfrm>
            <a:custGeom>
              <a:avLst/>
              <a:gdLst/>
              <a:ahLst/>
              <a:cxnLst/>
              <a:rect l="l" t="t" r="r" b="b"/>
              <a:pathLst>
                <a:path w="262535" h="578381">
                  <a:moveTo>
                    <a:pt x="74487" y="149"/>
                  </a:moveTo>
                  <a:cubicBezTo>
                    <a:pt x="66911" y="0"/>
                    <a:pt x="58938" y="950"/>
                    <a:pt x="51678" y="3109"/>
                  </a:cubicBezTo>
                  <a:cubicBezTo>
                    <a:pt x="44418" y="5277"/>
                    <a:pt x="37147" y="8789"/>
                    <a:pt x="30941" y="13126"/>
                  </a:cubicBezTo>
                  <a:cubicBezTo>
                    <a:pt x="24744" y="17463"/>
                    <a:pt x="18961" y="23071"/>
                    <a:pt x="14438" y="29144"/>
                  </a:cubicBezTo>
                  <a:cubicBezTo>
                    <a:pt x="9914" y="35216"/>
                    <a:pt x="6186" y="42373"/>
                    <a:pt x="3800" y="49561"/>
                  </a:cubicBezTo>
                  <a:cubicBezTo>
                    <a:pt x="1415" y="56749"/>
                    <a:pt x="0" y="64732"/>
                    <a:pt x="103" y="72281"/>
                  </a:cubicBezTo>
                  <a:cubicBezTo>
                    <a:pt x="217" y="79830"/>
                    <a:pt x="2510" y="87441"/>
                    <a:pt x="4451" y="94856"/>
                  </a:cubicBezTo>
                  <a:cubicBezTo>
                    <a:pt x="6382" y="102271"/>
                    <a:pt x="9253" y="109490"/>
                    <a:pt x="11722" y="116781"/>
                  </a:cubicBezTo>
                  <a:cubicBezTo>
                    <a:pt x="14179" y="124083"/>
                    <a:pt x="16720" y="131353"/>
                    <a:pt x="19250" y="138624"/>
                  </a:cubicBezTo>
                  <a:cubicBezTo>
                    <a:pt x="21770" y="145894"/>
                    <a:pt x="24321" y="153164"/>
                    <a:pt x="26882" y="160425"/>
                  </a:cubicBezTo>
                  <a:cubicBezTo>
                    <a:pt x="29443" y="167695"/>
                    <a:pt x="32035" y="174934"/>
                    <a:pt x="34607" y="182194"/>
                  </a:cubicBezTo>
                  <a:cubicBezTo>
                    <a:pt x="37178" y="189455"/>
                    <a:pt x="39729" y="196725"/>
                    <a:pt x="42311" y="203975"/>
                  </a:cubicBezTo>
                  <a:cubicBezTo>
                    <a:pt x="44893" y="211235"/>
                    <a:pt x="47475" y="218485"/>
                    <a:pt x="50077" y="225734"/>
                  </a:cubicBezTo>
                  <a:cubicBezTo>
                    <a:pt x="52680" y="232974"/>
                    <a:pt x="55334" y="240203"/>
                    <a:pt x="57947" y="247453"/>
                  </a:cubicBezTo>
                  <a:cubicBezTo>
                    <a:pt x="60559" y="254692"/>
                    <a:pt x="63152" y="261952"/>
                    <a:pt x="65754" y="269192"/>
                  </a:cubicBezTo>
                  <a:cubicBezTo>
                    <a:pt x="68356" y="276442"/>
                    <a:pt x="70959" y="283691"/>
                    <a:pt x="73582" y="290931"/>
                  </a:cubicBezTo>
                  <a:cubicBezTo>
                    <a:pt x="76205" y="298170"/>
                    <a:pt x="78890" y="305389"/>
                    <a:pt x="81493" y="312628"/>
                  </a:cubicBezTo>
                  <a:cubicBezTo>
                    <a:pt x="84106" y="319878"/>
                    <a:pt x="86626" y="327149"/>
                    <a:pt x="89218" y="334398"/>
                  </a:cubicBezTo>
                  <a:cubicBezTo>
                    <a:pt x="91820" y="341648"/>
                    <a:pt x="94485" y="348877"/>
                    <a:pt x="97087" y="356117"/>
                  </a:cubicBezTo>
                  <a:cubicBezTo>
                    <a:pt x="99679" y="363367"/>
                    <a:pt x="102230" y="370637"/>
                    <a:pt x="104812" y="377887"/>
                  </a:cubicBezTo>
                  <a:cubicBezTo>
                    <a:pt x="107404" y="385137"/>
                    <a:pt x="110017" y="392386"/>
                    <a:pt x="112619" y="399626"/>
                  </a:cubicBezTo>
                  <a:cubicBezTo>
                    <a:pt x="115222" y="406876"/>
                    <a:pt x="117835" y="414125"/>
                    <a:pt x="120437" y="421375"/>
                  </a:cubicBezTo>
                  <a:cubicBezTo>
                    <a:pt x="123029" y="428615"/>
                    <a:pt x="125621" y="435875"/>
                    <a:pt x="128224" y="443114"/>
                  </a:cubicBezTo>
                  <a:cubicBezTo>
                    <a:pt x="130826" y="450364"/>
                    <a:pt x="133429" y="457614"/>
                    <a:pt x="136052" y="464853"/>
                  </a:cubicBezTo>
                  <a:cubicBezTo>
                    <a:pt x="138675" y="472093"/>
                    <a:pt x="141329" y="479322"/>
                    <a:pt x="143942" y="486561"/>
                  </a:cubicBezTo>
                  <a:cubicBezTo>
                    <a:pt x="146555" y="493811"/>
                    <a:pt x="149075" y="501081"/>
                    <a:pt x="151708" y="508321"/>
                  </a:cubicBezTo>
                  <a:cubicBezTo>
                    <a:pt x="154331" y="515560"/>
                    <a:pt x="156572" y="522975"/>
                    <a:pt x="159702" y="529987"/>
                  </a:cubicBezTo>
                  <a:cubicBezTo>
                    <a:pt x="162831" y="537000"/>
                    <a:pt x="166177" y="544095"/>
                    <a:pt x="170494" y="550394"/>
                  </a:cubicBezTo>
                  <a:cubicBezTo>
                    <a:pt x="174800" y="556684"/>
                    <a:pt x="179571" y="563324"/>
                    <a:pt x="185551" y="567775"/>
                  </a:cubicBezTo>
                  <a:cubicBezTo>
                    <a:pt x="191541" y="572226"/>
                    <a:pt x="199142" y="575810"/>
                    <a:pt x="206402" y="577090"/>
                  </a:cubicBezTo>
                  <a:cubicBezTo>
                    <a:pt x="213672" y="578381"/>
                    <a:pt x="222161" y="577803"/>
                    <a:pt x="229173" y="575490"/>
                  </a:cubicBezTo>
                  <a:cubicBezTo>
                    <a:pt x="236175" y="573176"/>
                    <a:pt x="243270" y="568519"/>
                    <a:pt x="248465" y="563221"/>
                  </a:cubicBezTo>
                  <a:cubicBezTo>
                    <a:pt x="253649" y="557913"/>
                    <a:pt x="258069" y="550704"/>
                    <a:pt x="260300" y="543640"/>
                  </a:cubicBezTo>
                  <a:cubicBezTo>
                    <a:pt x="262531" y="536576"/>
                    <a:pt x="262355" y="528407"/>
                    <a:pt x="261849" y="520837"/>
                  </a:cubicBezTo>
                  <a:cubicBezTo>
                    <a:pt x="261343" y="513268"/>
                    <a:pt x="258844" y="505739"/>
                    <a:pt x="257253" y="498200"/>
                  </a:cubicBezTo>
                  <a:cubicBezTo>
                    <a:pt x="255673" y="490661"/>
                    <a:pt x="253990" y="483153"/>
                    <a:pt x="252348" y="475624"/>
                  </a:cubicBezTo>
                  <a:cubicBezTo>
                    <a:pt x="250706" y="468106"/>
                    <a:pt x="249054" y="460578"/>
                    <a:pt x="247422" y="453059"/>
                  </a:cubicBezTo>
                  <a:cubicBezTo>
                    <a:pt x="245780" y="445531"/>
                    <a:pt x="244220" y="437992"/>
                    <a:pt x="242516" y="430484"/>
                  </a:cubicBezTo>
                  <a:cubicBezTo>
                    <a:pt x="240802" y="422976"/>
                    <a:pt x="238902" y="415509"/>
                    <a:pt x="237167" y="408012"/>
                  </a:cubicBezTo>
                  <a:cubicBezTo>
                    <a:pt x="235421" y="400504"/>
                    <a:pt x="233779" y="392985"/>
                    <a:pt x="232096" y="385477"/>
                  </a:cubicBezTo>
                  <a:cubicBezTo>
                    <a:pt x="230402" y="377959"/>
                    <a:pt x="228740" y="370441"/>
                    <a:pt x="227025" y="362933"/>
                  </a:cubicBezTo>
                  <a:cubicBezTo>
                    <a:pt x="225321" y="355425"/>
                    <a:pt x="223566" y="347927"/>
                    <a:pt x="221831" y="340430"/>
                  </a:cubicBezTo>
                  <a:cubicBezTo>
                    <a:pt x="220106" y="332922"/>
                    <a:pt x="218412" y="325414"/>
                    <a:pt x="216657" y="317916"/>
                  </a:cubicBezTo>
                  <a:cubicBezTo>
                    <a:pt x="214911" y="310418"/>
                    <a:pt x="213114" y="302921"/>
                    <a:pt x="211328" y="295433"/>
                  </a:cubicBezTo>
                  <a:cubicBezTo>
                    <a:pt x="209541" y="287946"/>
                    <a:pt x="207744" y="280459"/>
                    <a:pt x="205937" y="272972"/>
                  </a:cubicBezTo>
                  <a:cubicBezTo>
                    <a:pt x="204140" y="265484"/>
                    <a:pt x="202395" y="257987"/>
                    <a:pt x="200525" y="250510"/>
                  </a:cubicBezTo>
                  <a:cubicBezTo>
                    <a:pt x="198656" y="243043"/>
                    <a:pt x="196653" y="235607"/>
                    <a:pt x="194722" y="228151"/>
                  </a:cubicBezTo>
                  <a:cubicBezTo>
                    <a:pt x="192790" y="220695"/>
                    <a:pt x="190880" y="213238"/>
                    <a:pt x="188959" y="205782"/>
                  </a:cubicBezTo>
                  <a:cubicBezTo>
                    <a:pt x="187038" y="198326"/>
                    <a:pt x="185148" y="190859"/>
                    <a:pt x="183196" y="183413"/>
                  </a:cubicBezTo>
                  <a:cubicBezTo>
                    <a:pt x="181234" y="175967"/>
                    <a:pt x="179210" y="168542"/>
                    <a:pt x="177206" y="161106"/>
                  </a:cubicBezTo>
                  <a:cubicBezTo>
                    <a:pt x="175213" y="153660"/>
                    <a:pt x="173189" y="146235"/>
                    <a:pt x="171206" y="138789"/>
                  </a:cubicBezTo>
                  <a:cubicBezTo>
                    <a:pt x="169223" y="131353"/>
                    <a:pt x="167313" y="123897"/>
                    <a:pt x="165320" y="116451"/>
                  </a:cubicBezTo>
                  <a:cubicBezTo>
                    <a:pt x="163337" y="109015"/>
                    <a:pt x="161292" y="101590"/>
                    <a:pt x="159299" y="94154"/>
                  </a:cubicBezTo>
                  <a:cubicBezTo>
                    <a:pt x="157306" y="86718"/>
                    <a:pt x="155509" y="79211"/>
                    <a:pt x="153350" y="71826"/>
                  </a:cubicBezTo>
                  <a:cubicBezTo>
                    <a:pt x="151192" y="64442"/>
                    <a:pt x="149457" y="56811"/>
                    <a:pt x="146317" y="49860"/>
                  </a:cubicBezTo>
                  <a:cubicBezTo>
                    <a:pt x="143178" y="42910"/>
                    <a:pt x="139284" y="36032"/>
                    <a:pt x="134524" y="30104"/>
                  </a:cubicBezTo>
                  <a:cubicBezTo>
                    <a:pt x="129773" y="24166"/>
                    <a:pt x="124010" y="18630"/>
                    <a:pt x="117783" y="14283"/>
                  </a:cubicBezTo>
                  <a:cubicBezTo>
                    <a:pt x="111556" y="9925"/>
                    <a:pt x="104378" y="6362"/>
                    <a:pt x="97159" y="4007"/>
                  </a:cubicBezTo>
                  <a:cubicBezTo>
                    <a:pt x="89941" y="1652"/>
                    <a:pt x="82071" y="299"/>
                    <a:pt x="74491" y="14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4" name="Inner left wave"/>
            <p:cNvSpPr/>
            <p:nvPr/>
          </p:nvSpPr>
          <p:spPr>
            <a:xfrm>
              <a:off x="2231017" y="4546435"/>
              <a:ext cx="136936" cy="493644"/>
            </a:xfrm>
            <a:custGeom>
              <a:avLst/>
              <a:gdLst/>
              <a:ahLst/>
              <a:cxnLst/>
              <a:rect l="l" t="t" r="r" b="b"/>
              <a:pathLst>
                <a:path w="136936" h="493644">
                  <a:moveTo>
                    <a:pt x="49563" y="458"/>
                  </a:moveTo>
                  <a:cubicBezTo>
                    <a:pt x="42125" y="919"/>
                    <a:pt x="34039" y="3387"/>
                    <a:pt x="27553" y="7085"/>
                  </a:cubicBezTo>
                  <a:cubicBezTo>
                    <a:pt x="21068" y="10792"/>
                    <a:pt x="15016" y="16555"/>
                    <a:pt x="10678" y="22668"/>
                  </a:cubicBezTo>
                  <a:cubicBezTo>
                    <a:pt x="6341" y="28782"/>
                    <a:pt x="3098" y="36424"/>
                    <a:pt x="1549" y="43767"/>
                  </a:cubicBezTo>
                  <a:cubicBezTo>
                    <a:pt x="0" y="51110"/>
                    <a:pt x="640" y="59103"/>
                    <a:pt x="1384" y="66714"/>
                  </a:cubicBezTo>
                  <a:cubicBezTo>
                    <a:pt x="2117" y="74326"/>
                    <a:pt x="4399" y="81865"/>
                    <a:pt x="5980" y="89424"/>
                  </a:cubicBezTo>
                  <a:cubicBezTo>
                    <a:pt x="7560" y="96984"/>
                    <a:pt x="9264" y="104512"/>
                    <a:pt x="10875" y="112072"/>
                  </a:cubicBezTo>
                  <a:cubicBezTo>
                    <a:pt x="12486" y="119621"/>
                    <a:pt x="14055" y="127181"/>
                    <a:pt x="15625" y="134740"/>
                  </a:cubicBezTo>
                  <a:cubicBezTo>
                    <a:pt x="17205" y="142300"/>
                    <a:pt x="18734" y="149870"/>
                    <a:pt x="20334" y="157430"/>
                  </a:cubicBezTo>
                  <a:cubicBezTo>
                    <a:pt x="21925" y="164979"/>
                    <a:pt x="23588" y="172518"/>
                    <a:pt x="25199" y="180077"/>
                  </a:cubicBezTo>
                  <a:cubicBezTo>
                    <a:pt x="26810" y="187627"/>
                    <a:pt x="28441" y="195176"/>
                    <a:pt x="30011" y="202736"/>
                  </a:cubicBezTo>
                  <a:cubicBezTo>
                    <a:pt x="31591" y="210295"/>
                    <a:pt x="33089" y="217875"/>
                    <a:pt x="34669" y="225435"/>
                  </a:cubicBezTo>
                  <a:cubicBezTo>
                    <a:pt x="36239" y="232995"/>
                    <a:pt x="37912" y="240533"/>
                    <a:pt x="39461" y="248093"/>
                  </a:cubicBezTo>
                  <a:cubicBezTo>
                    <a:pt x="41020" y="255663"/>
                    <a:pt x="42518" y="263233"/>
                    <a:pt x="43994" y="270813"/>
                  </a:cubicBezTo>
                  <a:cubicBezTo>
                    <a:pt x="45461" y="278393"/>
                    <a:pt x="46896" y="285984"/>
                    <a:pt x="48311" y="293575"/>
                  </a:cubicBezTo>
                  <a:cubicBezTo>
                    <a:pt x="49726" y="301165"/>
                    <a:pt x="51110" y="308766"/>
                    <a:pt x="52494" y="316367"/>
                  </a:cubicBezTo>
                  <a:cubicBezTo>
                    <a:pt x="53878" y="323958"/>
                    <a:pt x="55261" y="331558"/>
                    <a:pt x="56604" y="339159"/>
                  </a:cubicBezTo>
                  <a:cubicBezTo>
                    <a:pt x="57957" y="346771"/>
                    <a:pt x="59279" y="354382"/>
                    <a:pt x="60570" y="361993"/>
                  </a:cubicBezTo>
                  <a:cubicBezTo>
                    <a:pt x="61861" y="369604"/>
                    <a:pt x="63141" y="377215"/>
                    <a:pt x="64370" y="384847"/>
                  </a:cubicBezTo>
                  <a:cubicBezTo>
                    <a:pt x="65599" y="392469"/>
                    <a:pt x="66735" y="400101"/>
                    <a:pt x="67954" y="407733"/>
                  </a:cubicBezTo>
                  <a:cubicBezTo>
                    <a:pt x="69183" y="415354"/>
                    <a:pt x="70494" y="422965"/>
                    <a:pt x="71703" y="430597"/>
                  </a:cubicBezTo>
                  <a:cubicBezTo>
                    <a:pt x="72911" y="438219"/>
                    <a:pt x="73778" y="445923"/>
                    <a:pt x="75214" y="453493"/>
                  </a:cubicBezTo>
                  <a:cubicBezTo>
                    <a:pt x="76660" y="461063"/>
                    <a:pt x="76742" y="469697"/>
                    <a:pt x="80347" y="475996"/>
                  </a:cubicBezTo>
                  <a:cubicBezTo>
                    <a:pt x="83951" y="482296"/>
                    <a:pt x="90333" y="488957"/>
                    <a:pt x="96839" y="491301"/>
                  </a:cubicBezTo>
                  <a:cubicBezTo>
                    <a:pt x="103345" y="493646"/>
                    <a:pt x="113156" y="493088"/>
                    <a:pt x="119373" y="490041"/>
                  </a:cubicBezTo>
                  <a:cubicBezTo>
                    <a:pt x="125590" y="487005"/>
                    <a:pt x="131374" y="479704"/>
                    <a:pt x="134152" y="473043"/>
                  </a:cubicBezTo>
                  <a:cubicBezTo>
                    <a:pt x="136940" y="466382"/>
                    <a:pt x="135742" y="457769"/>
                    <a:pt x="136052" y="450085"/>
                  </a:cubicBezTo>
                  <a:cubicBezTo>
                    <a:pt x="136372" y="442391"/>
                    <a:pt x="136052" y="434635"/>
                    <a:pt x="136052" y="426911"/>
                  </a:cubicBezTo>
                  <a:cubicBezTo>
                    <a:pt x="136052" y="419186"/>
                    <a:pt x="136052" y="411471"/>
                    <a:pt x="136052" y="403746"/>
                  </a:cubicBezTo>
                  <a:cubicBezTo>
                    <a:pt x="136052" y="396022"/>
                    <a:pt x="136052" y="388297"/>
                    <a:pt x="136052" y="380572"/>
                  </a:cubicBezTo>
                  <a:cubicBezTo>
                    <a:pt x="136052" y="372857"/>
                    <a:pt x="136052" y="365133"/>
                    <a:pt x="136052" y="357408"/>
                  </a:cubicBezTo>
                  <a:cubicBezTo>
                    <a:pt x="136052" y="349683"/>
                    <a:pt x="136052" y="341958"/>
                    <a:pt x="136052" y="334233"/>
                  </a:cubicBezTo>
                  <a:cubicBezTo>
                    <a:pt x="136052" y="326519"/>
                    <a:pt x="136052" y="318794"/>
                    <a:pt x="136052" y="311069"/>
                  </a:cubicBezTo>
                  <a:cubicBezTo>
                    <a:pt x="136052" y="303344"/>
                    <a:pt x="136052" y="295619"/>
                    <a:pt x="136052" y="287905"/>
                  </a:cubicBezTo>
                  <a:cubicBezTo>
                    <a:pt x="136052" y="280180"/>
                    <a:pt x="136052" y="272455"/>
                    <a:pt x="136052" y="264730"/>
                  </a:cubicBezTo>
                  <a:cubicBezTo>
                    <a:pt x="136052" y="257006"/>
                    <a:pt x="136052" y="249291"/>
                    <a:pt x="136052" y="241566"/>
                  </a:cubicBezTo>
                  <a:cubicBezTo>
                    <a:pt x="136052" y="233841"/>
                    <a:pt x="136052" y="226117"/>
                    <a:pt x="136052" y="218392"/>
                  </a:cubicBezTo>
                  <a:cubicBezTo>
                    <a:pt x="136052" y="210677"/>
                    <a:pt x="136259" y="202942"/>
                    <a:pt x="136052" y="195228"/>
                  </a:cubicBezTo>
                  <a:cubicBezTo>
                    <a:pt x="135845" y="187513"/>
                    <a:pt x="135701" y="179768"/>
                    <a:pt x="134802" y="172115"/>
                  </a:cubicBezTo>
                  <a:cubicBezTo>
                    <a:pt x="133894" y="164462"/>
                    <a:pt x="132190" y="156893"/>
                    <a:pt x="130630" y="149333"/>
                  </a:cubicBezTo>
                  <a:cubicBezTo>
                    <a:pt x="129071" y="141773"/>
                    <a:pt x="127181" y="134276"/>
                    <a:pt x="125446" y="126747"/>
                  </a:cubicBezTo>
                  <a:cubicBezTo>
                    <a:pt x="123701" y="119229"/>
                    <a:pt x="121935" y="111711"/>
                    <a:pt x="120200" y="104182"/>
                  </a:cubicBezTo>
                  <a:cubicBezTo>
                    <a:pt x="118465" y="96664"/>
                    <a:pt x="116761" y="89125"/>
                    <a:pt x="115026" y="81596"/>
                  </a:cubicBezTo>
                  <a:cubicBezTo>
                    <a:pt x="113291" y="74078"/>
                    <a:pt x="111680" y="66508"/>
                    <a:pt x="109790" y="59031"/>
                  </a:cubicBezTo>
                  <a:cubicBezTo>
                    <a:pt x="107910" y="51554"/>
                    <a:pt x="106826" y="43654"/>
                    <a:pt x="103707" y="36724"/>
                  </a:cubicBezTo>
                  <a:cubicBezTo>
                    <a:pt x="100588" y="29794"/>
                    <a:pt x="96333" y="22834"/>
                    <a:pt x="91077" y="17433"/>
                  </a:cubicBezTo>
                  <a:cubicBezTo>
                    <a:pt x="85830" y="12042"/>
                    <a:pt x="79118" y="7167"/>
                    <a:pt x="72188" y="4337"/>
                  </a:cubicBezTo>
                  <a:cubicBezTo>
                    <a:pt x="65269" y="1508"/>
                    <a:pt x="57007" y="0"/>
                    <a:pt x="49561" y="454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5" name="Center wave"/>
            <p:cNvSpPr/>
            <p:nvPr/>
          </p:nvSpPr>
          <p:spPr>
            <a:xfrm>
              <a:off x="2388639" y="4730212"/>
              <a:ext cx="114219" cy="419312"/>
            </a:xfrm>
            <a:custGeom>
              <a:avLst/>
              <a:gdLst/>
              <a:ahLst/>
              <a:cxnLst/>
              <a:rect l="l" t="t" r="r" b="b"/>
              <a:pathLst>
                <a:path w="114219" h="419312">
                  <a:moveTo>
                    <a:pt x="53047" y="520"/>
                  </a:moveTo>
                  <a:cubicBezTo>
                    <a:pt x="45616" y="1043"/>
                    <a:pt x="37684" y="3274"/>
                    <a:pt x="31085" y="6733"/>
                  </a:cubicBezTo>
                  <a:cubicBezTo>
                    <a:pt x="24486" y="10193"/>
                    <a:pt x="18145" y="15470"/>
                    <a:pt x="13467" y="21274"/>
                  </a:cubicBezTo>
                  <a:cubicBezTo>
                    <a:pt x="8789" y="27068"/>
                    <a:pt x="5112" y="34380"/>
                    <a:pt x="3016" y="41557"/>
                  </a:cubicBezTo>
                  <a:cubicBezTo>
                    <a:pt x="919" y="48735"/>
                    <a:pt x="1250" y="56707"/>
                    <a:pt x="898" y="64329"/>
                  </a:cubicBezTo>
                  <a:cubicBezTo>
                    <a:pt x="537" y="71961"/>
                    <a:pt x="898" y="79644"/>
                    <a:pt x="898" y="87307"/>
                  </a:cubicBezTo>
                  <a:cubicBezTo>
                    <a:pt x="898" y="94960"/>
                    <a:pt x="898" y="102623"/>
                    <a:pt x="898" y="110275"/>
                  </a:cubicBezTo>
                  <a:cubicBezTo>
                    <a:pt x="898" y="117928"/>
                    <a:pt x="898" y="125590"/>
                    <a:pt x="898" y="133243"/>
                  </a:cubicBezTo>
                  <a:cubicBezTo>
                    <a:pt x="898" y="140906"/>
                    <a:pt x="898" y="148558"/>
                    <a:pt x="898" y="156221"/>
                  </a:cubicBezTo>
                  <a:cubicBezTo>
                    <a:pt x="898" y="163874"/>
                    <a:pt x="898" y="171537"/>
                    <a:pt x="898" y="179189"/>
                  </a:cubicBezTo>
                  <a:cubicBezTo>
                    <a:pt x="898" y="186842"/>
                    <a:pt x="898" y="194505"/>
                    <a:pt x="898" y="202157"/>
                  </a:cubicBezTo>
                  <a:cubicBezTo>
                    <a:pt x="898" y="209820"/>
                    <a:pt x="898" y="217473"/>
                    <a:pt x="898" y="225135"/>
                  </a:cubicBezTo>
                  <a:cubicBezTo>
                    <a:pt x="898" y="232788"/>
                    <a:pt x="898" y="240451"/>
                    <a:pt x="898" y="248103"/>
                  </a:cubicBezTo>
                  <a:cubicBezTo>
                    <a:pt x="898" y="255756"/>
                    <a:pt x="898" y="263419"/>
                    <a:pt x="898" y="271071"/>
                  </a:cubicBezTo>
                  <a:cubicBezTo>
                    <a:pt x="898" y="278734"/>
                    <a:pt x="898" y="286387"/>
                    <a:pt x="898" y="294050"/>
                  </a:cubicBezTo>
                  <a:cubicBezTo>
                    <a:pt x="898" y="301702"/>
                    <a:pt x="898" y="309365"/>
                    <a:pt x="898" y="317018"/>
                  </a:cubicBezTo>
                  <a:cubicBezTo>
                    <a:pt x="898" y="324670"/>
                    <a:pt x="898" y="332333"/>
                    <a:pt x="898" y="339986"/>
                  </a:cubicBezTo>
                  <a:cubicBezTo>
                    <a:pt x="888" y="347648"/>
                    <a:pt x="0" y="355415"/>
                    <a:pt x="837" y="362953"/>
                  </a:cubicBezTo>
                  <a:cubicBezTo>
                    <a:pt x="1683" y="370492"/>
                    <a:pt x="2902" y="378393"/>
                    <a:pt x="5938" y="385219"/>
                  </a:cubicBezTo>
                  <a:cubicBezTo>
                    <a:pt x="8964" y="392046"/>
                    <a:pt x="13591" y="398800"/>
                    <a:pt x="19023" y="403901"/>
                  </a:cubicBezTo>
                  <a:cubicBezTo>
                    <a:pt x="24445" y="408993"/>
                    <a:pt x="31467" y="413330"/>
                    <a:pt x="38480" y="415809"/>
                  </a:cubicBezTo>
                  <a:cubicBezTo>
                    <a:pt x="45502" y="418277"/>
                    <a:pt x="53692" y="419310"/>
                    <a:pt x="61127" y="418752"/>
                  </a:cubicBezTo>
                  <a:cubicBezTo>
                    <a:pt x="68553" y="418194"/>
                    <a:pt x="76474" y="415933"/>
                    <a:pt x="83052" y="412452"/>
                  </a:cubicBezTo>
                  <a:cubicBezTo>
                    <a:pt x="89620" y="408972"/>
                    <a:pt x="95910" y="403664"/>
                    <a:pt x="100567" y="397849"/>
                  </a:cubicBezTo>
                  <a:cubicBezTo>
                    <a:pt x="105225" y="392046"/>
                    <a:pt x="108912" y="384744"/>
                    <a:pt x="111019" y="377577"/>
                  </a:cubicBezTo>
                  <a:cubicBezTo>
                    <a:pt x="113115" y="370399"/>
                    <a:pt x="112836" y="362437"/>
                    <a:pt x="113208" y="354816"/>
                  </a:cubicBezTo>
                  <a:cubicBezTo>
                    <a:pt x="113569" y="347194"/>
                    <a:pt x="113208" y="339500"/>
                    <a:pt x="113208" y="331848"/>
                  </a:cubicBezTo>
                  <a:cubicBezTo>
                    <a:pt x="113208" y="324185"/>
                    <a:pt x="113167" y="316532"/>
                    <a:pt x="113208" y="308880"/>
                  </a:cubicBezTo>
                  <a:cubicBezTo>
                    <a:pt x="113239" y="301217"/>
                    <a:pt x="113384" y="293564"/>
                    <a:pt x="113425" y="285912"/>
                  </a:cubicBezTo>
                  <a:cubicBezTo>
                    <a:pt x="113456" y="278249"/>
                    <a:pt x="113425" y="270596"/>
                    <a:pt x="113425" y="262944"/>
                  </a:cubicBezTo>
                  <a:cubicBezTo>
                    <a:pt x="113425" y="255291"/>
                    <a:pt x="113446" y="247639"/>
                    <a:pt x="113404" y="239976"/>
                  </a:cubicBezTo>
                  <a:cubicBezTo>
                    <a:pt x="113373" y="232323"/>
                    <a:pt x="113229" y="224671"/>
                    <a:pt x="113208" y="217018"/>
                  </a:cubicBezTo>
                  <a:cubicBezTo>
                    <a:pt x="113177" y="209355"/>
                    <a:pt x="113249" y="201703"/>
                    <a:pt x="113260" y="194050"/>
                  </a:cubicBezTo>
                  <a:cubicBezTo>
                    <a:pt x="113280" y="186398"/>
                    <a:pt x="113291" y="178735"/>
                    <a:pt x="113280" y="171082"/>
                  </a:cubicBezTo>
                  <a:cubicBezTo>
                    <a:pt x="113270" y="163430"/>
                    <a:pt x="113177" y="155777"/>
                    <a:pt x="113208" y="148114"/>
                  </a:cubicBezTo>
                  <a:cubicBezTo>
                    <a:pt x="113229" y="140462"/>
                    <a:pt x="113373" y="132809"/>
                    <a:pt x="113415" y="125146"/>
                  </a:cubicBezTo>
                  <a:cubicBezTo>
                    <a:pt x="113456" y="117494"/>
                    <a:pt x="113497" y="109841"/>
                    <a:pt x="113466" y="102189"/>
                  </a:cubicBezTo>
                  <a:cubicBezTo>
                    <a:pt x="113425" y="94526"/>
                    <a:pt x="113218" y="86873"/>
                    <a:pt x="113208" y="79221"/>
                  </a:cubicBezTo>
                  <a:cubicBezTo>
                    <a:pt x="113208" y="71558"/>
                    <a:pt x="114220" y="63781"/>
                    <a:pt x="113425" y="56253"/>
                  </a:cubicBezTo>
                  <a:cubicBezTo>
                    <a:pt x="112630" y="48714"/>
                    <a:pt x="111483" y="40783"/>
                    <a:pt x="108437" y="33998"/>
                  </a:cubicBezTo>
                  <a:cubicBezTo>
                    <a:pt x="105380" y="27212"/>
                    <a:pt x="100578" y="20572"/>
                    <a:pt x="95115" y="15512"/>
                  </a:cubicBezTo>
                  <a:cubicBezTo>
                    <a:pt x="89651" y="10451"/>
                    <a:pt x="82680" y="6114"/>
                    <a:pt x="75668" y="3615"/>
                  </a:cubicBezTo>
                  <a:cubicBezTo>
                    <a:pt x="68666" y="1115"/>
                    <a:pt x="60477" y="0"/>
                    <a:pt x="53051" y="51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6" name="Inner right wave"/>
            <p:cNvSpPr/>
            <p:nvPr/>
          </p:nvSpPr>
          <p:spPr>
            <a:xfrm>
              <a:off x="2523724" y="4546521"/>
              <a:ext cx="136847" cy="493636"/>
            </a:xfrm>
            <a:custGeom>
              <a:avLst/>
              <a:gdLst/>
              <a:ahLst/>
              <a:cxnLst/>
              <a:rect l="l" t="t" r="r" b="b"/>
              <a:pathLst>
                <a:path w="136847" h="493636">
                  <a:moveTo>
                    <a:pt x="79842" y="693"/>
                  </a:moveTo>
                  <a:cubicBezTo>
                    <a:pt x="72425" y="1384"/>
                    <a:pt x="64504" y="4121"/>
                    <a:pt x="58040" y="7911"/>
                  </a:cubicBezTo>
                  <a:cubicBezTo>
                    <a:pt x="51575" y="11701"/>
                    <a:pt x="45585" y="17422"/>
                    <a:pt x="41051" y="23453"/>
                  </a:cubicBezTo>
                  <a:cubicBezTo>
                    <a:pt x="36517" y="29474"/>
                    <a:pt x="33399" y="36869"/>
                    <a:pt x="30837" y="44067"/>
                  </a:cubicBezTo>
                  <a:cubicBezTo>
                    <a:pt x="28266" y="51265"/>
                    <a:pt x="27398" y="59124"/>
                    <a:pt x="25674" y="66642"/>
                  </a:cubicBezTo>
                  <a:cubicBezTo>
                    <a:pt x="23949" y="74160"/>
                    <a:pt x="22204" y="81689"/>
                    <a:pt x="20469" y="89207"/>
                  </a:cubicBezTo>
                  <a:cubicBezTo>
                    <a:pt x="18723" y="96726"/>
                    <a:pt x="16968" y="104244"/>
                    <a:pt x="15212" y="111762"/>
                  </a:cubicBezTo>
                  <a:cubicBezTo>
                    <a:pt x="13446" y="119280"/>
                    <a:pt x="11618" y="126778"/>
                    <a:pt x="9894" y="134307"/>
                  </a:cubicBezTo>
                  <a:cubicBezTo>
                    <a:pt x="8159" y="141825"/>
                    <a:pt x="6258" y="149323"/>
                    <a:pt x="4833" y="156903"/>
                  </a:cubicBezTo>
                  <a:cubicBezTo>
                    <a:pt x="3408" y="164483"/>
                    <a:pt x="1983" y="172115"/>
                    <a:pt x="1322" y="179778"/>
                  </a:cubicBezTo>
                  <a:cubicBezTo>
                    <a:pt x="661" y="187451"/>
                    <a:pt x="919" y="195207"/>
                    <a:pt x="837" y="202921"/>
                  </a:cubicBezTo>
                  <a:cubicBezTo>
                    <a:pt x="754" y="210636"/>
                    <a:pt x="837" y="218361"/>
                    <a:pt x="837" y="226086"/>
                  </a:cubicBezTo>
                  <a:cubicBezTo>
                    <a:pt x="837" y="233800"/>
                    <a:pt x="837" y="241525"/>
                    <a:pt x="837" y="249239"/>
                  </a:cubicBezTo>
                  <a:cubicBezTo>
                    <a:pt x="837" y="256964"/>
                    <a:pt x="837" y="264679"/>
                    <a:pt x="837" y="272404"/>
                  </a:cubicBezTo>
                  <a:cubicBezTo>
                    <a:pt x="837" y="280118"/>
                    <a:pt x="837" y="287843"/>
                    <a:pt x="837" y="295557"/>
                  </a:cubicBezTo>
                  <a:cubicBezTo>
                    <a:pt x="837" y="303282"/>
                    <a:pt x="837" y="310997"/>
                    <a:pt x="837" y="318722"/>
                  </a:cubicBezTo>
                  <a:cubicBezTo>
                    <a:pt x="837" y="326436"/>
                    <a:pt x="837" y="334161"/>
                    <a:pt x="837" y="341875"/>
                  </a:cubicBezTo>
                  <a:cubicBezTo>
                    <a:pt x="837" y="349600"/>
                    <a:pt x="837" y="357315"/>
                    <a:pt x="837" y="365040"/>
                  </a:cubicBezTo>
                  <a:cubicBezTo>
                    <a:pt x="837" y="372754"/>
                    <a:pt x="837" y="380479"/>
                    <a:pt x="837" y="388193"/>
                  </a:cubicBezTo>
                  <a:cubicBezTo>
                    <a:pt x="837" y="395918"/>
                    <a:pt x="837" y="403633"/>
                    <a:pt x="837" y="411358"/>
                  </a:cubicBezTo>
                  <a:cubicBezTo>
                    <a:pt x="837" y="419072"/>
                    <a:pt x="837" y="426797"/>
                    <a:pt x="837" y="434511"/>
                  </a:cubicBezTo>
                  <a:cubicBezTo>
                    <a:pt x="837" y="442236"/>
                    <a:pt x="0" y="450116"/>
                    <a:pt x="837" y="457676"/>
                  </a:cubicBezTo>
                  <a:cubicBezTo>
                    <a:pt x="1673" y="465235"/>
                    <a:pt x="1911" y="474106"/>
                    <a:pt x="5866" y="479879"/>
                  </a:cubicBezTo>
                  <a:cubicBezTo>
                    <a:pt x="9832" y="485663"/>
                    <a:pt x="17815" y="491043"/>
                    <a:pt x="24610" y="492334"/>
                  </a:cubicBezTo>
                  <a:cubicBezTo>
                    <a:pt x="31416" y="493635"/>
                    <a:pt x="40979" y="491652"/>
                    <a:pt x="46669" y="487676"/>
                  </a:cubicBezTo>
                  <a:cubicBezTo>
                    <a:pt x="52349" y="483700"/>
                    <a:pt x="56088" y="475490"/>
                    <a:pt x="58731" y="468478"/>
                  </a:cubicBezTo>
                  <a:cubicBezTo>
                    <a:pt x="61365" y="461476"/>
                    <a:pt x="61251" y="453256"/>
                    <a:pt x="62491" y="445634"/>
                  </a:cubicBezTo>
                  <a:cubicBezTo>
                    <a:pt x="63730" y="438023"/>
                    <a:pt x="64959" y="430391"/>
                    <a:pt x="66177" y="422769"/>
                  </a:cubicBezTo>
                  <a:cubicBezTo>
                    <a:pt x="67396" y="415148"/>
                    <a:pt x="68584" y="407526"/>
                    <a:pt x="69813" y="399905"/>
                  </a:cubicBezTo>
                  <a:cubicBezTo>
                    <a:pt x="71042" y="392283"/>
                    <a:pt x="72291" y="384661"/>
                    <a:pt x="73572" y="377050"/>
                  </a:cubicBezTo>
                  <a:cubicBezTo>
                    <a:pt x="74852" y="369439"/>
                    <a:pt x="76174" y="361838"/>
                    <a:pt x="77517" y="354227"/>
                  </a:cubicBezTo>
                  <a:cubicBezTo>
                    <a:pt x="78859" y="346626"/>
                    <a:pt x="80264" y="339035"/>
                    <a:pt x="81617" y="331435"/>
                  </a:cubicBezTo>
                  <a:cubicBezTo>
                    <a:pt x="82959" y="323834"/>
                    <a:pt x="84230" y="316222"/>
                    <a:pt x="85624" y="308632"/>
                  </a:cubicBezTo>
                  <a:cubicBezTo>
                    <a:pt x="87008" y="301041"/>
                    <a:pt x="88505" y="293461"/>
                    <a:pt x="89951" y="285881"/>
                  </a:cubicBezTo>
                  <a:cubicBezTo>
                    <a:pt x="91407" y="278300"/>
                    <a:pt x="92801" y="270710"/>
                    <a:pt x="94309" y="263140"/>
                  </a:cubicBezTo>
                  <a:cubicBezTo>
                    <a:pt x="95817" y="255560"/>
                    <a:pt x="97428" y="248010"/>
                    <a:pt x="98987" y="240451"/>
                  </a:cubicBezTo>
                  <a:cubicBezTo>
                    <a:pt x="100547" y="232891"/>
                    <a:pt x="102044" y="225321"/>
                    <a:pt x="103655" y="217772"/>
                  </a:cubicBezTo>
                  <a:cubicBezTo>
                    <a:pt x="105256" y="210223"/>
                    <a:pt x="106960" y="202694"/>
                    <a:pt x="108612" y="195155"/>
                  </a:cubicBezTo>
                  <a:cubicBezTo>
                    <a:pt x="110265" y="187616"/>
                    <a:pt x="111958" y="180077"/>
                    <a:pt x="113580" y="172528"/>
                  </a:cubicBezTo>
                  <a:cubicBezTo>
                    <a:pt x="115191" y="164979"/>
                    <a:pt x="116719" y="157419"/>
                    <a:pt x="118299" y="149860"/>
                  </a:cubicBezTo>
                  <a:cubicBezTo>
                    <a:pt x="119879" y="142300"/>
                    <a:pt x="121480" y="134751"/>
                    <a:pt x="123071" y="127202"/>
                  </a:cubicBezTo>
                  <a:cubicBezTo>
                    <a:pt x="124661" y="119642"/>
                    <a:pt x="126262" y="112093"/>
                    <a:pt x="127862" y="104543"/>
                  </a:cubicBezTo>
                  <a:cubicBezTo>
                    <a:pt x="129463" y="96984"/>
                    <a:pt x="131188" y="89455"/>
                    <a:pt x="132665" y="81885"/>
                  </a:cubicBezTo>
                  <a:cubicBezTo>
                    <a:pt x="134141" y="74315"/>
                    <a:pt x="136599" y="66683"/>
                    <a:pt x="136723" y="59093"/>
                  </a:cubicBezTo>
                  <a:cubicBezTo>
                    <a:pt x="136847" y="51502"/>
                    <a:pt x="135918" y="43426"/>
                    <a:pt x="133388" y="36342"/>
                  </a:cubicBezTo>
                  <a:cubicBezTo>
                    <a:pt x="130868" y="29268"/>
                    <a:pt x="126726" y="22059"/>
                    <a:pt x="121583" y="16627"/>
                  </a:cubicBezTo>
                  <a:cubicBezTo>
                    <a:pt x="116440" y="11195"/>
                    <a:pt x="109511" y="6413"/>
                    <a:pt x="102550" y="3759"/>
                  </a:cubicBezTo>
                  <a:cubicBezTo>
                    <a:pt x="95590" y="1095"/>
                    <a:pt x="87266" y="0"/>
                    <a:pt x="79840" y="69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7" name="Outer right wave"/>
            <p:cNvSpPr/>
            <p:nvPr/>
          </p:nvSpPr>
          <p:spPr>
            <a:xfrm>
              <a:off x="2617519" y="4389120"/>
              <a:ext cx="262841" cy="578280"/>
            </a:xfrm>
            <a:custGeom>
              <a:avLst/>
              <a:gdLst/>
              <a:ahLst/>
              <a:cxnLst/>
              <a:rect l="l" t="t" r="r" b="b"/>
              <a:pathLst>
                <a:path w="262841" h="578280">
                  <a:moveTo>
                    <a:pt x="184848" y="565"/>
                  </a:moveTo>
                  <a:cubicBezTo>
                    <a:pt x="177289" y="1126"/>
                    <a:pt x="169513" y="3036"/>
                    <a:pt x="162438" y="5783"/>
                  </a:cubicBezTo>
                  <a:cubicBezTo>
                    <a:pt x="155364" y="8541"/>
                    <a:pt x="148414" y="12444"/>
                    <a:pt x="142383" y="17050"/>
                  </a:cubicBezTo>
                  <a:cubicBezTo>
                    <a:pt x="136352" y="21667"/>
                    <a:pt x="130806" y="27378"/>
                    <a:pt x="126262" y="33471"/>
                  </a:cubicBezTo>
                  <a:cubicBezTo>
                    <a:pt x="121718" y="39564"/>
                    <a:pt x="118072" y="46576"/>
                    <a:pt x="115108" y="53609"/>
                  </a:cubicBezTo>
                  <a:cubicBezTo>
                    <a:pt x="112144" y="60652"/>
                    <a:pt x="110575" y="68315"/>
                    <a:pt x="108478" y="75710"/>
                  </a:cubicBezTo>
                  <a:cubicBezTo>
                    <a:pt x="106382" y="83114"/>
                    <a:pt x="104523" y="90591"/>
                    <a:pt x="102540" y="98027"/>
                  </a:cubicBezTo>
                  <a:cubicBezTo>
                    <a:pt x="100567" y="105473"/>
                    <a:pt x="98585" y="112909"/>
                    <a:pt x="96602" y="120344"/>
                  </a:cubicBezTo>
                  <a:cubicBezTo>
                    <a:pt x="94619" y="127780"/>
                    <a:pt x="92646" y="135226"/>
                    <a:pt x="90653" y="142662"/>
                  </a:cubicBezTo>
                  <a:cubicBezTo>
                    <a:pt x="88650" y="150097"/>
                    <a:pt x="86605" y="157512"/>
                    <a:pt x="84622" y="164948"/>
                  </a:cubicBezTo>
                  <a:cubicBezTo>
                    <a:pt x="82639" y="172384"/>
                    <a:pt x="80687" y="179840"/>
                    <a:pt x="78746" y="187286"/>
                  </a:cubicBezTo>
                  <a:cubicBezTo>
                    <a:pt x="76815" y="194732"/>
                    <a:pt x="74925" y="202198"/>
                    <a:pt x="73004" y="209655"/>
                  </a:cubicBezTo>
                  <a:cubicBezTo>
                    <a:pt x="71083" y="217111"/>
                    <a:pt x="69152" y="224557"/>
                    <a:pt x="67241" y="232013"/>
                  </a:cubicBezTo>
                  <a:cubicBezTo>
                    <a:pt x="65341" y="239470"/>
                    <a:pt x="63441" y="246936"/>
                    <a:pt x="61592" y="254403"/>
                  </a:cubicBezTo>
                  <a:cubicBezTo>
                    <a:pt x="59733" y="261880"/>
                    <a:pt x="57957" y="269367"/>
                    <a:pt x="56129" y="276844"/>
                  </a:cubicBezTo>
                  <a:cubicBezTo>
                    <a:pt x="54301" y="284321"/>
                    <a:pt x="52401" y="291778"/>
                    <a:pt x="50604" y="299265"/>
                  </a:cubicBezTo>
                  <a:cubicBezTo>
                    <a:pt x="48807" y="306752"/>
                    <a:pt x="47082" y="314250"/>
                    <a:pt x="45368" y="321758"/>
                  </a:cubicBezTo>
                  <a:cubicBezTo>
                    <a:pt x="43643" y="329255"/>
                    <a:pt x="41991" y="336774"/>
                    <a:pt x="40277" y="344282"/>
                  </a:cubicBezTo>
                  <a:cubicBezTo>
                    <a:pt x="38562" y="351790"/>
                    <a:pt x="36817" y="359277"/>
                    <a:pt x="35082" y="366785"/>
                  </a:cubicBezTo>
                  <a:cubicBezTo>
                    <a:pt x="33347" y="374283"/>
                    <a:pt x="31591" y="381780"/>
                    <a:pt x="29877" y="389278"/>
                  </a:cubicBezTo>
                  <a:cubicBezTo>
                    <a:pt x="28152" y="396786"/>
                    <a:pt x="26459" y="404294"/>
                    <a:pt x="24775" y="411802"/>
                  </a:cubicBezTo>
                  <a:cubicBezTo>
                    <a:pt x="23082" y="419310"/>
                    <a:pt x="21419" y="426828"/>
                    <a:pt x="19725" y="434336"/>
                  </a:cubicBezTo>
                  <a:cubicBezTo>
                    <a:pt x="18042" y="441844"/>
                    <a:pt x="16317" y="449352"/>
                    <a:pt x="14644" y="456860"/>
                  </a:cubicBezTo>
                  <a:cubicBezTo>
                    <a:pt x="12971" y="464378"/>
                    <a:pt x="11350" y="471907"/>
                    <a:pt x="9697" y="479425"/>
                  </a:cubicBezTo>
                  <a:cubicBezTo>
                    <a:pt x="8045" y="486933"/>
                    <a:pt x="6300" y="494441"/>
                    <a:pt x="4720" y="501969"/>
                  </a:cubicBezTo>
                  <a:cubicBezTo>
                    <a:pt x="3129" y="509498"/>
                    <a:pt x="382" y="517058"/>
                    <a:pt x="186" y="524597"/>
                  </a:cubicBezTo>
                  <a:cubicBezTo>
                    <a:pt x="0" y="532146"/>
                    <a:pt x="806" y="540377"/>
                    <a:pt x="3573" y="547265"/>
                  </a:cubicBezTo>
                  <a:cubicBezTo>
                    <a:pt x="6341" y="554153"/>
                    <a:pt x="11215" y="561052"/>
                    <a:pt x="16782" y="565927"/>
                  </a:cubicBezTo>
                  <a:cubicBezTo>
                    <a:pt x="22359" y="570801"/>
                    <a:pt x="29846" y="574777"/>
                    <a:pt x="37013" y="576533"/>
                  </a:cubicBezTo>
                  <a:cubicBezTo>
                    <a:pt x="44191" y="578278"/>
                    <a:pt x="52690" y="578268"/>
                    <a:pt x="59836" y="576429"/>
                  </a:cubicBezTo>
                  <a:cubicBezTo>
                    <a:pt x="66983" y="574581"/>
                    <a:pt x="74181" y="570326"/>
                    <a:pt x="79882" y="565482"/>
                  </a:cubicBezTo>
                  <a:cubicBezTo>
                    <a:pt x="85593" y="560639"/>
                    <a:pt x="90023" y="553833"/>
                    <a:pt x="94082" y="547358"/>
                  </a:cubicBezTo>
                  <a:cubicBezTo>
                    <a:pt x="98151" y="540893"/>
                    <a:pt x="101280" y="533736"/>
                    <a:pt x="104296" y="526672"/>
                  </a:cubicBezTo>
                  <a:cubicBezTo>
                    <a:pt x="107311" y="519609"/>
                    <a:pt x="109542" y="512193"/>
                    <a:pt x="112165" y="504964"/>
                  </a:cubicBezTo>
                  <a:cubicBezTo>
                    <a:pt x="114798" y="497735"/>
                    <a:pt x="117463" y="490506"/>
                    <a:pt x="120086" y="483267"/>
                  </a:cubicBezTo>
                  <a:cubicBezTo>
                    <a:pt x="122709" y="476038"/>
                    <a:pt x="125312" y="468788"/>
                    <a:pt x="127924" y="461548"/>
                  </a:cubicBezTo>
                  <a:cubicBezTo>
                    <a:pt x="130537" y="454309"/>
                    <a:pt x="133160" y="447069"/>
                    <a:pt x="135763" y="439830"/>
                  </a:cubicBezTo>
                  <a:cubicBezTo>
                    <a:pt x="138365" y="432580"/>
                    <a:pt x="140937" y="425330"/>
                    <a:pt x="143539" y="418081"/>
                  </a:cubicBezTo>
                  <a:cubicBezTo>
                    <a:pt x="146132" y="410831"/>
                    <a:pt x="148734" y="403591"/>
                    <a:pt x="151326" y="396342"/>
                  </a:cubicBezTo>
                  <a:cubicBezTo>
                    <a:pt x="153929" y="389102"/>
                    <a:pt x="156531" y="381852"/>
                    <a:pt x="159123" y="374603"/>
                  </a:cubicBezTo>
                  <a:cubicBezTo>
                    <a:pt x="161715" y="367363"/>
                    <a:pt x="164287" y="360103"/>
                    <a:pt x="166889" y="352864"/>
                  </a:cubicBezTo>
                  <a:cubicBezTo>
                    <a:pt x="169492" y="345614"/>
                    <a:pt x="172136" y="338385"/>
                    <a:pt x="174748" y="331145"/>
                  </a:cubicBezTo>
                  <a:cubicBezTo>
                    <a:pt x="177361" y="323906"/>
                    <a:pt x="179964" y="316656"/>
                    <a:pt x="182556" y="309417"/>
                  </a:cubicBezTo>
                  <a:cubicBezTo>
                    <a:pt x="185158" y="302167"/>
                    <a:pt x="187771" y="294927"/>
                    <a:pt x="190363" y="287678"/>
                  </a:cubicBezTo>
                  <a:cubicBezTo>
                    <a:pt x="192956" y="280428"/>
                    <a:pt x="195527" y="273178"/>
                    <a:pt x="198119" y="265928"/>
                  </a:cubicBezTo>
                  <a:cubicBezTo>
                    <a:pt x="200711" y="258679"/>
                    <a:pt x="203334" y="251439"/>
                    <a:pt x="205937" y="244200"/>
                  </a:cubicBezTo>
                  <a:cubicBezTo>
                    <a:pt x="208539" y="236960"/>
                    <a:pt x="211132" y="229710"/>
                    <a:pt x="213744" y="222471"/>
                  </a:cubicBezTo>
                  <a:cubicBezTo>
                    <a:pt x="216357" y="215232"/>
                    <a:pt x="219022" y="208002"/>
                    <a:pt x="221634" y="200763"/>
                  </a:cubicBezTo>
                  <a:cubicBezTo>
                    <a:pt x="224247" y="193524"/>
                    <a:pt x="226819" y="186274"/>
                    <a:pt x="229421" y="179024"/>
                  </a:cubicBezTo>
                  <a:cubicBezTo>
                    <a:pt x="232013" y="171774"/>
                    <a:pt x="234637" y="164535"/>
                    <a:pt x="237187" y="157275"/>
                  </a:cubicBezTo>
                  <a:cubicBezTo>
                    <a:pt x="239738" y="150015"/>
                    <a:pt x="242217" y="142723"/>
                    <a:pt x="244737" y="135453"/>
                  </a:cubicBezTo>
                  <a:cubicBezTo>
                    <a:pt x="247267" y="128183"/>
                    <a:pt x="249869" y="120933"/>
                    <a:pt x="252327" y="113642"/>
                  </a:cubicBezTo>
                  <a:cubicBezTo>
                    <a:pt x="254775" y="106340"/>
                    <a:pt x="257749" y="99122"/>
                    <a:pt x="259453" y="91676"/>
                  </a:cubicBezTo>
                  <a:cubicBezTo>
                    <a:pt x="261157" y="84219"/>
                    <a:pt x="262840" y="76474"/>
                    <a:pt x="262562" y="68935"/>
                  </a:cubicBezTo>
                  <a:cubicBezTo>
                    <a:pt x="262272" y="61396"/>
                    <a:pt x="260476" y="53506"/>
                    <a:pt x="257749" y="46442"/>
                  </a:cubicBezTo>
                  <a:cubicBezTo>
                    <a:pt x="255023" y="39378"/>
                    <a:pt x="250995" y="32407"/>
                    <a:pt x="246203" y="26552"/>
                  </a:cubicBezTo>
                  <a:cubicBezTo>
                    <a:pt x="241411" y="20696"/>
                    <a:pt x="235380" y="15336"/>
                    <a:pt x="228977" y="11308"/>
                  </a:cubicBezTo>
                  <a:cubicBezTo>
                    <a:pt x="222574" y="7281"/>
                    <a:pt x="215128" y="4193"/>
                    <a:pt x="207775" y="2396"/>
                  </a:cubicBezTo>
                  <a:cubicBezTo>
                    <a:pt x="200422" y="609"/>
                    <a:pt x="192408" y="0"/>
                    <a:pt x="184849" y="56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38" name="Wordmark (horizontal)"/>
          <p:cNvSpPr txBox="1"/>
          <p:nvPr/>
        </p:nvSpPr>
        <p:spPr>
          <a:xfrm>
            <a:off x="3036722" y="4389120"/>
            <a:ext cx="991210" cy="760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VCA</a:t>
            </a:r>
            <a:endParaRPr lang="en-US" sz="2400" dirty="0"/>
          </a:p>
        </p:txBody>
      </p:sp>
      <p:sp>
        <p:nvSpPr>
          <p:cNvPr id="39" name="Logo card Reversed"/>
          <p:cNvSpPr/>
          <p:nvPr/>
        </p:nvSpPr>
        <p:spPr>
          <a:xfrm>
            <a:off x="6199632" y="3977640"/>
            <a:ext cx="5443423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28232" y="5458968"/>
            <a:ext cx="49862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Reversed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28232" y="5733288"/>
            <a:ext cx="4986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Dark screens · one-color print</a:t>
            </a:r>
            <a:endParaRPr lang="en-US" sz="1100" dirty="0"/>
          </a:p>
        </p:txBody>
      </p:sp>
      <p:grpSp>
        <p:nvGrpSpPr>
          <p:cNvPr id="52" name="VCA symbol (horizontal)"/>
          <p:cNvGrpSpPr/>
          <p:nvPr/>
        </p:nvGrpSpPr>
        <p:grpSpPr>
          <a:xfrm>
            <a:off x="6748272" y="4389120"/>
            <a:ext cx="868680" cy="760404"/>
            <a:chOff x="6748272" y="4389120"/>
            <a:chExt cx="868680" cy="760404"/>
          </a:xfrm>
        </p:grpSpPr>
        <p:sp>
          <p:nvSpPr>
            <p:cNvPr id="42" name="Outer left wave"/>
            <p:cNvSpPr/>
            <p:nvPr/>
          </p:nvSpPr>
          <p:spPr>
            <a:xfrm>
              <a:off x="6748272" y="4389271"/>
              <a:ext cx="262535" cy="578381"/>
            </a:xfrm>
            <a:custGeom>
              <a:avLst/>
              <a:gdLst/>
              <a:ahLst/>
              <a:cxnLst/>
              <a:rect l="l" t="t" r="r" b="b"/>
              <a:pathLst>
                <a:path w="262535" h="578381">
                  <a:moveTo>
                    <a:pt x="74487" y="149"/>
                  </a:moveTo>
                  <a:cubicBezTo>
                    <a:pt x="66911" y="0"/>
                    <a:pt x="58938" y="950"/>
                    <a:pt x="51678" y="3109"/>
                  </a:cubicBezTo>
                  <a:cubicBezTo>
                    <a:pt x="44418" y="5277"/>
                    <a:pt x="37147" y="8789"/>
                    <a:pt x="30941" y="13126"/>
                  </a:cubicBezTo>
                  <a:cubicBezTo>
                    <a:pt x="24744" y="17463"/>
                    <a:pt x="18961" y="23071"/>
                    <a:pt x="14438" y="29144"/>
                  </a:cubicBezTo>
                  <a:cubicBezTo>
                    <a:pt x="9914" y="35216"/>
                    <a:pt x="6186" y="42373"/>
                    <a:pt x="3800" y="49561"/>
                  </a:cubicBezTo>
                  <a:cubicBezTo>
                    <a:pt x="1415" y="56749"/>
                    <a:pt x="0" y="64732"/>
                    <a:pt x="103" y="72281"/>
                  </a:cubicBezTo>
                  <a:cubicBezTo>
                    <a:pt x="217" y="79830"/>
                    <a:pt x="2510" y="87441"/>
                    <a:pt x="4451" y="94856"/>
                  </a:cubicBezTo>
                  <a:cubicBezTo>
                    <a:pt x="6382" y="102271"/>
                    <a:pt x="9253" y="109490"/>
                    <a:pt x="11722" y="116781"/>
                  </a:cubicBezTo>
                  <a:cubicBezTo>
                    <a:pt x="14179" y="124083"/>
                    <a:pt x="16720" y="131353"/>
                    <a:pt x="19250" y="138624"/>
                  </a:cubicBezTo>
                  <a:cubicBezTo>
                    <a:pt x="21770" y="145894"/>
                    <a:pt x="24321" y="153164"/>
                    <a:pt x="26882" y="160425"/>
                  </a:cubicBezTo>
                  <a:cubicBezTo>
                    <a:pt x="29443" y="167695"/>
                    <a:pt x="32035" y="174934"/>
                    <a:pt x="34607" y="182194"/>
                  </a:cubicBezTo>
                  <a:cubicBezTo>
                    <a:pt x="37178" y="189455"/>
                    <a:pt x="39729" y="196725"/>
                    <a:pt x="42311" y="203975"/>
                  </a:cubicBezTo>
                  <a:cubicBezTo>
                    <a:pt x="44893" y="211235"/>
                    <a:pt x="47475" y="218485"/>
                    <a:pt x="50077" y="225734"/>
                  </a:cubicBezTo>
                  <a:cubicBezTo>
                    <a:pt x="52680" y="232974"/>
                    <a:pt x="55334" y="240203"/>
                    <a:pt x="57947" y="247453"/>
                  </a:cubicBezTo>
                  <a:cubicBezTo>
                    <a:pt x="60559" y="254692"/>
                    <a:pt x="63152" y="261952"/>
                    <a:pt x="65754" y="269192"/>
                  </a:cubicBezTo>
                  <a:cubicBezTo>
                    <a:pt x="68356" y="276442"/>
                    <a:pt x="70959" y="283691"/>
                    <a:pt x="73582" y="290931"/>
                  </a:cubicBezTo>
                  <a:cubicBezTo>
                    <a:pt x="76205" y="298170"/>
                    <a:pt x="78890" y="305389"/>
                    <a:pt x="81493" y="312628"/>
                  </a:cubicBezTo>
                  <a:cubicBezTo>
                    <a:pt x="84106" y="319878"/>
                    <a:pt x="86626" y="327149"/>
                    <a:pt x="89218" y="334398"/>
                  </a:cubicBezTo>
                  <a:cubicBezTo>
                    <a:pt x="91820" y="341648"/>
                    <a:pt x="94485" y="348877"/>
                    <a:pt x="97087" y="356117"/>
                  </a:cubicBezTo>
                  <a:cubicBezTo>
                    <a:pt x="99679" y="363367"/>
                    <a:pt x="102230" y="370637"/>
                    <a:pt x="104812" y="377887"/>
                  </a:cubicBezTo>
                  <a:cubicBezTo>
                    <a:pt x="107404" y="385137"/>
                    <a:pt x="110017" y="392386"/>
                    <a:pt x="112619" y="399626"/>
                  </a:cubicBezTo>
                  <a:cubicBezTo>
                    <a:pt x="115222" y="406876"/>
                    <a:pt x="117835" y="414125"/>
                    <a:pt x="120437" y="421375"/>
                  </a:cubicBezTo>
                  <a:cubicBezTo>
                    <a:pt x="123029" y="428615"/>
                    <a:pt x="125621" y="435875"/>
                    <a:pt x="128224" y="443114"/>
                  </a:cubicBezTo>
                  <a:cubicBezTo>
                    <a:pt x="130826" y="450364"/>
                    <a:pt x="133429" y="457614"/>
                    <a:pt x="136052" y="464853"/>
                  </a:cubicBezTo>
                  <a:cubicBezTo>
                    <a:pt x="138675" y="472093"/>
                    <a:pt x="141329" y="479322"/>
                    <a:pt x="143942" y="486561"/>
                  </a:cubicBezTo>
                  <a:cubicBezTo>
                    <a:pt x="146555" y="493811"/>
                    <a:pt x="149075" y="501081"/>
                    <a:pt x="151708" y="508321"/>
                  </a:cubicBezTo>
                  <a:cubicBezTo>
                    <a:pt x="154331" y="515560"/>
                    <a:pt x="156572" y="522975"/>
                    <a:pt x="159702" y="529987"/>
                  </a:cubicBezTo>
                  <a:cubicBezTo>
                    <a:pt x="162831" y="537000"/>
                    <a:pt x="166177" y="544095"/>
                    <a:pt x="170494" y="550394"/>
                  </a:cubicBezTo>
                  <a:cubicBezTo>
                    <a:pt x="174800" y="556684"/>
                    <a:pt x="179571" y="563324"/>
                    <a:pt x="185551" y="567775"/>
                  </a:cubicBezTo>
                  <a:cubicBezTo>
                    <a:pt x="191541" y="572226"/>
                    <a:pt x="199142" y="575810"/>
                    <a:pt x="206402" y="577090"/>
                  </a:cubicBezTo>
                  <a:cubicBezTo>
                    <a:pt x="213672" y="578381"/>
                    <a:pt x="222161" y="577803"/>
                    <a:pt x="229173" y="575490"/>
                  </a:cubicBezTo>
                  <a:cubicBezTo>
                    <a:pt x="236175" y="573176"/>
                    <a:pt x="243270" y="568519"/>
                    <a:pt x="248465" y="563221"/>
                  </a:cubicBezTo>
                  <a:cubicBezTo>
                    <a:pt x="253649" y="557913"/>
                    <a:pt x="258069" y="550704"/>
                    <a:pt x="260300" y="543640"/>
                  </a:cubicBezTo>
                  <a:cubicBezTo>
                    <a:pt x="262531" y="536576"/>
                    <a:pt x="262355" y="528407"/>
                    <a:pt x="261849" y="520837"/>
                  </a:cubicBezTo>
                  <a:cubicBezTo>
                    <a:pt x="261343" y="513268"/>
                    <a:pt x="258844" y="505739"/>
                    <a:pt x="257253" y="498200"/>
                  </a:cubicBezTo>
                  <a:cubicBezTo>
                    <a:pt x="255673" y="490661"/>
                    <a:pt x="253990" y="483153"/>
                    <a:pt x="252348" y="475624"/>
                  </a:cubicBezTo>
                  <a:cubicBezTo>
                    <a:pt x="250706" y="468106"/>
                    <a:pt x="249054" y="460578"/>
                    <a:pt x="247422" y="453059"/>
                  </a:cubicBezTo>
                  <a:cubicBezTo>
                    <a:pt x="245780" y="445531"/>
                    <a:pt x="244220" y="437992"/>
                    <a:pt x="242516" y="430484"/>
                  </a:cubicBezTo>
                  <a:cubicBezTo>
                    <a:pt x="240802" y="422976"/>
                    <a:pt x="238902" y="415509"/>
                    <a:pt x="237167" y="408012"/>
                  </a:cubicBezTo>
                  <a:cubicBezTo>
                    <a:pt x="235421" y="400504"/>
                    <a:pt x="233779" y="392985"/>
                    <a:pt x="232096" y="385477"/>
                  </a:cubicBezTo>
                  <a:cubicBezTo>
                    <a:pt x="230402" y="377959"/>
                    <a:pt x="228740" y="370441"/>
                    <a:pt x="227025" y="362933"/>
                  </a:cubicBezTo>
                  <a:cubicBezTo>
                    <a:pt x="225321" y="355425"/>
                    <a:pt x="223566" y="347927"/>
                    <a:pt x="221831" y="340430"/>
                  </a:cubicBezTo>
                  <a:cubicBezTo>
                    <a:pt x="220106" y="332922"/>
                    <a:pt x="218412" y="325414"/>
                    <a:pt x="216657" y="317916"/>
                  </a:cubicBezTo>
                  <a:cubicBezTo>
                    <a:pt x="214911" y="310418"/>
                    <a:pt x="213114" y="302921"/>
                    <a:pt x="211328" y="295433"/>
                  </a:cubicBezTo>
                  <a:cubicBezTo>
                    <a:pt x="209541" y="287946"/>
                    <a:pt x="207744" y="280459"/>
                    <a:pt x="205937" y="272972"/>
                  </a:cubicBezTo>
                  <a:cubicBezTo>
                    <a:pt x="204140" y="265484"/>
                    <a:pt x="202395" y="257987"/>
                    <a:pt x="200525" y="250510"/>
                  </a:cubicBezTo>
                  <a:cubicBezTo>
                    <a:pt x="198656" y="243043"/>
                    <a:pt x="196653" y="235607"/>
                    <a:pt x="194722" y="228151"/>
                  </a:cubicBezTo>
                  <a:cubicBezTo>
                    <a:pt x="192790" y="220695"/>
                    <a:pt x="190880" y="213238"/>
                    <a:pt x="188959" y="205782"/>
                  </a:cubicBezTo>
                  <a:cubicBezTo>
                    <a:pt x="187038" y="198326"/>
                    <a:pt x="185148" y="190859"/>
                    <a:pt x="183196" y="183413"/>
                  </a:cubicBezTo>
                  <a:cubicBezTo>
                    <a:pt x="181234" y="175967"/>
                    <a:pt x="179210" y="168542"/>
                    <a:pt x="177206" y="161106"/>
                  </a:cubicBezTo>
                  <a:cubicBezTo>
                    <a:pt x="175213" y="153660"/>
                    <a:pt x="173189" y="146235"/>
                    <a:pt x="171206" y="138789"/>
                  </a:cubicBezTo>
                  <a:cubicBezTo>
                    <a:pt x="169223" y="131353"/>
                    <a:pt x="167313" y="123897"/>
                    <a:pt x="165320" y="116451"/>
                  </a:cubicBezTo>
                  <a:cubicBezTo>
                    <a:pt x="163337" y="109015"/>
                    <a:pt x="161292" y="101590"/>
                    <a:pt x="159299" y="94154"/>
                  </a:cubicBezTo>
                  <a:cubicBezTo>
                    <a:pt x="157306" y="86718"/>
                    <a:pt x="155509" y="79211"/>
                    <a:pt x="153350" y="71826"/>
                  </a:cubicBezTo>
                  <a:cubicBezTo>
                    <a:pt x="151192" y="64442"/>
                    <a:pt x="149457" y="56811"/>
                    <a:pt x="146317" y="49860"/>
                  </a:cubicBezTo>
                  <a:cubicBezTo>
                    <a:pt x="143178" y="42910"/>
                    <a:pt x="139284" y="36032"/>
                    <a:pt x="134524" y="30104"/>
                  </a:cubicBezTo>
                  <a:cubicBezTo>
                    <a:pt x="129773" y="24166"/>
                    <a:pt x="124010" y="18630"/>
                    <a:pt x="117783" y="14283"/>
                  </a:cubicBezTo>
                  <a:cubicBezTo>
                    <a:pt x="111556" y="9925"/>
                    <a:pt x="104378" y="6362"/>
                    <a:pt x="97159" y="4007"/>
                  </a:cubicBezTo>
                  <a:cubicBezTo>
                    <a:pt x="89941" y="1652"/>
                    <a:pt x="82071" y="299"/>
                    <a:pt x="74491" y="145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43" name="Inner left wave"/>
            <p:cNvSpPr/>
            <p:nvPr/>
          </p:nvSpPr>
          <p:spPr>
            <a:xfrm>
              <a:off x="6967609" y="4546435"/>
              <a:ext cx="136936" cy="493644"/>
            </a:xfrm>
            <a:custGeom>
              <a:avLst/>
              <a:gdLst/>
              <a:ahLst/>
              <a:cxnLst/>
              <a:rect l="l" t="t" r="r" b="b"/>
              <a:pathLst>
                <a:path w="136936" h="493644">
                  <a:moveTo>
                    <a:pt x="49563" y="458"/>
                  </a:moveTo>
                  <a:cubicBezTo>
                    <a:pt x="42125" y="919"/>
                    <a:pt x="34039" y="3387"/>
                    <a:pt x="27553" y="7085"/>
                  </a:cubicBezTo>
                  <a:cubicBezTo>
                    <a:pt x="21068" y="10792"/>
                    <a:pt x="15016" y="16555"/>
                    <a:pt x="10678" y="22668"/>
                  </a:cubicBezTo>
                  <a:cubicBezTo>
                    <a:pt x="6341" y="28782"/>
                    <a:pt x="3098" y="36424"/>
                    <a:pt x="1549" y="43767"/>
                  </a:cubicBezTo>
                  <a:cubicBezTo>
                    <a:pt x="0" y="51110"/>
                    <a:pt x="640" y="59103"/>
                    <a:pt x="1384" y="66714"/>
                  </a:cubicBezTo>
                  <a:cubicBezTo>
                    <a:pt x="2117" y="74326"/>
                    <a:pt x="4399" y="81865"/>
                    <a:pt x="5980" y="89424"/>
                  </a:cubicBezTo>
                  <a:cubicBezTo>
                    <a:pt x="7560" y="96984"/>
                    <a:pt x="9264" y="104512"/>
                    <a:pt x="10875" y="112072"/>
                  </a:cubicBezTo>
                  <a:cubicBezTo>
                    <a:pt x="12486" y="119621"/>
                    <a:pt x="14055" y="127181"/>
                    <a:pt x="15625" y="134740"/>
                  </a:cubicBezTo>
                  <a:cubicBezTo>
                    <a:pt x="17205" y="142300"/>
                    <a:pt x="18734" y="149870"/>
                    <a:pt x="20334" y="157430"/>
                  </a:cubicBezTo>
                  <a:cubicBezTo>
                    <a:pt x="21925" y="164979"/>
                    <a:pt x="23588" y="172518"/>
                    <a:pt x="25199" y="180077"/>
                  </a:cubicBezTo>
                  <a:cubicBezTo>
                    <a:pt x="26810" y="187627"/>
                    <a:pt x="28441" y="195176"/>
                    <a:pt x="30011" y="202736"/>
                  </a:cubicBezTo>
                  <a:cubicBezTo>
                    <a:pt x="31591" y="210295"/>
                    <a:pt x="33089" y="217875"/>
                    <a:pt x="34669" y="225435"/>
                  </a:cubicBezTo>
                  <a:cubicBezTo>
                    <a:pt x="36239" y="232995"/>
                    <a:pt x="37912" y="240533"/>
                    <a:pt x="39461" y="248093"/>
                  </a:cubicBezTo>
                  <a:cubicBezTo>
                    <a:pt x="41020" y="255663"/>
                    <a:pt x="42518" y="263233"/>
                    <a:pt x="43994" y="270813"/>
                  </a:cubicBezTo>
                  <a:cubicBezTo>
                    <a:pt x="45461" y="278393"/>
                    <a:pt x="46896" y="285984"/>
                    <a:pt x="48311" y="293575"/>
                  </a:cubicBezTo>
                  <a:cubicBezTo>
                    <a:pt x="49726" y="301165"/>
                    <a:pt x="51110" y="308766"/>
                    <a:pt x="52494" y="316367"/>
                  </a:cubicBezTo>
                  <a:cubicBezTo>
                    <a:pt x="53878" y="323958"/>
                    <a:pt x="55261" y="331558"/>
                    <a:pt x="56604" y="339159"/>
                  </a:cubicBezTo>
                  <a:cubicBezTo>
                    <a:pt x="57957" y="346771"/>
                    <a:pt x="59279" y="354382"/>
                    <a:pt x="60570" y="361993"/>
                  </a:cubicBezTo>
                  <a:cubicBezTo>
                    <a:pt x="61861" y="369604"/>
                    <a:pt x="63141" y="377215"/>
                    <a:pt x="64370" y="384847"/>
                  </a:cubicBezTo>
                  <a:cubicBezTo>
                    <a:pt x="65599" y="392469"/>
                    <a:pt x="66735" y="400101"/>
                    <a:pt x="67954" y="407733"/>
                  </a:cubicBezTo>
                  <a:cubicBezTo>
                    <a:pt x="69183" y="415354"/>
                    <a:pt x="70494" y="422965"/>
                    <a:pt x="71703" y="430597"/>
                  </a:cubicBezTo>
                  <a:cubicBezTo>
                    <a:pt x="72911" y="438219"/>
                    <a:pt x="73778" y="445923"/>
                    <a:pt x="75214" y="453493"/>
                  </a:cubicBezTo>
                  <a:cubicBezTo>
                    <a:pt x="76660" y="461063"/>
                    <a:pt x="76742" y="469697"/>
                    <a:pt x="80347" y="475996"/>
                  </a:cubicBezTo>
                  <a:cubicBezTo>
                    <a:pt x="83951" y="482296"/>
                    <a:pt x="90333" y="488957"/>
                    <a:pt x="96839" y="491301"/>
                  </a:cubicBezTo>
                  <a:cubicBezTo>
                    <a:pt x="103345" y="493646"/>
                    <a:pt x="113156" y="493088"/>
                    <a:pt x="119373" y="490041"/>
                  </a:cubicBezTo>
                  <a:cubicBezTo>
                    <a:pt x="125590" y="487005"/>
                    <a:pt x="131374" y="479704"/>
                    <a:pt x="134152" y="473043"/>
                  </a:cubicBezTo>
                  <a:cubicBezTo>
                    <a:pt x="136940" y="466382"/>
                    <a:pt x="135742" y="457769"/>
                    <a:pt x="136052" y="450085"/>
                  </a:cubicBezTo>
                  <a:cubicBezTo>
                    <a:pt x="136372" y="442391"/>
                    <a:pt x="136052" y="434635"/>
                    <a:pt x="136052" y="426911"/>
                  </a:cubicBezTo>
                  <a:cubicBezTo>
                    <a:pt x="136052" y="419186"/>
                    <a:pt x="136052" y="411471"/>
                    <a:pt x="136052" y="403746"/>
                  </a:cubicBezTo>
                  <a:cubicBezTo>
                    <a:pt x="136052" y="396022"/>
                    <a:pt x="136052" y="388297"/>
                    <a:pt x="136052" y="380572"/>
                  </a:cubicBezTo>
                  <a:cubicBezTo>
                    <a:pt x="136052" y="372857"/>
                    <a:pt x="136052" y="365133"/>
                    <a:pt x="136052" y="357408"/>
                  </a:cubicBezTo>
                  <a:cubicBezTo>
                    <a:pt x="136052" y="349683"/>
                    <a:pt x="136052" y="341958"/>
                    <a:pt x="136052" y="334233"/>
                  </a:cubicBezTo>
                  <a:cubicBezTo>
                    <a:pt x="136052" y="326519"/>
                    <a:pt x="136052" y="318794"/>
                    <a:pt x="136052" y="311069"/>
                  </a:cubicBezTo>
                  <a:cubicBezTo>
                    <a:pt x="136052" y="303344"/>
                    <a:pt x="136052" y="295619"/>
                    <a:pt x="136052" y="287905"/>
                  </a:cubicBezTo>
                  <a:cubicBezTo>
                    <a:pt x="136052" y="280180"/>
                    <a:pt x="136052" y="272455"/>
                    <a:pt x="136052" y="264730"/>
                  </a:cubicBezTo>
                  <a:cubicBezTo>
                    <a:pt x="136052" y="257006"/>
                    <a:pt x="136052" y="249291"/>
                    <a:pt x="136052" y="241566"/>
                  </a:cubicBezTo>
                  <a:cubicBezTo>
                    <a:pt x="136052" y="233841"/>
                    <a:pt x="136052" y="226117"/>
                    <a:pt x="136052" y="218392"/>
                  </a:cubicBezTo>
                  <a:cubicBezTo>
                    <a:pt x="136052" y="210677"/>
                    <a:pt x="136259" y="202942"/>
                    <a:pt x="136052" y="195228"/>
                  </a:cubicBezTo>
                  <a:cubicBezTo>
                    <a:pt x="135845" y="187513"/>
                    <a:pt x="135701" y="179768"/>
                    <a:pt x="134802" y="172115"/>
                  </a:cubicBezTo>
                  <a:cubicBezTo>
                    <a:pt x="133894" y="164462"/>
                    <a:pt x="132190" y="156893"/>
                    <a:pt x="130630" y="149333"/>
                  </a:cubicBezTo>
                  <a:cubicBezTo>
                    <a:pt x="129071" y="141773"/>
                    <a:pt x="127181" y="134276"/>
                    <a:pt x="125446" y="126747"/>
                  </a:cubicBezTo>
                  <a:cubicBezTo>
                    <a:pt x="123701" y="119229"/>
                    <a:pt x="121935" y="111711"/>
                    <a:pt x="120200" y="104182"/>
                  </a:cubicBezTo>
                  <a:cubicBezTo>
                    <a:pt x="118465" y="96664"/>
                    <a:pt x="116761" y="89125"/>
                    <a:pt x="115026" y="81596"/>
                  </a:cubicBezTo>
                  <a:cubicBezTo>
                    <a:pt x="113291" y="74078"/>
                    <a:pt x="111680" y="66508"/>
                    <a:pt x="109790" y="59031"/>
                  </a:cubicBezTo>
                  <a:cubicBezTo>
                    <a:pt x="107910" y="51554"/>
                    <a:pt x="106826" y="43654"/>
                    <a:pt x="103707" y="36724"/>
                  </a:cubicBezTo>
                  <a:cubicBezTo>
                    <a:pt x="100588" y="29794"/>
                    <a:pt x="96333" y="22834"/>
                    <a:pt x="91077" y="17433"/>
                  </a:cubicBezTo>
                  <a:cubicBezTo>
                    <a:pt x="85830" y="12042"/>
                    <a:pt x="79118" y="7167"/>
                    <a:pt x="72188" y="4337"/>
                  </a:cubicBezTo>
                  <a:cubicBezTo>
                    <a:pt x="65269" y="1508"/>
                    <a:pt x="57007" y="0"/>
                    <a:pt x="49561" y="454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44" name="Center wave"/>
            <p:cNvSpPr/>
            <p:nvPr/>
          </p:nvSpPr>
          <p:spPr>
            <a:xfrm>
              <a:off x="7125231" y="4730212"/>
              <a:ext cx="114219" cy="419312"/>
            </a:xfrm>
            <a:custGeom>
              <a:avLst/>
              <a:gdLst/>
              <a:ahLst/>
              <a:cxnLst/>
              <a:rect l="l" t="t" r="r" b="b"/>
              <a:pathLst>
                <a:path w="114219" h="419312">
                  <a:moveTo>
                    <a:pt x="53047" y="520"/>
                  </a:moveTo>
                  <a:cubicBezTo>
                    <a:pt x="45616" y="1043"/>
                    <a:pt x="37684" y="3274"/>
                    <a:pt x="31085" y="6733"/>
                  </a:cubicBezTo>
                  <a:cubicBezTo>
                    <a:pt x="24486" y="10193"/>
                    <a:pt x="18145" y="15470"/>
                    <a:pt x="13467" y="21274"/>
                  </a:cubicBezTo>
                  <a:cubicBezTo>
                    <a:pt x="8789" y="27068"/>
                    <a:pt x="5112" y="34380"/>
                    <a:pt x="3016" y="41557"/>
                  </a:cubicBezTo>
                  <a:cubicBezTo>
                    <a:pt x="919" y="48735"/>
                    <a:pt x="1250" y="56707"/>
                    <a:pt x="898" y="64329"/>
                  </a:cubicBezTo>
                  <a:cubicBezTo>
                    <a:pt x="537" y="71961"/>
                    <a:pt x="898" y="79644"/>
                    <a:pt x="898" y="87307"/>
                  </a:cubicBezTo>
                  <a:cubicBezTo>
                    <a:pt x="898" y="94960"/>
                    <a:pt x="898" y="102623"/>
                    <a:pt x="898" y="110275"/>
                  </a:cubicBezTo>
                  <a:cubicBezTo>
                    <a:pt x="898" y="117928"/>
                    <a:pt x="898" y="125590"/>
                    <a:pt x="898" y="133243"/>
                  </a:cubicBezTo>
                  <a:cubicBezTo>
                    <a:pt x="898" y="140906"/>
                    <a:pt x="898" y="148558"/>
                    <a:pt x="898" y="156221"/>
                  </a:cubicBezTo>
                  <a:cubicBezTo>
                    <a:pt x="898" y="163874"/>
                    <a:pt x="898" y="171537"/>
                    <a:pt x="898" y="179189"/>
                  </a:cubicBezTo>
                  <a:cubicBezTo>
                    <a:pt x="898" y="186842"/>
                    <a:pt x="898" y="194505"/>
                    <a:pt x="898" y="202157"/>
                  </a:cubicBezTo>
                  <a:cubicBezTo>
                    <a:pt x="898" y="209820"/>
                    <a:pt x="898" y="217473"/>
                    <a:pt x="898" y="225135"/>
                  </a:cubicBezTo>
                  <a:cubicBezTo>
                    <a:pt x="898" y="232788"/>
                    <a:pt x="898" y="240451"/>
                    <a:pt x="898" y="248103"/>
                  </a:cubicBezTo>
                  <a:cubicBezTo>
                    <a:pt x="898" y="255756"/>
                    <a:pt x="898" y="263419"/>
                    <a:pt x="898" y="271071"/>
                  </a:cubicBezTo>
                  <a:cubicBezTo>
                    <a:pt x="898" y="278734"/>
                    <a:pt x="898" y="286387"/>
                    <a:pt x="898" y="294050"/>
                  </a:cubicBezTo>
                  <a:cubicBezTo>
                    <a:pt x="898" y="301702"/>
                    <a:pt x="898" y="309365"/>
                    <a:pt x="898" y="317018"/>
                  </a:cubicBezTo>
                  <a:cubicBezTo>
                    <a:pt x="898" y="324670"/>
                    <a:pt x="898" y="332333"/>
                    <a:pt x="898" y="339986"/>
                  </a:cubicBezTo>
                  <a:cubicBezTo>
                    <a:pt x="888" y="347648"/>
                    <a:pt x="0" y="355415"/>
                    <a:pt x="837" y="362953"/>
                  </a:cubicBezTo>
                  <a:cubicBezTo>
                    <a:pt x="1683" y="370492"/>
                    <a:pt x="2902" y="378393"/>
                    <a:pt x="5938" y="385219"/>
                  </a:cubicBezTo>
                  <a:cubicBezTo>
                    <a:pt x="8964" y="392046"/>
                    <a:pt x="13591" y="398800"/>
                    <a:pt x="19023" y="403901"/>
                  </a:cubicBezTo>
                  <a:cubicBezTo>
                    <a:pt x="24445" y="408993"/>
                    <a:pt x="31467" y="413330"/>
                    <a:pt x="38480" y="415809"/>
                  </a:cubicBezTo>
                  <a:cubicBezTo>
                    <a:pt x="45502" y="418277"/>
                    <a:pt x="53692" y="419310"/>
                    <a:pt x="61127" y="418752"/>
                  </a:cubicBezTo>
                  <a:cubicBezTo>
                    <a:pt x="68553" y="418194"/>
                    <a:pt x="76474" y="415933"/>
                    <a:pt x="83052" y="412452"/>
                  </a:cubicBezTo>
                  <a:cubicBezTo>
                    <a:pt x="89620" y="408972"/>
                    <a:pt x="95910" y="403664"/>
                    <a:pt x="100567" y="397849"/>
                  </a:cubicBezTo>
                  <a:cubicBezTo>
                    <a:pt x="105225" y="392046"/>
                    <a:pt x="108912" y="384744"/>
                    <a:pt x="111019" y="377577"/>
                  </a:cubicBezTo>
                  <a:cubicBezTo>
                    <a:pt x="113115" y="370399"/>
                    <a:pt x="112836" y="362437"/>
                    <a:pt x="113208" y="354816"/>
                  </a:cubicBezTo>
                  <a:cubicBezTo>
                    <a:pt x="113569" y="347194"/>
                    <a:pt x="113208" y="339500"/>
                    <a:pt x="113208" y="331848"/>
                  </a:cubicBezTo>
                  <a:cubicBezTo>
                    <a:pt x="113208" y="324185"/>
                    <a:pt x="113167" y="316532"/>
                    <a:pt x="113208" y="308880"/>
                  </a:cubicBezTo>
                  <a:cubicBezTo>
                    <a:pt x="113239" y="301217"/>
                    <a:pt x="113384" y="293564"/>
                    <a:pt x="113425" y="285912"/>
                  </a:cubicBezTo>
                  <a:cubicBezTo>
                    <a:pt x="113456" y="278249"/>
                    <a:pt x="113425" y="270596"/>
                    <a:pt x="113425" y="262944"/>
                  </a:cubicBezTo>
                  <a:cubicBezTo>
                    <a:pt x="113425" y="255291"/>
                    <a:pt x="113446" y="247639"/>
                    <a:pt x="113404" y="239976"/>
                  </a:cubicBezTo>
                  <a:cubicBezTo>
                    <a:pt x="113373" y="232323"/>
                    <a:pt x="113229" y="224671"/>
                    <a:pt x="113208" y="217018"/>
                  </a:cubicBezTo>
                  <a:cubicBezTo>
                    <a:pt x="113177" y="209355"/>
                    <a:pt x="113249" y="201703"/>
                    <a:pt x="113260" y="194050"/>
                  </a:cubicBezTo>
                  <a:cubicBezTo>
                    <a:pt x="113280" y="186398"/>
                    <a:pt x="113291" y="178735"/>
                    <a:pt x="113280" y="171082"/>
                  </a:cubicBezTo>
                  <a:cubicBezTo>
                    <a:pt x="113270" y="163430"/>
                    <a:pt x="113177" y="155777"/>
                    <a:pt x="113208" y="148114"/>
                  </a:cubicBezTo>
                  <a:cubicBezTo>
                    <a:pt x="113229" y="140462"/>
                    <a:pt x="113373" y="132809"/>
                    <a:pt x="113415" y="125146"/>
                  </a:cubicBezTo>
                  <a:cubicBezTo>
                    <a:pt x="113456" y="117494"/>
                    <a:pt x="113497" y="109841"/>
                    <a:pt x="113466" y="102189"/>
                  </a:cubicBezTo>
                  <a:cubicBezTo>
                    <a:pt x="113425" y="94526"/>
                    <a:pt x="113218" y="86873"/>
                    <a:pt x="113208" y="79221"/>
                  </a:cubicBezTo>
                  <a:cubicBezTo>
                    <a:pt x="113208" y="71558"/>
                    <a:pt x="114220" y="63781"/>
                    <a:pt x="113425" y="56253"/>
                  </a:cubicBezTo>
                  <a:cubicBezTo>
                    <a:pt x="112630" y="48714"/>
                    <a:pt x="111483" y="40783"/>
                    <a:pt x="108437" y="33998"/>
                  </a:cubicBezTo>
                  <a:cubicBezTo>
                    <a:pt x="105380" y="27212"/>
                    <a:pt x="100578" y="20572"/>
                    <a:pt x="95115" y="15512"/>
                  </a:cubicBezTo>
                  <a:cubicBezTo>
                    <a:pt x="89651" y="10451"/>
                    <a:pt x="82680" y="6114"/>
                    <a:pt x="75668" y="3615"/>
                  </a:cubicBezTo>
                  <a:cubicBezTo>
                    <a:pt x="68666" y="1115"/>
                    <a:pt x="60477" y="0"/>
                    <a:pt x="53051" y="516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45" name="Inner right wave"/>
            <p:cNvSpPr/>
            <p:nvPr/>
          </p:nvSpPr>
          <p:spPr>
            <a:xfrm>
              <a:off x="7260316" y="4546521"/>
              <a:ext cx="136847" cy="493636"/>
            </a:xfrm>
            <a:custGeom>
              <a:avLst/>
              <a:gdLst/>
              <a:ahLst/>
              <a:cxnLst/>
              <a:rect l="l" t="t" r="r" b="b"/>
              <a:pathLst>
                <a:path w="136847" h="493636">
                  <a:moveTo>
                    <a:pt x="79842" y="693"/>
                  </a:moveTo>
                  <a:cubicBezTo>
                    <a:pt x="72425" y="1384"/>
                    <a:pt x="64504" y="4121"/>
                    <a:pt x="58040" y="7911"/>
                  </a:cubicBezTo>
                  <a:cubicBezTo>
                    <a:pt x="51575" y="11701"/>
                    <a:pt x="45585" y="17422"/>
                    <a:pt x="41051" y="23453"/>
                  </a:cubicBezTo>
                  <a:cubicBezTo>
                    <a:pt x="36517" y="29474"/>
                    <a:pt x="33399" y="36869"/>
                    <a:pt x="30837" y="44067"/>
                  </a:cubicBezTo>
                  <a:cubicBezTo>
                    <a:pt x="28266" y="51265"/>
                    <a:pt x="27398" y="59124"/>
                    <a:pt x="25674" y="66642"/>
                  </a:cubicBezTo>
                  <a:cubicBezTo>
                    <a:pt x="23949" y="74160"/>
                    <a:pt x="22204" y="81689"/>
                    <a:pt x="20469" y="89207"/>
                  </a:cubicBezTo>
                  <a:cubicBezTo>
                    <a:pt x="18723" y="96726"/>
                    <a:pt x="16968" y="104244"/>
                    <a:pt x="15212" y="111762"/>
                  </a:cubicBezTo>
                  <a:cubicBezTo>
                    <a:pt x="13446" y="119280"/>
                    <a:pt x="11618" y="126778"/>
                    <a:pt x="9894" y="134307"/>
                  </a:cubicBezTo>
                  <a:cubicBezTo>
                    <a:pt x="8159" y="141825"/>
                    <a:pt x="6258" y="149323"/>
                    <a:pt x="4833" y="156903"/>
                  </a:cubicBezTo>
                  <a:cubicBezTo>
                    <a:pt x="3408" y="164483"/>
                    <a:pt x="1983" y="172115"/>
                    <a:pt x="1322" y="179778"/>
                  </a:cubicBezTo>
                  <a:cubicBezTo>
                    <a:pt x="661" y="187451"/>
                    <a:pt x="919" y="195207"/>
                    <a:pt x="837" y="202921"/>
                  </a:cubicBezTo>
                  <a:cubicBezTo>
                    <a:pt x="754" y="210636"/>
                    <a:pt x="837" y="218361"/>
                    <a:pt x="837" y="226086"/>
                  </a:cubicBezTo>
                  <a:cubicBezTo>
                    <a:pt x="837" y="233800"/>
                    <a:pt x="837" y="241525"/>
                    <a:pt x="837" y="249239"/>
                  </a:cubicBezTo>
                  <a:cubicBezTo>
                    <a:pt x="837" y="256964"/>
                    <a:pt x="837" y="264679"/>
                    <a:pt x="837" y="272404"/>
                  </a:cubicBezTo>
                  <a:cubicBezTo>
                    <a:pt x="837" y="280118"/>
                    <a:pt x="837" y="287843"/>
                    <a:pt x="837" y="295557"/>
                  </a:cubicBezTo>
                  <a:cubicBezTo>
                    <a:pt x="837" y="303282"/>
                    <a:pt x="837" y="310997"/>
                    <a:pt x="837" y="318722"/>
                  </a:cubicBezTo>
                  <a:cubicBezTo>
                    <a:pt x="837" y="326436"/>
                    <a:pt x="837" y="334161"/>
                    <a:pt x="837" y="341875"/>
                  </a:cubicBezTo>
                  <a:cubicBezTo>
                    <a:pt x="837" y="349600"/>
                    <a:pt x="837" y="357315"/>
                    <a:pt x="837" y="365040"/>
                  </a:cubicBezTo>
                  <a:cubicBezTo>
                    <a:pt x="837" y="372754"/>
                    <a:pt x="837" y="380479"/>
                    <a:pt x="837" y="388193"/>
                  </a:cubicBezTo>
                  <a:cubicBezTo>
                    <a:pt x="837" y="395918"/>
                    <a:pt x="837" y="403633"/>
                    <a:pt x="837" y="411358"/>
                  </a:cubicBezTo>
                  <a:cubicBezTo>
                    <a:pt x="837" y="419072"/>
                    <a:pt x="837" y="426797"/>
                    <a:pt x="837" y="434511"/>
                  </a:cubicBezTo>
                  <a:cubicBezTo>
                    <a:pt x="837" y="442236"/>
                    <a:pt x="0" y="450116"/>
                    <a:pt x="837" y="457676"/>
                  </a:cubicBezTo>
                  <a:cubicBezTo>
                    <a:pt x="1673" y="465235"/>
                    <a:pt x="1911" y="474106"/>
                    <a:pt x="5866" y="479879"/>
                  </a:cubicBezTo>
                  <a:cubicBezTo>
                    <a:pt x="9832" y="485663"/>
                    <a:pt x="17815" y="491043"/>
                    <a:pt x="24610" y="492334"/>
                  </a:cubicBezTo>
                  <a:cubicBezTo>
                    <a:pt x="31416" y="493635"/>
                    <a:pt x="40979" y="491652"/>
                    <a:pt x="46669" y="487676"/>
                  </a:cubicBezTo>
                  <a:cubicBezTo>
                    <a:pt x="52349" y="483700"/>
                    <a:pt x="56088" y="475490"/>
                    <a:pt x="58731" y="468478"/>
                  </a:cubicBezTo>
                  <a:cubicBezTo>
                    <a:pt x="61365" y="461476"/>
                    <a:pt x="61251" y="453256"/>
                    <a:pt x="62491" y="445634"/>
                  </a:cubicBezTo>
                  <a:cubicBezTo>
                    <a:pt x="63730" y="438023"/>
                    <a:pt x="64959" y="430391"/>
                    <a:pt x="66177" y="422769"/>
                  </a:cubicBezTo>
                  <a:cubicBezTo>
                    <a:pt x="67396" y="415148"/>
                    <a:pt x="68584" y="407526"/>
                    <a:pt x="69813" y="399905"/>
                  </a:cubicBezTo>
                  <a:cubicBezTo>
                    <a:pt x="71042" y="392283"/>
                    <a:pt x="72291" y="384661"/>
                    <a:pt x="73572" y="377050"/>
                  </a:cubicBezTo>
                  <a:cubicBezTo>
                    <a:pt x="74852" y="369439"/>
                    <a:pt x="76174" y="361838"/>
                    <a:pt x="77517" y="354227"/>
                  </a:cubicBezTo>
                  <a:cubicBezTo>
                    <a:pt x="78859" y="346626"/>
                    <a:pt x="80264" y="339035"/>
                    <a:pt x="81617" y="331435"/>
                  </a:cubicBezTo>
                  <a:cubicBezTo>
                    <a:pt x="82959" y="323834"/>
                    <a:pt x="84230" y="316222"/>
                    <a:pt x="85624" y="308632"/>
                  </a:cubicBezTo>
                  <a:cubicBezTo>
                    <a:pt x="87008" y="301041"/>
                    <a:pt x="88505" y="293461"/>
                    <a:pt x="89951" y="285881"/>
                  </a:cubicBezTo>
                  <a:cubicBezTo>
                    <a:pt x="91407" y="278300"/>
                    <a:pt x="92801" y="270710"/>
                    <a:pt x="94309" y="263140"/>
                  </a:cubicBezTo>
                  <a:cubicBezTo>
                    <a:pt x="95817" y="255560"/>
                    <a:pt x="97428" y="248010"/>
                    <a:pt x="98987" y="240451"/>
                  </a:cubicBezTo>
                  <a:cubicBezTo>
                    <a:pt x="100547" y="232891"/>
                    <a:pt x="102044" y="225321"/>
                    <a:pt x="103655" y="217772"/>
                  </a:cubicBezTo>
                  <a:cubicBezTo>
                    <a:pt x="105256" y="210223"/>
                    <a:pt x="106960" y="202694"/>
                    <a:pt x="108612" y="195155"/>
                  </a:cubicBezTo>
                  <a:cubicBezTo>
                    <a:pt x="110265" y="187616"/>
                    <a:pt x="111958" y="180077"/>
                    <a:pt x="113580" y="172528"/>
                  </a:cubicBezTo>
                  <a:cubicBezTo>
                    <a:pt x="115191" y="164979"/>
                    <a:pt x="116719" y="157419"/>
                    <a:pt x="118299" y="149860"/>
                  </a:cubicBezTo>
                  <a:cubicBezTo>
                    <a:pt x="119879" y="142300"/>
                    <a:pt x="121480" y="134751"/>
                    <a:pt x="123071" y="127202"/>
                  </a:cubicBezTo>
                  <a:cubicBezTo>
                    <a:pt x="124661" y="119642"/>
                    <a:pt x="126262" y="112093"/>
                    <a:pt x="127862" y="104543"/>
                  </a:cubicBezTo>
                  <a:cubicBezTo>
                    <a:pt x="129463" y="96984"/>
                    <a:pt x="131188" y="89455"/>
                    <a:pt x="132665" y="81885"/>
                  </a:cubicBezTo>
                  <a:cubicBezTo>
                    <a:pt x="134141" y="74315"/>
                    <a:pt x="136599" y="66683"/>
                    <a:pt x="136723" y="59093"/>
                  </a:cubicBezTo>
                  <a:cubicBezTo>
                    <a:pt x="136847" y="51502"/>
                    <a:pt x="135918" y="43426"/>
                    <a:pt x="133388" y="36342"/>
                  </a:cubicBezTo>
                  <a:cubicBezTo>
                    <a:pt x="130868" y="29268"/>
                    <a:pt x="126726" y="22059"/>
                    <a:pt x="121583" y="16627"/>
                  </a:cubicBezTo>
                  <a:cubicBezTo>
                    <a:pt x="116440" y="11195"/>
                    <a:pt x="109511" y="6413"/>
                    <a:pt x="102550" y="3759"/>
                  </a:cubicBezTo>
                  <a:cubicBezTo>
                    <a:pt x="95590" y="1095"/>
                    <a:pt x="87266" y="0"/>
                    <a:pt x="79840" y="692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46" name="Outer right wave"/>
            <p:cNvSpPr/>
            <p:nvPr/>
          </p:nvSpPr>
          <p:spPr>
            <a:xfrm>
              <a:off x="7354111" y="4389120"/>
              <a:ext cx="262841" cy="578280"/>
            </a:xfrm>
            <a:custGeom>
              <a:avLst/>
              <a:gdLst/>
              <a:ahLst/>
              <a:cxnLst/>
              <a:rect l="l" t="t" r="r" b="b"/>
              <a:pathLst>
                <a:path w="262841" h="578280">
                  <a:moveTo>
                    <a:pt x="184848" y="565"/>
                  </a:moveTo>
                  <a:cubicBezTo>
                    <a:pt x="177289" y="1126"/>
                    <a:pt x="169513" y="3036"/>
                    <a:pt x="162438" y="5783"/>
                  </a:cubicBezTo>
                  <a:cubicBezTo>
                    <a:pt x="155364" y="8541"/>
                    <a:pt x="148414" y="12444"/>
                    <a:pt x="142383" y="17050"/>
                  </a:cubicBezTo>
                  <a:cubicBezTo>
                    <a:pt x="136352" y="21667"/>
                    <a:pt x="130806" y="27378"/>
                    <a:pt x="126262" y="33471"/>
                  </a:cubicBezTo>
                  <a:cubicBezTo>
                    <a:pt x="121718" y="39564"/>
                    <a:pt x="118072" y="46576"/>
                    <a:pt x="115108" y="53609"/>
                  </a:cubicBezTo>
                  <a:cubicBezTo>
                    <a:pt x="112144" y="60652"/>
                    <a:pt x="110575" y="68315"/>
                    <a:pt x="108478" y="75710"/>
                  </a:cubicBezTo>
                  <a:cubicBezTo>
                    <a:pt x="106382" y="83114"/>
                    <a:pt x="104523" y="90591"/>
                    <a:pt x="102540" y="98027"/>
                  </a:cubicBezTo>
                  <a:cubicBezTo>
                    <a:pt x="100567" y="105473"/>
                    <a:pt x="98585" y="112909"/>
                    <a:pt x="96602" y="120344"/>
                  </a:cubicBezTo>
                  <a:cubicBezTo>
                    <a:pt x="94619" y="127780"/>
                    <a:pt x="92646" y="135226"/>
                    <a:pt x="90653" y="142662"/>
                  </a:cubicBezTo>
                  <a:cubicBezTo>
                    <a:pt x="88650" y="150097"/>
                    <a:pt x="86605" y="157512"/>
                    <a:pt x="84622" y="164948"/>
                  </a:cubicBezTo>
                  <a:cubicBezTo>
                    <a:pt x="82639" y="172384"/>
                    <a:pt x="80687" y="179840"/>
                    <a:pt x="78746" y="187286"/>
                  </a:cubicBezTo>
                  <a:cubicBezTo>
                    <a:pt x="76815" y="194732"/>
                    <a:pt x="74925" y="202198"/>
                    <a:pt x="73004" y="209655"/>
                  </a:cubicBezTo>
                  <a:cubicBezTo>
                    <a:pt x="71083" y="217111"/>
                    <a:pt x="69152" y="224557"/>
                    <a:pt x="67241" y="232013"/>
                  </a:cubicBezTo>
                  <a:cubicBezTo>
                    <a:pt x="65341" y="239470"/>
                    <a:pt x="63441" y="246936"/>
                    <a:pt x="61592" y="254403"/>
                  </a:cubicBezTo>
                  <a:cubicBezTo>
                    <a:pt x="59733" y="261880"/>
                    <a:pt x="57957" y="269367"/>
                    <a:pt x="56129" y="276844"/>
                  </a:cubicBezTo>
                  <a:cubicBezTo>
                    <a:pt x="54301" y="284321"/>
                    <a:pt x="52401" y="291778"/>
                    <a:pt x="50604" y="299265"/>
                  </a:cubicBezTo>
                  <a:cubicBezTo>
                    <a:pt x="48807" y="306752"/>
                    <a:pt x="47082" y="314250"/>
                    <a:pt x="45368" y="321758"/>
                  </a:cubicBezTo>
                  <a:cubicBezTo>
                    <a:pt x="43643" y="329255"/>
                    <a:pt x="41991" y="336774"/>
                    <a:pt x="40277" y="344282"/>
                  </a:cubicBezTo>
                  <a:cubicBezTo>
                    <a:pt x="38562" y="351790"/>
                    <a:pt x="36817" y="359277"/>
                    <a:pt x="35082" y="366785"/>
                  </a:cubicBezTo>
                  <a:cubicBezTo>
                    <a:pt x="33347" y="374283"/>
                    <a:pt x="31591" y="381780"/>
                    <a:pt x="29877" y="389278"/>
                  </a:cubicBezTo>
                  <a:cubicBezTo>
                    <a:pt x="28152" y="396786"/>
                    <a:pt x="26459" y="404294"/>
                    <a:pt x="24775" y="411802"/>
                  </a:cubicBezTo>
                  <a:cubicBezTo>
                    <a:pt x="23082" y="419310"/>
                    <a:pt x="21419" y="426828"/>
                    <a:pt x="19725" y="434336"/>
                  </a:cubicBezTo>
                  <a:cubicBezTo>
                    <a:pt x="18042" y="441844"/>
                    <a:pt x="16317" y="449352"/>
                    <a:pt x="14644" y="456860"/>
                  </a:cubicBezTo>
                  <a:cubicBezTo>
                    <a:pt x="12971" y="464378"/>
                    <a:pt x="11350" y="471907"/>
                    <a:pt x="9697" y="479425"/>
                  </a:cubicBezTo>
                  <a:cubicBezTo>
                    <a:pt x="8045" y="486933"/>
                    <a:pt x="6300" y="494441"/>
                    <a:pt x="4720" y="501969"/>
                  </a:cubicBezTo>
                  <a:cubicBezTo>
                    <a:pt x="3129" y="509498"/>
                    <a:pt x="382" y="517058"/>
                    <a:pt x="186" y="524597"/>
                  </a:cubicBezTo>
                  <a:cubicBezTo>
                    <a:pt x="0" y="532146"/>
                    <a:pt x="806" y="540377"/>
                    <a:pt x="3573" y="547265"/>
                  </a:cubicBezTo>
                  <a:cubicBezTo>
                    <a:pt x="6341" y="554153"/>
                    <a:pt x="11215" y="561052"/>
                    <a:pt x="16782" y="565927"/>
                  </a:cubicBezTo>
                  <a:cubicBezTo>
                    <a:pt x="22359" y="570801"/>
                    <a:pt x="29846" y="574777"/>
                    <a:pt x="37013" y="576533"/>
                  </a:cubicBezTo>
                  <a:cubicBezTo>
                    <a:pt x="44191" y="578278"/>
                    <a:pt x="52690" y="578268"/>
                    <a:pt x="59836" y="576429"/>
                  </a:cubicBezTo>
                  <a:cubicBezTo>
                    <a:pt x="66983" y="574581"/>
                    <a:pt x="74181" y="570326"/>
                    <a:pt x="79882" y="565482"/>
                  </a:cubicBezTo>
                  <a:cubicBezTo>
                    <a:pt x="85593" y="560639"/>
                    <a:pt x="90023" y="553833"/>
                    <a:pt x="94082" y="547358"/>
                  </a:cubicBezTo>
                  <a:cubicBezTo>
                    <a:pt x="98151" y="540893"/>
                    <a:pt x="101280" y="533736"/>
                    <a:pt x="104296" y="526672"/>
                  </a:cubicBezTo>
                  <a:cubicBezTo>
                    <a:pt x="107311" y="519609"/>
                    <a:pt x="109542" y="512193"/>
                    <a:pt x="112165" y="504964"/>
                  </a:cubicBezTo>
                  <a:cubicBezTo>
                    <a:pt x="114798" y="497735"/>
                    <a:pt x="117463" y="490506"/>
                    <a:pt x="120086" y="483267"/>
                  </a:cubicBezTo>
                  <a:cubicBezTo>
                    <a:pt x="122709" y="476038"/>
                    <a:pt x="125312" y="468788"/>
                    <a:pt x="127924" y="461548"/>
                  </a:cubicBezTo>
                  <a:cubicBezTo>
                    <a:pt x="130537" y="454309"/>
                    <a:pt x="133160" y="447069"/>
                    <a:pt x="135763" y="439830"/>
                  </a:cubicBezTo>
                  <a:cubicBezTo>
                    <a:pt x="138365" y="432580"/>
                    <a:pt x="140937" y="425330"/>
                    <a:pt x="143539" y="418081"/>
                  </a:cubicBezTo>
                  <a:cubicBezTo>
                    <a:pt x="146132" y="410831"/>
                    <a:pt x="148734" y="403591"/>
                    <a:pt x="151326" y="396342"/>
                  </a:cubicBezTo>
                  <a:cubicBezTo>
                    <a:pt x="153929" y="389102"/>
                    <a:pt x="156531" y="381852"/>
                    <a:pt x="159123" y="374603"/>
                  </a:cubicBezTo>
                  <a:cubicBezTo>
                    <a:pt x="161715" y="367363"/>
                    <a:pt x="164287" y="360103"/>
                    <a:pt x="166889" y="352864"/>
                  </a:cubicBezTo>
                  <a:cubicBezTo>
                    <a:pt x="169492" y="345614"/>
                    <a:pt x="172136" y="338385"/>
                    <a:pt x="174748" y="331145"/>
                  </a:cubicBezTo>
                  <a:cubicBezTo>
                    <a:pt x="177361" y="323906"/>
                    <a:pt x="179964" y="316656"/>
                    <a:pt x="182556" y="309417"/>
                  </a:cubicBezTo>
                  <a:cubicBezTo>
                    <a:pt x="185158" y="302167"/>
                    <a:pt x="187771" y="294927"/>
                    <a:pt x="190363" y="287678"/>
                  </a:cubicBezTo>
                  <a:cubicBezTo>
                    <a:pt x="192956" y="280428"/>
                    <a:pt x="195527" y="273178"/>
                    <a:pt x="198119" y="265928"/>
                  </a:cubicBezTo>
                  <a:cubicBezTo>
                    <a:pt x="200711" y="258679"/>
                    <a:pt x="203334" y="251439"/>
                    <a:pt x="205937" y="244200"/>
                  </a:cubicBezTo>
                  <a:cubicBezTo>
                    <a:pt x="208539" y="236960"/>
                    <a:pt x="211132" y="229710"/>
                    <a:pt x="213744" y="222471"/>
                  </a:cubicBezTo>
                  <a:cubicBezTo>
                    <a:pt x="216357" y="215232"/>
                    <a:pt x="219022" y="208002"/>
                    <a:pt x="221634" y="200763"/>
                  </a:cubicBezTo>
                  <a:cubicBezTo>
                    <a:pt x="224247" y="193524"/>
                    <a:pt x="226819" y="186274"/>
                    <a:pt x="229421" y="179024"/>
                  </a:cubicBezTo>
                  <a:cubicBezTo>
                    <a:pt x="232013" y="171774"/>
                    <a:pt x="234637" y="164535"/>
                    <a:pt x="237187" y="157275"/>
                  </a:cubicBezTo>
                  <a:cubicBezTo>
                    <a:pt x="239738" y="150015"/>
                    <a:pt x="242217" y="142723"/>
                    <a:pt x="244737" y="135453"/>
                  </a:cubicBezTo>
                  <a:cubicBezTo>
                    <a:pt x="247267" y="128183"/>
                    <a:pt x="249869" y="120933"/>
                    <a:pt x="252327" y="113642"/>
                  </a:cubicBezTo>
                  <a:cubicBezTo>
                    <a:pt x="254775" y="106340"/>
                    <a:pt x="257749" y="99122"/>
                    <a:pt x="259453" y="91676"/>
                  </a:cubicBezTo>
                  <a:cubicBezTo>
                    <a:pt x="261157" y="84219"/>
                    <a:pt x="262840" y="76474"/>
                    <a:pt x="262562" y="68935"/>
                  </a:cubicBezTo>
                  <a:cubicBezTo>
                    <a:pt x="262272" y="61396"/>
                    <a:pt x="260476" y="53506"/>
                    <a:pt x="257749" y="46442"/>
                  </a:cubicBezTo>
                  <a:cubicBezTo>
                    <a:pt x="255023" y="39378"/>
                    <a:pt x="250995" y="32407"/>
                    <a:pt x="246203" y="26552"/>
                  </a:cubicBezTo>
                  <a:cubicBezTo>
                    <a:pt x="241411" y="20696"/>
                    <a:pt x="235380" y="15336"/>
                    <a:pt x="228977" y="11308"/>
                  </a:cubicBezTo>
                  <a:cubicBezTo>
                    <a:pt x="222574" y="7281"/>
                    <a:pt x="215128" y="4193"/>
                    <a:pt x="207775" y="2396"/>
                  </a:cubicBezTo>
                  <a:cubicBezTo>
                    <a:pt x="200422" y="609"/>
                    <a:pt x="192408" y="0"/>
                    <a:pt x="184849" y="568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</p:grpSp>
      <p:sp>
        <p:nvSpPr>
          <p:cNvPr id="47" name="Wordmark (horizontal)"/>
          <p:cNvSpPr txBox="1"/>
          <p:nvPr/>
        </p:nvSpPr>
        <p:spPr>
          <a:xfrm>
            <a:off x="7773314" y="4389120"/>
            <a:ext cx="3701491" cy="760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Voice Command AI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· Color palette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Blue on navy, with a touch of cyan</a:t>
            </a:r>
            <a:endParaRPr lang="en-US" sz="3400" dirty="0"/>
          </a:p>
        </p:txBody>
      </p:sp>
      <p:sp>
        <p:nvSpPr>
          <p:cNvPr id="4" name="Swatch Command Blue"/>
          <p:cNvSpPr/>
          <p:nvPr/>
        </p:nvSpPr>
        <p:spPr>
          <a:xfrm>
            <a:off x="548640" y="1691640"/>
            <a:ext cx="2615184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256032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#0361F7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Command Blue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Primary brand color · key actions · one-color symbol</a:t>
            </a:r>
            <a:endParaRPr lang="en-US" sz="1200" dirty="0"/>
          </a:p>
        </p:txBody>
      </p:sp>
      <p:sp>
        <p:nvSpPr>
          <p:cNvPr id="8" name="Swatch Deep Navy"/>
          <p:cNvSpPr/>
          <p:nvPr/>
        </p:nvSpPr>
        <p:spPr>
          <a:xfrm>
            <a:off x="3376879" y="1691640"/>
            <a:ext cx="2615184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78047" y="256032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#101B35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76879" y="3154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Deep Navy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76879" y="34747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Dark backgrounds · primary text</a:t>
            </a:r>
            <a:endParaRPr lang="en-US" sz="1200" dirty="0"/>
          </a:p>
        </p:txBody>
      </p:sp>
      <p:sp>
        <p:nvSpPr>
          <p:cNvPr id="12" name="Swatch Voice Cyan"/>
          <p:cNvSpPr/>
          <p:nvPr/>
        </p:nvSpPr>
        <p:spPr>
          <a:xfrm>
            <a:off x="6205118" y="1691640"/>
            <a:ext cx="2615184" cy="1325880"/>
          </a:xfrm>
          <a:prstGeom prst="roundRect">
            <a:avLst>
              <a:gd name="adj" fmla="val 8276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6286" y="256032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#00CFE8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05118" y="3154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Voice Cyan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05118" y="34747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Waveforms · voice input highlights</a:t>
            </a:r>
            <a:endParaRPr lang="en-US" sz="1200" dirty="0"/>
          </a:p>
        </p:txBody>
      </p:sp>
      <p:sp>
        <p:nvSpPr>
          <p:cNvPr id="16" name="Swatch Cloud White"/>
          <p:cNvSpPr/>
          <p:nvPr/>
        </p:nvSpPr>
        <p:spPr>
          <a:xfrm>
            <a:off x="9033358" y="1691640"/>
            <a:ext cx="261518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4526" y="256032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#F5F7FB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33358" y="3154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Cloud White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33358" y="34747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Light backgrounds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Recommended ratio</a:t>
            </a:r>
            <a:endParaRPr lang="en-US" sz="1400" dirty="0"/>
          </a:p>
        </p:txBody>
      </p:sp>
      <p:sp>
        <p:nvSpPr>
          <p:cNvPr id="21" name="Ratio Navy"/>
          <p:cNvSpPr/>
          <p:nvPr/>
        </p:nvSpPr>
        <p:spPr>
          <a:xfrm>
            <a:off x="548640" y="4572000"/>
            <a:ext cx="2048256" cy="5486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5720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Navy</a:t>
            </a:r>
            <a:endParaRPr lang="en-US" sz="1200" dirty="0"/>
          </a:p>
        </p:txBody>
      </p:sp>
      <p:sp>
        <p:nvSpPr>
          <p:cNvPr id="23" name="Ratio White"/>
          <p:cNvSpPr/>
          <p:nvPr/>
        </p:nvSpPr>
        <p:spPr>
          <a:xfrm>
            <a:off x="2596896" y="4572000"/>
            <a:ext cx="2048256" cy="548640"/>
          </a:xfrm>
          <a:prstGeom prst="rect">
            <a:avLst/>
          </a:prstGeom>
          <a:solidFill>
            <a:schemeClr val="bg2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96896" y="45720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White</a:t>
            </a:r>
            <a:endParaRPr lang="en-US" sz="1200" dirty="0"/>
          </a:p>
        </p:txBody>
      </p:sp>
      <p:sp>
        <p:nvSpPr>
          <p:cNvPr id="25" name="Ratio Blue"/>
          <p:cNvSpPr/>
          <p:nvPr/>
        </p:nvSpPr>
        <p:spPr>
          <a:xfrm>
            <a:off x="4645152" y="4572000"/>
            <a:ext cx="768096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457200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Blue</a:t>
            </a:r>
            <a:endParaRPr lang="en-US" sz="1200" dirty="0"/>
          </a:p>
        </p:txBody>
      </p:sp>
      <p:sp>
        <p:nvSpPr>
          <p:cNvPr id="27" name="Ratio Cyan"/>
          <p:cNvSpPr/>
          <p:nvPr/>
        </p:nvSpPr>
        <p:spPr>
          <a:xfrm>
            <a:off x="5413248" y="4572000"/>
            <a:ext cx="256032" cy="5486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230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Navy · white 80%   Blue 15%   Cyan 5%</a:t>
            </a:r>
            <a:endParaRPr lang="en-US" sz="1300" dirty="0"/>
          </a:p>
        </p:txBody>
      </p:sp>
      <p:sp>
        <p:nvSpPr>
          <p:cNvPr id="29" name="Color rules"/>
          <p:cNvSpPr txBox="1"/>
          <p:nvPr/>
        </p:nvSpPr>
        <p:spPr>
          <a:xfrm>
            <a:off x="6245352" y="42062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Signature pairing: navy background + blue–cyan symbol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light backgrounds, prefer solid blue.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use cyan for small body text.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Gradient is for emphasis; the solid version is the production default.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· Typography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Clean sans serifs, mono for code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9164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Typeface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Korean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Pretendard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Semibold (head) · Regular (body)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English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Semibold (head) · Regular (body)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Status · figures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Body face of that language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JetBrains Mono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Regular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663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Logo lettering is kept at fixed proportions. The original PDF was set in Nanum Gothic for Korean legibility. Where a typeface is not installed, a substitute is shown.</a:t>
            </a:r>
            <a:endParaRPr lang="en-US" sz="1200" dirty="0"/>
          </a:p>
        </p:txBody>
      </p:sp>
      <p:sp>
        <p:nvSpPr>
          <p:cNvPr id="6" name="Type specimen Pretendard"/>
          <p:cNvSpPr/>
          <p:nvPr/>
        </p:nvSpPr>
        <p:spPr>
          <a:xfrm>
            <a:off x="6976872" y="1691640"/>
            <a:ext cx="4663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251192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Pretendard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251192" y="2194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말로 지휘하고, 흐름을 관리하다.</a:t>
            </a:r>
            <a:endParaRPr lang="en-US" sz="2000" dirty="0"/>
          </a:p>
        </p:txBody>
      </p:sp>
      <p:sp>
        <p:nvSpPr>
          <p:cNvPr id="9" name="Type specimen Inter"/>
          <p:cNvSpPr/>
          <p:nvPr/>
        </p:nvSpPr>
        <p:spPr>
          <a:xfrm>
            <a:off x="6976872" y="3154680"/>
            <a:ext cx="4663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51192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Inter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251192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voice. Every agent.</a:t>
            </a:r>
            <a:endParaRPr lang="en-US" sz="2000" dirty="0"/>
          </a:p>
        </p:txBody>
      </p:sp>
      <p:sp>
        <p:nvSpPr>
          <p:cNvPr id="12" name="Type specimen JetBrains Mono"/>
          <p:cNvSpPr/>
          <p:nvPr/>
        </p:nvSpPr>
        <p:spPr>
          <a:xfrm>
            <a:off x="6976872" y="4617720"/>
            <a:ext cx="466344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51192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JetBrains Mono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251192" y="5120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codex run --tests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 · Backgrounds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Six backgrounds and one-color pairings</a:t>
            </a:r>
            <a:endParaRPr lang="en-US" sz="3400" dirty="0"/>
          </a:p>
        </p:txBody>
      </p:sp>
      <p:sp>
        <p:nvSpPr>
          <p:cNvPr id="4" name="Background 01 Default dark"/>
          <p:cNvSpPr/>
          <p:nvPr/>
        </p:nvSpPr>
        <p:spPr>
          <a:xfrm>
            <a:off x="548640" y="1691640"/>
            <a:ext cx="3547872" cy="1554480"/>
          </a:xfrm>
          <a:prstGeom prst="roundRect">
            <a:avLst>
              <a:gd name="adj" fmla="val 7059"/>
            </a:avLst>
          </a:prstGeom>
          <a:solidFill>
            <a:schemeClr val="tx1"/>
          </a:solidFill>
          <a:ln/>
        </p:spPr>
      </p:sp>
      <p:grpSp>
        <p:nvGrpSpPr>
          <p:cNvPr id="52" name="VCA symbol (Default dark)"/>
          <p:cNvGrpSpPr/>
          <p:nvPr/>
        </p:nvGrpSpPr>
        <p:grpSpPr>
          <a:xfrm>
            <a:off x="1751076" y="1968614"/>
            <a:ext cx="1143000" cy="1000532"/>
            <a:chOff x="1751076" y="1968614"/>
            <a:chExt cx="1143000" cy="1000532"/>
          </a:xfrm>
        </p:grpSpPr>
        <p:sp>
          <p:nvSpPr>
            <p:cNvPr id="5" name="Outer left wave"/>
            <p:cNvSpPr/>
            <p:nvPr/>
          </p:nvSpPr>
          <p:spPr>
            <a:xfrm>
              <a:off x="1751076" y="1968813"/>
              <a:ext cx="345440" cy="761027"/>
            </a:xfrm>
            <a:custGeom>
              <a:avLst/>
              <a:gdLst/>
              <a:ahLst/>
              <a:cxnLst/>
              <a:rect l="l" t="t" r="r" b="b"/>
              <a:pathLst>
                <a:path w="345440" h="761027">
                  <a:moveTo>
                    <a:pt x="98010" y="196"/>
                  </a:moveTo>
                  <a:cubicBezTo>
                    <a:pt x="88040" y="0"/>
                    <a:pt x="77550" y="1250"/>
                    <a:pt x="67997" y="4090"/>
                  </a:cubicBezTo>
                  <a:cubicBezTo>
                    <a:pt x="58444" y="6944"/>
                    <a:pt x="48878" y="11564"/>
                    <a:pt x="40711" y="17271"/>
                  </a:cubicBezTo>
                  <a:cubicBezTo>
                    <a:pt x="32558" y="22978"/>
                    <a:pt x="24949" y="30357"/>
                    <a:pt x="18997" y="38347"/>
                  </a:cubicBezTo>
                  <a:cubicBezTo>
                    <a:pt x="13045" y="46337"/>
                    <a:pt x="8140" y="55754"/>
                    <a:pt x="5001" y="65212"/>
                  </a:cubicBezTo>
                  <a:cubicBezTo>
                    <a:pt x="1862" y="74669"/>
                    <a:pt x="0" y="85173"/>
                    <a:pt x="136" y="95106"/>
                  </a:cubicBezTo>
                  <a:cubicBezTo>
                    <a:pt x="285" y="105040"/>
                    <a:pt x="3302" y="115054"/>
                    <a:pt x="5857" y="124811"/>
                  </a:cubicBezTo>
                  <a:cubicBezTo>
                    <a:pt x="8398" y="134568"/>
                    <a:pt x="12175" y="144066"/>
                    <a:pt x="15423" y="153660"/>
                  </a:cubicBezTo>
                  <a:cubicBezTo>
                    <a:pt x="18657" y="163267"/>
                    <a:pt x="22000" y="172833"/>
                    <a:pt x="25329" y="182399"/>
                  </a:cubicBezTo>
                  <a:cubicBezTo>
                    <a:pt x="28645" y="191966"/>
                    <a:pt x="32001" y="201532"/>
                    <a:pt x="35371" y="211085"/>
                  </a:cubicBezTo>
                  <a:cubicBezTo>
                    <a:pt x="38741" y="220651"/>
                    <a:pt x="42152" y="230177"/>
                    <a:pt x="45535" y="239730"/>
                  </a:cubicBezTo>
                  <a:cubicBezTo>
                    <a:pt x="48919" y="249282"/>
                    <a:pt x="52275" y="258849"/>
                    <a:pt x="55672" y="268388"/>
                  </a:cubicBezTo>
                  <a:cubicBezTo>
                    <a:pt x="59070" y="277941"/>
                    <a:pt x="62467" y="287480"/>
                    <a:pt x="65891" y="297019"/>
                  </a:cubicBezTo>
                  <a:cubicBezTo>
                    <a:pt x="69315" y="306545"/>
                    <a:pt x="72808" y="316057"/>
                    <a:pt x="76245" y="325596"/>
                  </a:cubicBezTo>
                  <a:cubicBezTo>
                    <a:pt x="79683" y="335121"/>
                    <a:pt x="83094" y="344674"/>
                    <a:pt x="86518" y="354200"/>
                  </a:cubicBezTo>
                  <a:cubicBezTo>
                    <a:pt x="89943" y="363739"/>
                    <a:pt x="93367" y="373278"/>
                    <a:pt x="96819" y="382804"/>
                  </a:cubicBezTo>
                  <a:cubicBezTo>
                    <a:pt x="100270" y="392329"/>
                    <a:pt x="103803" y="401828"/>
                    <a:pt x="107227" y="411353"/>
                  </a:cubicBezTo>
                  <a:cubicBezTo>
                    <a:pt x="110665" y="420892"/>
                    <a:pt x="113981" y="430459"/>
                    <a:pt x="117392" y="439998"/>
                  </a:cubicBezTo>
                  <a:cubicBezTo>
                    <a:pt x="120816" y="449537"/>
                    <a:pt x="124322" y="459049"/>
                    <a:pt x="127746" y="468575"/>
                  </a:cubicBezTo>
                  <a:cubicBezTo>
                    <a:pt x="131157" y="478114"/>
                    <a:pt x="134513" y="487680"/>
                    <a:pt x="137910" y="497219"/>
                  </a:cubicBezTo>
                  <a:cubicBezTo>
                    <a:pt x="141321" y="506759"/>
                    <a:pt x="144759" y="516298"/>
                    <a:pt x="148183" y="525823"/>
                  </a:cubicBezTo>
                  <a:cubicBezTo>
                    <a:pt x="151608" y="535363"/>
                    <a:pt x="155046" y="544902"/>
                    <a:pt x="158470" y="554441"/>
                  </a:cubicBezTo>
                  <a:cubicBezTo>
                    <a:pt x="161881" y="563966"/>
                    <a:pt x="165291" y="573519"/>
                    <a:pt x="168716" y="583045"/>
                  </a:cubicBezTo>
                  <a:cubicBezTo>
                    <a:pt x="172140" y="592584"/>
                    <a:pt x="175564" y="602123"/>
                    <a:pt x="179016" y="611649"/>
                  </a:cubicBezTo>
                  <a:cubicBezTo>
                    <a:pt x="182467" y="621174"/>
                    <a:pt x="185960" y="630686"/>
                    <a:pt x="189398" y="640212"/>
                  </a:cubicBezTo>
                  <a:cubicBezTo>
                    <a:pt x="192835" y="649751"/>
                    <a:pt x="196151" y="659318"/>
                    <a:pt x="199616" y="668843"/>
                  </a:cubicBezTo>
                  <a:cubicBezTo>
                    <a:pt x="203068" y="678369"/>
                    <a:pt x="206016" y="688125"/>
                    <a:pt x="210134" y="697352"/>
                  </a:cubicBezTo>
                  <a:cubicBezTo>
                    <a:pt x="214251" y="706579"/>
                    <a:pt x="218654" y="715914"/>
                    <a:pt x="224334" y="724203"/>
                  </a:cubicBezTo>
                  <a:cubicBezTo>
                    <a:pt x="230000" y="732478"/>
                    <a:pt x="236278" y="741216"/>
                    <a:pt x="244146" y="747072"/>
                  </a:cubicBezTo>
                  <a:cubicBezTo>
                    <a:pt x="252027" y="752929"/>
                    <a:pt x="262028" y="757644"/>
                    <a:pt x="271581" y="759329"/>
                  </a:cubicBezTo>
                  <a:cubicBezTo>
                    <a:pt x="281148" y="761028"/>
                    <a:pt x="292317" y="760267"/>
                    <a:pt x="301544" y="757223"/>
                  </a:cubicBezTo>
                  <a:cubicBezTo>
                    <a:pt x="310757" y="754179"/>
                    <a:pt x="320092" y="748051"/>
                    <a:pt x="326927" y="741080"/>
                  </a:cubicBezTo>
                  <a:cubicBezTo>
                    <a:pt x="333749" y="734095"/>
                    <a:pt x="339565" y="724611"/>
                    <a:pt x="342500" y="715316"/>
                  </a:cubicBezTo>
                  <a:cubicBezTo>
                    <a:pt x="345435" y="706021"/>
                    <a:pt x="345204" y="695273"/>
                    <a:pt x="344538" y="685312"/>
                  </a:cubicBezTo>
                  <a:cubicBezTo>
                    <a:pt x="343872" y="675352"/>
                    <a:pt x="340584" y="665446"/>
                    <a:pt x="338491" y="655526"/>
                  </a:cubicBezTo>
                  <a:cubicBezTo>
                    <a:pt x="336412" y="645607"/>
                    <a:pt x="334197" y="635728"/>
                    <a:pt x="332037" y="625822"/>
                  </a:cubicBezTo>
                  <a:cubicBezTo>
                    <a:pt x="329876" y="615929"/>
                    <a:pt x="327702" y="606023"/>
                    <a:pt x="325555" y="596131"/>
                  </a:cubicBezTo>
                  <a:cubicBezTo>
                    <a:pt x="323394" y="586225"/>
                    <a:pt x="321343" y="576305"/>
                    <a:pt x="319100" y="566426"/>
                  </a:cubicBezTo>
                  <a:cubicBezTo>
                    <a:pt x="316845" y="556547"/>
                    <a:pt x="314344" y="546723"/>
                    <a:pt x="312062" y="536857"/>
                  </a:cubicBezTo>
                  <a:cubicBezTo>
                    <a:pt x="309765" y="526978"/>
                    <a:pt x="307604" y="517086"/>
                    <a:pt x="305390" y="507207"/>
                  </a:cubicBezTo>
                  <a:cubicBezTo>
                    <a:pt x="303161" y="497315"/>
                    <a:pt x="300973" y="487422"/>
                    <a:pt x="298718" y="477543"/>
                  </a:cubicBezTo>
                  <a:cubicBezTo>
                    <a:pt x="296475" y="467664"/>
                    <a:pt x="294165" y="457799"/>
                    <a:pt x="291883" y="447934"/>
                  </a:cubicBezTo>
                  <a:cubicBezTo>
                    <a:pt x="289613" y="438055"/>
                    <a:pt x="287385" y="428176"/>
                    <a:pt x="285075" y="418311"/>
                  </a:cubicBezTo>
                  <a:cubicBezTo>
                    <a:pt x="282778" y="408445"/>
                    <a:pt x="280414" y="398580"/>
                    <a:pt x="278063" y="388728"/>
                  </a:cubicBezTo>
                  <a:cubicBezTo>
                    <a:pt x="275712" y="378877"/>
                    <a:pt x="273348" y="369025"/>
                    <a:pt x="270970" y="359173"/>
                  </a:cubicBezTo>
                  <a:cubicBezTo>
                    <a:pt x="268605" y="349321"/>
                    <a:pt x="266309" y="339456"/>
                    <a:pt x="263849" y="329618"/>
                  </a:cubicBezTo>
                  <a:cubicBezTo>
                    <a:pt x="261390" y="319793"/>
                    <a:pt x="258754" y="310010"/>
                    <a:pt x="256213" y="300199"/>
                  </a:cubicBezTo>
                  <a:cubicBezTo>
                    <a:pt x="253671" y="290388"/>
                    <a:pt x="251158" y="280577"/>
                    <a:pt x="248630" y="270766"/>
                  </a:cubicBezTo>
                  <a:cubicBezTo>
                    <a:pt x="246103" y="260955"/>
                    <a:pt x="243616" y="251130"/>
                    <a:pt x="241048" y="241333"/>
                  </a:cubicBezTo>
                  <a:cubicBezTo>
                    <a:pt x="238466" y="231536"/>
                    <a:pt x="235802" y="221765"/>
                    <a:pt x="233166" y="211982"/>
                  </a:cubicBezTo>
                  <a:cubicBezTo>
                    <a:pt x="230544" y="202184"/>
                    <a:pt x="227880" y="192414"/>
                    <a:pt x="225271" y="182617"/>
                  </a:cubicBezTo>
                  <a:cubicBezTo>
                    <a:pt x="222662" y="172833"/>
                    <a:pt x="220148" y="163022"/>
                    <a:pt x="217526" y="153225"/>
                  </a:cubicBezTo>
                  <a:cubicBezTo>
                    <a:pt x="214917" y="143441"/>
                    <a:pt x="212226" y="133671"/>
                    <a:pt x="209604" y="123887"/>
                  </a:cubicBezTo>
                  <a:cubicBezTo>
                    <a:pt x="206981" y="114103"/>
                    <a:pt x="204617" y="104224"/>
                    <a:pt x="201777" y="94509"/>
                  </a:cubicBezTo>
                  <a:cubicBezTo>
                    <a:pt x="198937" y="84793"/>
                    <a:pt x="196654" y="74751"/>
                    <a:pt x="192523" y="65606"/>
                  </a:cubicBezTo>
                  <a:cubicBezTo>
                    <a:pt x="188392" y="56461"/>
                    <a:pt x="183269" y="47411"/>
                    <a:pt x="177005" y="39611"/>
                  </a:cubicBezTo>
                  <a:cubicBezTo>
                    <a:pt x="170754" y="31797"/>
                    <a:pt x="163172" y="24514"/>
                    <a:pt x="154978" y="18793"/>
                  </a:cubicBezTo>
                  <a:cubicBezTo>
                    <a:pt x="146784" y="13059"/>
                    <a:pt x="137340" y="8371"/>
                    <a:pt x="127841" y="5272"/>
                  </a:cubicBezTo>
                  <a:cubicBezTo>
                    <a:pt x="118343" y="2174"/>
                    <a:pt x="107988" y="394"/>
                    <a:pt x="98014" y="190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6" name="Inner left wave"/>
            <p:cNvSpPr/>
            <p:nvPr/>
          </p:nvSpPr>
          <p:spPr>
            <a:xfrm>
              <a:off x="2039677" y="2175608"/>
              <a:ext cx="180179" cy="649531"/>
            </a:xfrm>
            <a:custGeom>
              <a:avLst/>
              <a:gdLst/>
              <a:ahLst/>
              <a:cxnLst/>
              <a:rect l="l" t="t" r="r" b="b"/>
              <a:pathLst>
                <a:path w="180179" h="649531">
                  <a:moveTo>
                    <a:pt x="65214" y="602"/>
                  </a:moveTo>
                  <a:cubicBezTo>
                    <a:pt x="55428" y="1209"/>
                    <a:pt x="44788" y="4457"/>
                    <a:pt x="36254" y="9322"/>
                  </a:cubicBezTo>
                  <a:cubicBezTo>
                    <a:pt x="27721" y="14200"/>
                    <a:pt x="19758" y="21782"/>
                    <a:pt x="14051" y="29827"/>
                  </a:cubicBezTo>
                  <a:cubicBezTo>
                    <a:pt x="8343" y="37871"/>
                    <a:pt x="4077" y="47927"/>
                    <a:pt x="2038" y="57588"/>
                  </a:cubicBezTo>
                  <a:cubicBezTo>
                    <a:pt x="0" y="67250"/>
                    <a:pt x="842" y="77767"/>
                    <a:pt x="1821" y="87782"/>
                  </a:cubicBezTo>
                  <a:cubicBezTo>
                    <a:pt x="2786" y="97797"/>
                    <a:pt x="5789" y="107717"/>
                    <a:pt x="7868" y="117663"/>
                  </a:cubicBezTo>
                  <a:cubicBezTo>
                    <a:pt x="9947" y="127610"/>
                    <a:pt x="12189" y="137516"/>
                    <a:pt x="14309" y="147463"/>
                  </a:cubicBezTo>
                  <a:cubicBezTo>
                    <a:pt x="16429" y="157396"/>
                    <a:pt x="18494" y="167343"/>
                    <a:pt x="20560" y="177290"/>
                  </a:cubicBezTo>
                  <a:cubicBezTo>
                    <a:pt x="22639" y="187237"/>
                    <a:pt x="24650" y="197197"/>
                    <a:pt x="26756" y="207144"/>
                  </a:cubicBezTo>
                  <a:cubicBezTo>
                    <a:pt x="28849" y="217077"/>
                    <a:pt x="31036" y="226997"/>
                    <a:pt x="33156" y="236944"/>
                  </a:cubicBezTo>
                  <a:cubicBezTo>
                    <a:pt x="35276" y="246877"/>
                    <a:pt x="37423" y="256810"/>
                    <a:pt x="39488" y="266757"/>
                  </a:cubicBezTo>
                  <a:cubicBezTo>
                    <a:pt x="41567" y="276704"/>
                    <a:pt x="43538" y="286678"/>
                    <a:pt x="45617" y="296625"/>
                  </a:cubicBezTo>
                  <a:cubicBezTo>
                    <a:pt x="47682" y="306572"/>
                    <a:pt x="49884" y="316491"/>
                    <a:pt x="51922" y="326438"/>
                  </a:cubicBezTo>
                  <a:cubicBezTo>
                    <a:pt x="53974" y="336399"/>
                    <a:pt x="55944" y="346359"/>
                    <a:pt x="57887" y="356333"/>
                  </a:cubicBezTo>
                  <a:cubicBezTo>
                    <a:pt x="59817" y="366307"/>
                    <a:pt x="61706" y="376295"/>
                    <a:pt x="63567" y="386282"/>
                  </a:cubicBezTo>
                  <a:cubicBezTo>
                    <a:pt x="65429" y="396270"/>
                    <a:pt x="67250" y="406271"/>
                    <a:pt x="69071" y="416272"/>
                  </a:cubicBezTo>
                  <a:cubicBezTo>
                    <a:pt x="70892" y="426260"/>
                    <a:pt x="72712" y="436261"/>
                    <a:pt x="74479" y="446262"/>
                  </a:cubicBezTo>
                  <a:cubicBezTo>
                    <a:pt x="76259" y="456277"/>
                    <a:pt x="77998" y="466292"/>
                    <a:pt x="79697" y="476307"/>
                  </a:cubicBezTo>
                  <a:cubicBezTo>
                    <a:pt x="81396" y="486321"/>
                    <a:pt x="83081" y="496336"/>
                    <a:pt x="84698" y="506378"/>
                  </a:cubicBezTo>
                  <a:cubicBezTo>
                    <a:pt x="86315" y="516406"/>
                    <a:pt x="87809" y="526448"/>
                    <a:pt x="89413" y="536490"/>
                  </a:cubicBezTo>
                  <a:cubicBezTo>
                    <a:pt x="91030" y="546519"/>
                    <a:pt x="92756" y="556534"/>
                    <a:pt x="94345" y="566575"/>
                  </a:cubicBezTo>
                  <a:cubicBezTo>
                    <a:pt x="95935" y="576604"/>
                    <a:pt x="97077" y="586741"/>
                    <a:pt x="98966" y="596701"/>
                  </a:cubicBezTo>
                  <a:cubicBezTo>
                    <a:pt x="100868" y="606662"/>
                    <a:pt x="100977" y="618022"/>
                    <a:pt x="105719" y="626311"/>
                  </a:cubicBezTo>
                  <a:cubicBezTo>
                    <a:pt x="110461" y="634600"/>
                    <a:pt x="118859" y="643365"/>
                    <a:pt x="127420" y="646449"/>
                  </a:cubicBezTo>
                  <a:cubicBezTo>
                    <a:pt x="135981" y="649534"/>
                    <a:pt x="148890" y="648800"/>
                    <a:pt x="157070" y="644791"/>
                  </a:cubicBezTo>
                  <a:cubicBezTo>
                    <a:pt x="165251" y="640796"/>
                    <a:pt x="172860" y="631189"/>
                    <a:pt x="176516" y="622425"/>
                  </a:cubicBezTo>
                  <a:cubicBezTo>
                    <a:pt x="180184" y="613660"/>
                    <a:pt x="178608" y="602327"/>
                    <a:pt x="179016" y="592217"/>
                  </a:cubicBezTo>
                  <a:cubicBezTo>
                    <a:pt x="179437" y="582094"/>
                    <a:pt x="179016" y="571889"/>
                    <a:pt x="179016" y="561724"/>
                  </a:cubicBezTo>
                  <a:cubicBezTo>
                    <a:pt x="179016" y="551560"/>
                    <a:pt x="179016" y="541409"/>
                    <a:pt x="179016" y="531245"/>
                  </a:cubicBezTo>
                  <a:cubicBezTo>
                    <a:pt x="179016" y="521081"/>
                    <a:pt x="179016" y="510917"/>
                    <a:pt x="179016" y="500752"/>
                  </a:cubicBezTo>
                  <a:cubicBezTo>
                    <a:pt x="179016" y="490602"/>
                    <a:pt x="179016" y="480438"/>
                    <a:pt x="179016" y="470273"/>
                  </a:cubicBezTo>
                  <a:cubicBezTo>
                    <a:pt x="179016" y="460109"/>
                    <a:pt x="179016" y="449945"/>
                    <a:pt x="179016" y="439781"/>
                  </a:cubicBezTo>
                  <a:cubicBezTo>
                    <a:pt x="179016" y="429630"/>
                    <a:pt x="179016" y="419466"/>
                    <a:pt x="179016" y="409301"/>
                  </a:cubicBezTo>
                  <a:cubicBezTo>
                    <a:pt x="179016" y="399137"/>
                    <a:pt x="179016" y="388973"/>
                    <a:pt x="179016" y="378822"/>
                  </a:cubicBezTo>
                  <a:cubicBezTo>
                    <a:pt x="179016" y="368658"/>
                    <a:pt x="179016" y="358494"/>
                    <a:pt x="179016" y="348329"/>
                  </a:cubicBezTo>
                  <a:cubicBezTo>
                    <a:pt x="179016" y="338165"/>
                    <a:pt x="179016" y="328015"/>
                    <a:pt x="179016" y="317850"/>
                  </a:cubicBezTo>
                  <a:cubicBezTo>
                    <a:pt x="179016" y="307686"/>
                    <a:pt x="179016" y="297522"/>
                    <a:pt x="179016" y="287358"/>
                  </a:cubicBezTo>
                  <a:cubicBezTo>
                    <a:pt x="179016" y="277207"/>
                    <a:pt x="179288" y="267029"/>
                    <a:pt x="179016" y="256878"/>
                  </a:cubicBezTo>
                  <a:cubicBezTo>
                    <a:pt x="178744" y="246728"/>
                    <a:pt x="178554" y="236536"/>
                    <a:pt x="177372" y="226467"/>
                  </a:cubicBezTo>
                  <a:cubicBezTo>
                    <a:pt x="176176" y="216398"/>
                    <a:pt x="173934" y="206438"/>
                    <a:pt x="171882" y="196491"/>
                  </a:cubicBezTo>
                  <a:cubicBezTo>
                    <a:pt x="169830" y="186544"/>
                    <a:pt x="167343" y="176679"/>
                    <a:pt x="165060" y="166773"/>
                  </a:cubicBezTo>
                  <a:cubicBezTo>
                    <a:pt x="162764" y="156880"/>
                    <a:pt x="160440" y="146988"/>
                    <a:pt x="158157" y="137082"/>
                  </a:cubicBezTo>
                  <a:cubicBezTo>
                    <a:pt x="155875" y="127189"/>
                    <a:pt x="153632" y="117269"/>
                    <a:pt x="151350" y="107363"/>
                  </a:cubicBezTo>
                  <a:cubicBezTo>
                    <a:pt x="149067" y="97471"/>
                    <a:pt x="146947" y="87510"/>
                    <a:pt x="144460" y="77672"/>
                  </a:cubicBezTo>
                  <a:cubicBezTo>
                    <a:pt x="141987" y="67834"/>
                    <a:pt x="140560" y="57439"/>
                    <a:pt x="136456" y="48321"/>
                  </a:cubicBezTo>
                  <a:cubicBezTo>
                    <a:pt x="132353" y="39203"/>
                    <a:pt x="126754" y="30044"/>
                    <a:pt x="119838" y="22938"/>
                  </a:cubicBezTo>
                  <a:cubicBezTo>
                    <a:pt x="112935" y="15844"/>
                    <a:pt x="104102" y="9430"/>
                    <a:pt x="94984" y="5707"/>
                  </a:cubicBezTo>
                  <a:cubicBezTo>
                    <a:pt x="85880" y="1984"/>
                    <a:pt x="75009" y="0"/>
                    <a:pt x="65212" y="59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7" name="Center wave"/>
            <p:cNvSpPr/>
            <p:nvPr/>
          </p:nvSpPr>
          <p:spPr>
            <a:xfrm>
              <a:off x="2247074" y="2417419"/>
              <a:ext cx="150288" cy="551727"/>
            </a:xfrm>
            <a:custGeom>
              <a:avLst/>
              <a:gdLst/>
              <a:ahLst/>
              <a:cxnLst/>
              <a:rect l="l" t="t" r="r" b="b"/>
              <a:pathLst>
                <a:path w="150288" h="551727">
                  <a:moveTo>
                    <a:pt x="69798" y="685"/>
                  </a:moveTo>
                  <a:cubicBezTo>
                    <a:pt x="60021" y="1372"/>
                    <a:pt x="49585" y="4308"/>
                    <a:pt x="40902" y="8860"/>
                  </a:cubicBezTo>
                  <a:cubicBezTo>
                    <a:pt x="32219" y="13412"/>
                    <a:pt x="23875" y="20356"/>
                    <a:pt x="17719" y="27992"/>
                  </a:cubicBezTo>
                  <a:cubicBezTo>
                    <a:pt x="11564" y="35616"/>
                    <a:pt x="6726" y="45236"/>
                    <a:pt x="3968" y="54680"/>
                  </a:cubicBezTo>
                  <a:cubicBezTo>
                    <a:pt x="1209" y="64124"/>
                    <a:pt x="1644" y="74615"/>
                    <a:pt x="1182" y="84643"/>
                  </a:cubicBezTo>
                  <a:cubicBezTo>
                    <a:pt x="707" y="94685"/>
                    <a:pt x="1182" y="104795"/>
                    <a:pt x="1182" y="114878"/>
                  </a:cubicBezTo>
                  <a:cubicBezTo>
                    <a:pt x="1182" y="124947"/>
                    <a:pt x="1182" y="135030"/>
                    <a:pt x="1182" y="145099"/>
                  </a:cubicBezTo>
                  <a:cubicBezTo>
                    <a:pt x="1182" y="155168"/>
                    <a:pt x="1182" y="165251"/>
                    <a:pt x="1182" y="175320"/>
                  </a:cubicBezTo>
                  <a:cubicBezTo>
                    <a:pt x="1182" y="185402"/>
                    <a:pt x="1182" y="195472"/>
                    <a:pt x="1182" y="205554"/>
                  </a:cubicBezTo>
                  <a:cubicBezTo>
                    <a:pt x="1182" y="215623"/>
                    <a:pt x="1182" y="225706"/>
                    <a:pt x="1182" y="235775"/>
                  </a:cubicBezTo>
                  <a:cubicBezTo>
                    <a:pt x="1182" y="245844"/>
                    <a:pt x="1182" y="255927"/>
                    <a:pt x="1182" y="265996"/>
                  </a:cubicBezTo>
                  <a:cubicBezTo>
                    <a:pt x="1182" y="276079"/>
                    <a:pt x="1182" y="286148"/>
                    <a:pt x="1182" y="296231"/>
                  </a:cubicBezTo>
                  <a:cubicBezTo>
                    <a:pt x="1182" y="306300"/>
                    <a:pt x="1182" y="316383"/>
                    <a:pt x="1182" y="326452"/>
                  </a:cubicBezTo>
                  <a:cubicBezTo>
                    <a:pt x="1182" y="336521"/>
                    <a:pt x="1182" y="346604"/>
                    <a:pt x="1182" y="356673"/>
                  </a:cubicBezTo>
                  <a:cubicBezTo>
                    <a:pt x="1182" y="366756"/>
                    <a:pt x="1182" y="376825"/>
                    <a:pt x="1182" y="386907"/>
                  </a:cubicBezTo>
                  <a:cubicBezTo>
                    <a:pt x="1182" y="396977"/>
                    <a:pt x="1182" y="407059"/>
                    <a:pt x="1182" y="417128"/>
                  </a:cubicBezTo>
                  <a:cubicBezTo>
                    <a:pt x="1182" y="427198"/>
                    <a:pt x="1182" y="437280"/>
                    <a:pt x="1182" y="447349"/>
                  </a:cubicBezTo>
                  <a:cubicBezTo>
                    <a:pt x="1169" y="457432"/>
                    <a:pt x="0" y="467651"/>
                    <a:pt x="1101" y="477570"/>
                  </a:cubicBezTo>
                  <a:cubicBezTo>
                    <a:pt x="2215" y="487490"/>
                    <a:pt x="3818" y="497885"/>
                    <a:pt x="7813" y="506867"/>
                  </a:cubicBezTo>
                  <a:cubicBezTo>
                    <a:pt x="11795" y="515849"/>
                    <a:pt x="17883" y="524736"/>
                    <a:pt x="25030" y="531449"/>
                  </a:cubicBezTo>
                  <a:cubicBezTo>
                    <a:pt x="32164" y="538148"/>
                    <a:pt x="41404" y="543855"/>
                    <a:pt x="50631" y="547117"/>
                  </a:cubicBezTo>
                  <a:cubicBezTo>
                    <a:pt x="59871" y="550364"/>
                    <a:pt x="70647" y="551723"/>
                    <a:pt x="80431" y="550989"/>
                  </a:cubicBezTo>
                  <a:cubicBezTo>
                    <a:pt x="90201" y="550256"/>
                    <a:pt x="100623" y="547280"/>
                    <a:pt x="109279" y="542700"/>
                  </a:cubicBezTo>
                  <a:cubicBezTo>
                    <a:pt x="117922" y="538121"/>
                    <a:pt x="126197" y="531137"/>
                    <a:pt x="132326" y="523486"/>
                  </a:cubicBezTo>
                  <a:cubicBezTo>
                    <a:pt x="138454" y="515849"/>
                    <a:pt x="143305" y="506242"/>
                    <a:pt x="146077" y="496812"/>
                  </a:cubicBezTo>
                  <a:cubicBezTo>
                    <a:pt x="148836" y="487368"/>
                    <a:pt x="148469" y="476891"/>
                    <a:pt x="148958" y="466863"/>
                  </a:cubicBezTo>
                  <a:cubicBezTo>
                    <a:pt x="149434" y="456834"/>
                    <a:pt x="148958" y="446711"/>
                    <a:pt x="148958" y="436642"/>
                  </a:cubicBezTo>
                  <a:cubicBezTo>
                    <a:pt x="148958" y="426559"/>
                    <a:pt x="148904" y="416490"/>
                    <a:pt x="148958" y="406421"/>
                  </a:cubicBezTo>
                  <a:cubicBezTo>
                    <a:pt x="148999" y="396338"/>
                    <a:pt x="149189" y="386269"/>
                    <a:pt x="149243" y="376200"/>
                  </a:cubicBezTo>
                  <a:cubicBezTo>
                    <a:pt x="149284" y="366117"/>
                    <a:pt x="149243" y="356048"/>
                    <a:pt x="149243" y="345979"/>
                  </a:cubicBezTo>
                  <a:cubicBezTo>
                    <a:pt x="149243" y="335909"/>
                    <a:pt x="149270" y="325840"/>
                    <a:pt x="149216" y="315758"/>
                  </a:cubicBezTo>
                  <a:cubicBezTo>
                    <a:pt x="149175" y="305689"/>
                    <a:pt x="148985" y="295619"/>
                    <a:pt x="148958" y="285550"/>
                  </a:cubicBezTo>
                  <a:cubicBezTo>
                    <a:pt x="148917" y="275468"/>
                    <a:pt x="149012" y="265398"/>
                    <a:pt x="149026" y="255329"/>
                  </a:cubicBezTo>
                  <a:cubicBezTo>
                    <a:pt x="149053" y="245260"/>
                    <a:pt x="149067" y="235177"/>
                    <a:pt x="149053" y="225108"/>
                  </a:cubicBezTo>
                  <a:cubicBezTo>
                    <a:pt x="149039" y="215039"/>
                    <a:pt x="148917" y="204970"/>
                    <a:pt x="148958" y="194887"/>
                  </a:cubicBezTo>
                  <a:cubicBezTo>
                    <a:pt x="148985" y="184818"/>
                    <a:pt x="149175" y="174749"/>
                    <a:pt x="149230" y="164666"/>
                  </a:cubicBezTo>
                  <a:cubicBezTo>
                    <a:pt x="149284" y="154597"/>
                    <a:pt x="149338" y="144528"/>
                    <a:pt x="149298" y="134459"/>
                  </a:cubicBezTo>
                  <a:cubicBezTo>
                    <a:pt x="149243" y="124376"/>
                    <a:pt x="148972" y="114307"/>
                    <a:pt x="148958" y="104238"/>
                  </a:cubicBezTo>
                  <a:cubicBezTo>
                    <a:pt x="148958" y="94155"/>
                    <a:pt x="150290" y="83923"/>
                    <a:pt x="149243" y="74017"/>
                  </a:cubicBezTo>
                  <a:cubicBezTo>
                    <a:pt x="148197" y="64097"/>
                    <a:pt x="146689" y="53661"/>
                    <a:pt x="142680" y="44734"/>
                  </a:cubicBezTo>
                  <a:cubicBezTo>
                    <a:pt x="138658" y="35806"/>
                    <a:pt x="132339" y="27068"/>
                    <a:pt x="125151" y="20410"/>
                  </a:cubicBezTo>
                  <a:cubicBezTo>
                    <a:pt x="117962" y="13752"/>
                    <a:pt x="108790" y="8044"/>
                    <a:pt x="99563" y="4756"/>
                  </a:cubicBezTo>
                  <a:cubicBezTo>
                    <a:pt x="90350" y="1468"/>
                    <a:pt x="79575" y="0"/>
                    <a:pt x="69804" y="67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8" name="Inner right wave"/>
            <p:cNvSpPr/>
            <p:nvPr/>
          </p:nvSpPr>
          <p:spPr>
            <a:xfrm>
              <a:off x="2424818" y="2175721"/>
              <a:ext cx="180061" cy="649521"/>
            </a:xfrm>
            <a:custGeom>
              <a:avLst/>
              <a:gdLst/>
              <a:ahLst/>
              <a:cxnLst/>
              <a:rect l="l" t="t" r="r" b="b"/>
              <a:pathLst>
                <a:path w="180061" h="649521">
                  <a:moveTo>
                    <a:pt x="105056" y="912"/>
                  </a:moveTo>
                  <a:cubicBezTo>
                    <a:pt x="95297" y="1821"/>
                    <a:pt x="84874" y="5422"/>
                    <a:pt x="76368" y="10409"/>
                  </a:cubicBezTo>
                  <a:cubicBezTo>
                    <a:pt x="67861" y="15396"/>
                    <a:pt x="59980" y="22924"/>
                    <a:pt x="54015" y="30860"/>
                  </a:cubicBezTo>
                  <a:cubicBezTo>
                    <a:pt x="48049" y="38782"/>
                    <a:pt x="43945" y="48511"/>
                    <a:pt x="40575" y="57982"/>
                  </a:cubicBezTo>
                  <a:cubicBezTo>
                    <a:pt x="37192" y="67454"/>
                    <a:pt x="36050" y="77795"/>
                    <a:pt x="33781" y="87687"/>
                  </a:cubicBezTo>
                  <a:cubicBezTo>
                    <a:pt x="31512" y="97580"/>
                    <a:pt x="29215" y="107486"/>
                    <a:pt x="26933" y="117378"/>
                  </a:cubicBezTo>
                  <a:cubicBezTo>
                    <a:pt x="24636" y="127271"/>
                    <a:pt x="22326" y="137163"/>
                    <a:pt x="20016" y="147056"/>
                  </a:cubicBezTo>
                  <a:cubicBezTo>
                    <a:pt x="17692" y="156948"/>
                    <a:pt x="15287" y="166813"/>
                    <a:pt x="13018" y="176719"/>
                  </a:cubicBezTo>
                  <a:cubicBezTo>
                    <a:pt x="10735" y="186612"/>
                    <a:pt x="8235" y="196477"/>
                    <a:pt x="6359" y="206451"/>
                  </a:cubicBezTo>
                  <a:cubicBezTo>
                    <a:pt x="4484" y="216425"/>
                    <a:pt x="2609" y="226467"/>
                    <a:pt x="1739" y="236550"/>
                  </a:cubicBezTo>
                  <a:cubicBezTo>
                    <a:pt x="870" y="246646"/>
                    <a:pt x="1209" y="256851"/>
                    <a:pt x="1101" y="267002"/>
                  </a:cubicBezTo>
                  <a:cubicBezTo>
                    <a:pt x="992" y="277153"/>
                    <a:pt x="1101" y="287317"/>
                    <a:pt x="1101" y="297481"/>
                  </a:cubicBezTo>
                  <a:cubicBezTo>
                    <a:pt x="1101" y="307632"/>
                    <a:pt x="1101" y="317796"/>
                    <a:pt x="1101" y="327947"/>
                  </a:cubicBezTo>
                  <a:cubicBezTo>
                    <a:pt x="1101" y="338111"/>
                    <a:pt x="1101" y="348262"/>
                    <a:pt x="1101" y="358426"/>
                  </a:cubicBezTo>
                  <a:cubicBezTo>
                    <a:pt x="1101" y="368576"/>
                    <a:pt x="1101" y="378741"/>
                    <a:pt x="1101" y="388891"/>
                  </a:cubicBezTo>
                  <a:cubicBezTo>
                    <a:pt x="1101" y="399056"/>
                    <a:pt x="1101" y="409206"/>
                    <a:pt x="1101" y="419371"/>
                  </a:cubicBezTo>
                  <a:cubicBezTo>
                    <a:pt x="1101" y="429521"/>
                    <a:pt x="1101" y="439685"/>
                    <a:pt x="1101" y="449836"/>
                  </a:cubicBezTo>
                  <a:cubicBezTo>
                    <a:pt x="1101" y="460000"/>
                    <a:pt x="1101" y="470151"/>
                    <a:pt x="1101" y="480315"/>
                  </a:cubicBezTo>
                  <a:cubicBezTo>
                    <a:pt x="1101" y="490466"/>
                    <a:pt x="1101" y="500630"/>
                    <a:pt x="1101" y="510781"/>
                  </a:cubicBezTo>
                  <a:cubicBezTo>
                    <a:pt x="1101" y="520945"/>
                    <a:pt x="1101" y="531096"/>
                    <a:pt x="1101" y="541260"/>
                  </a:cubicBezTo>
                  <a:cubicBezTo>
                    <a:pt x="1101" y="551411"/>
                    <a:pt x="1101" y="561575"/>
                    <a:pt x="1101" y="571726"/>
                  </a:cubicBezTo>
                  <a:cubicBezTo>
                    <a:pt x="1101" y="581890"/>
                    <a:pt x="0" y="592258"/>
                    <a:pt x="1101" y="602205"/>
                  </a:cubicBezTo>
                  <a:cubicBezTo>
                    <a:pt x="2201" y="612152"/>
                    <a:pt x="2514" y="623824"/>
                    <a:pt x="7718" y="631420"/>
                  </a:cubicBezTo>
                  <a:cubicBezTo>
                    <a:pt x="12936" y="639030"/>
                    <a:pt x="23440" y="646109"/>
                    <a:pt x="32382" y="647808"/>
                  </a:cubicBezTo>
                  <a:cubicBezTo>
                    <a:pt x="41336" y="649520"/>
                    <a:pt x="53919" y="646911"/>
                    <a:pt x="61407" y="641680"/>
                  </a:cubicBezTo>
                  <a:cubicBezTo>
                    <a:pt x="68880" y="636448"/>
                    <a:pt x="73800" y="625645"/>
                    <a:pt x="77278" y="616418"/>
                  </a:cubicBezTo>
                  <a:cubicBezTo>
                    <a:pt x="80743" y="607205"/>
                    <a:pt x="80594" y="596389"/>
                    <a:pt x="82224" y="586360"/>
                  </a:cubicBezTo>
                  <a:cubicBezTo>
                    <a:pt x="83855" y="576346"/>
                    <a:pt x="85472" y="566304"/>
                    <a:pt x="87076" y="556275"/>
                  </a:cubicBezTo>
                  <a:cubicBezTo>
                    <a:pt x="88679" y="546247"/>
                    <a:pt x="90242" y="536219"/>
                    <a:pt x="91859" y="526190"/>
                  </a:cubicBezTo>
                  <a:cubicBezTo>
                    <a:pt x="93476" y="516162"/>
                    <a:pt x="95120" y="506134"/>
                    <a:pt x="96805" y="496119"/>
                  </a:cubicBezTo>
                  <a:cubicBezTo>
                    <a:pt x="98490" y="486104"/>
                    <a:pt x="100229" y="476103"/>
                    <a:pt x="101996" y="466088"/>
                  </a:cubicBezTo>
                  <a:cubicBezTo>
                    <a:pt x="103762" y="456087"/>
                    <a:pt x="105610" y="446099"/>
                    <a:pt x="107390" y="436098"/>
                  </a:cubicBezTo>
                  <a:cubicBezTo>
                    <a:pt x="109157" y="426097"/>
                    <a:pt x="110828" y="416082"/>
                    <a:pt x="112663" y="406094"/>
                  </a:cubicBezTo>
                  <a:cubicBezTo>
                    <a:pt x="114484" y="396107"/>
                    <a:pt x="116454" y="386133"/>
                    <a:pt x="118356" y="376159"/>
                  </a:cubicBezTo>
                  <a:cubicBezTo>
                    <a:pt x="120272" y="366185"/>
                    <a:pt x="122107" y="356197"/>
                    <a:pt x="124091" y="346237"/>
                  </a:cubicBezTo>
                  <a:cubicBezTo>
                    <a:pt x="126075" y="336263"/>
                    <a:pt x="128195" y="326330"/>
                    <a:pt x="130246" y="316383"/>
                  </a:cubicBezTo>
                  <a:cubicBezTo>
                    <a:pt x="132298" y="306436"/>
                    <a:pt x="134269" y="296475"/>
                    <a:pt x="136388" y="286542"/>
                  </a:cubicBezTo>
                  <a:cubicBezTo>
                    <a:pt x="138495" y="276609"/>
                    <a:pt x="140737" y="266703"/>
                    <a:pt x="142911" y="256783"/>
                  </a:cubicBezTo>
                  <a:cubicBezTo>
                    <a:pt x="145085" y="246864"/>
                    <a:pt x="147314" y="236944"/>
                    <a:pt x="149447" y="227011"/>
                  </a:cubicBezTo>
                  <a:cubicBezTo>
                    <a:pt x="151567" y="217077"/>
                    <a:pt x="153578" y="207131"/>
                    <a:pt x="155657" y="197184"/>
                  </a:cubicBezTo>
                  <a:cubicBezTo>
                    <a:pt x="157736" y="187237"/>
                    <a:pt x="159842" y="177304"/>
                    <a:pt x="161935" y="167370"/>
                  </a:cubicBezTo>
                  <a:cubicBezTo>
                    <a:pt x="164028" y="157424"/>
                    <a:pt x="166134" y="147490"/>
                    <a:pt x="168240" y="137557"/>
                  </a:cubicBezTo>
                  <a:cubicBezTo>
                    <a:pt x="170346" y="127610"/>
                    <a:pt x="172616" y="117704"/>
                    <a:pt x="174559" y="107744"/>
                  </a:cubicBezTo>
                  <a:cubicBezTo>
                    <a:pt x="176502" y="97783"/>
                    <a:pt x="179736" y="87741"/>
                    <a:pt x="179899" y="77754"/>
                  </a:cubicBezTo>
                  <a:cubicBezTo>
                    <a:pt x="180062" y="67766"/>
                    <a:pt x="178839" y="57140"/>
                    <a:pt x="175510" y="47818"/>
                  </a:cubicBezTo>
                  <a:cubicBezTo>
                    <a:pt x="172194" y="38510"/>
                    <a:pt x="166745" y="29025"/>
                    <a:pt x="159978" y="21878"/>
                  </a:cubicBezTo>
                  <a:cubicBezTo>
                    <a:pt x="153211" y="14730"/>
                    <a:pt x="144093" y="8439"/>
                    <a:pt x="134935" y="4946"/>
                  </a:cubicBezTo>
                  <a:cubicBezTo>
                    <a:pt x="125776" y="1440"/>
                    <a:pt x="114823" y="0"/>
                    <a:pt x="105053" y="910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9" name="Outer right wave"/>
            <p:cNvSpPr/>
            <p:nvPr/>
          </p:nvSpPr>
          <p:spPr>
            <a:xfrm>
              <a:off x="2548233" y="1968614"/>
              <a:ext cx="345843" cy="760894"/>
            </a:xfrm>
            <a:custGeom>
              <a:avLst/>
              <a:gdLst/>
              <a:ahLst/>
              <a:cxnLst/>
              <a:rect l="l" t="t" r="r" b="b"/>
              <a:pathLst>
                <a:path w="345843" h="760894">
                  <a:moveTo>
                    <a:pt x="243221" y="743"/>
                  </a:moveTo>
                  <a:cubicBezTo>
                    <a:pt x="233275" y="1481"/>
                    <a:pt x="223043" y="3995"/>
                    <a:pt x="213735" y="7610"/>
                  </a:cubicBezTo>
                  <a:cubicBezTo>
                    <a:pt x="204426" y="11238"/>
                    <a:pt x="195281" y="16374"/>
                    <a:pt x="187346" y="22435"/>
                  </a:cubicBezTo>
                  <a:cubicBezTo>
                    <a:pt x="179410" y="28509"/>
                    <a:pt x="172113" y="36023"/>
                    <a:pt x="166134" y="44041"/>
                  </a:cubicBezTo>
                  <a:cubicBezTo>
                    <a:pt x="160155" y="52058"/>
                    <a:pt x="155358" y="61284"/>
                    <a:pt x="151458" y="70538"/>
                  </a:cubicBezTo>
                  <a:cubicBezTo>
                    <a:pt x="147558" y="79806"/>
                    <a:pt x="145493" y="89888"/>
                    <a:pt x="142734" y="99618"/>
                  </a:cubicBezTo>
                  <a:cubicBezTo>
                    <a:pt x="139976" y="109361"/>
                    <a:pt x="137530" y="119199"/>
                    <a:pt x="134921" y="128983"/>
                  </a:cubicBezTo>
                  <a:cubicBezTo>
                    <a:pt x="132326" y="138780"/>
                    <a:pt x="129717" y="148564"/>
                    <a:pt x="127108" y="158348"/>
                  </a:cubicBezTo>
                  <a:cubicBezTo>
                    <a:pt x="124498" y="168131"/>
                    <a:pt x="121903" y="177929"/>
                    <a:pt x="119280" y="187713"/>
                  </a:cubicBezTo>
                  <a:cubicBezTo>
                    <a:pt x="116644" y="197496"/>
                    <a:pt x="113954" y="207253"/>
                    <a:pt x="111345" y="217037"/>
                  </a:cubicBezTo>
                  <a:cubicBezTo>
                    <a:pt x="108736" y="226820"/>
                    <a:pt x="106168" y="236631"/>
                    <a:pt x="103613" y="246429"/>
                  </a:cubicBezTo>
                  <a:cubicBezTo>
                    <a:pt x="101072" y="256226"/>
                    <a:pt x="98585" y="266051"/>
                    <a:pt x="96058" y="275862"/>
                  </a:cubicBezTo>
                  <a:cubicBezTo>
                    <a:pt x="93530" y="285673"/>
                    <a:pt x="90989" y="295470"/>
                    <a:pt x="88475" y="305281"/>
                  </a:cubicBezTo>
                  <a:cubicBezTo>
                    <a:pt x="85975" y="315092"/>
                    <a:pt x="83475" y="324916"/>
                    <a:pt x="81042" y="334741"/>
                  </a:cubicBezTo>
                  <a:cubicBezTo>
                    <a:pt x="78596" y="344579"/>
                    <a:pt x="76259" y="354431"/>
                    <a:pt x="73854" y="364269"/>
                  </a:cubicBezTo>
                  <a:cubicBezTo>
                    <a:pt x="71449" y="374107"/>
                    <a:pt x="68948" y="383918"/>
                    <a:pt x="66584" y="393770"/>
                  </a:cubicBezTo>
                  <a:cubicBezTo>
                    <a:pt x="64220" y="403621"/>
                    <a:pt x="61950" y="413487"/>
                    <a:pt x="59695" y="423366"/>
                  </a:cubicBezTo>
                  <a:cubicBezTo>
                    <a:pt x="57425" y="433231"/>
                    <a:pt x="55251" y="443123"/>
                    <a:pt x="52995" y="453002"/>
                  </a:cubicBezTo>
                  <a:cubicBezTo>
                    <a:pt x="50740" y="462881"/>
                    <a:pt x="48443" y="472733"/>
                    <a:pt x="46160" y="482612"/>
                  </a:cubicBezTo>
                  <a:cubicBezTo>
                    <a:pt x="43877" y="492477"/>
                    <a:pt x="41567" y="502342"/>
                    <a:pt x="39312" y="512208"/>
                  </a:cubicBezTo>
                  <a:cubicBezTo>
                    <a:pt x="37042" y="522087"/>
                    <a:pt x="34814" y="531965"/>
                    <a:pt x="32599" y="541844"/>
                  </a:cubicBezTo>
                  <a:cubicBezTo>
                    <a:pt x="30370" y="551723"/>
                    <a:pt x="28183" y="561616"/>
                    <a:pt x="25954" y="571495"/>
                  </a:cubicBezTo>
                  <a:cubicBezTo>
                    <a:pt x="23739" y="581373"/>
                    <a:pt x="21470" y="591252"/>
                    <a:pt x="19269" y="601131"/>
                  </a:cubicBezTo>
                  <a:cubicBezTo>
                    <a:pt x="17067" y="611024"/>
                    <a:pt x="14934" y="620930"/>
                    <a:pt x="12760" y="630822"/>
                  </a:cubicBezTo>
                  <a:cubicBezTo>
                    <a:pt x="10585" y="640701"/>
                    <a:pt x="8289" y="650580"/>
                    <a:pt x="6210" y="660486"/>
                  </a:cubicBezTo>
                  <a:cubicBezTo>
                    <a:pt x="4117" y="670392"/>
                    <a:pt x="503" y="680339"/>
                    <a:pt x="245" y="690259"/>
                  </a:cubicBezTo>
                  <a:cubicBezTo>
                    <a:pt x="0" y="700192"/>
                    <a:pt x="1060" y="711022"/>
                    <a:pt x="4702" y="720086"/>
                  </a:cubicBezTo>
                  <a:cubicBezTo>
                    <a:pt x="8343" y="729149"/>
                    <a:pt x="14757" y="738226"/>
                    <a:pt x="22081" y="744640"/>
                  </a:cubicBezTo>
                  <a:cubicBezTo>
                    <a:pt x="29419" y="751054"/>
                    <a:pt x="39271" y="756286"/>
                    <a:pt x="48701" y="758596"/>
                  </a:cubicBezTo>
                  <a:cubicBezTo>
                    <a:pt x="58145" y="760892"/>
                    <a:pt x="69329" y="760878"/>
                    <a:pt x="78732" y="758460"/>
                  </a:cubicBezTo>
                  <a:cubicBezTo>
                    <a:pt x="88135" y="756027"/>
                    <a:pt x="97607" y="750429"/>
                    <a:pt x="105108" y="744056"/>
                  </a:cubicBezTo>
                  <a:cubicBezTo>
                    <a:pt x="112622" y="737683"/>
                    <a:pt x="118452" y="728728"/>
                    <a:pt x="123792" y="720208"/>
                  </a:cubicBezTo>
                  <a:cubicBezTo>
                    <a:pt x="129146" y="711701"/>
                    <a:pt x="133263" y="702285"/>
                    <a:pt x="137231" y="692990"/>
                  </a:cubicBezTo>
                  <a:cubicBezTo>
                    <a:pt x="141199" y="683695"/>
                    <a:pt x="144134" y="673939"/>
                    <a:pt x="147585" y="664427"/>
                  </a:cubicBezTo>
                  <a:cubicBezTo>
                    <a:pt x="151051" y="654915"/>
                    <a:pt x="154556" y="645403"/>
                    <a:pt x="158008" y="635877"/>
                  </a:cubicBezTo>
                  <a:cubicBezTo>
                    <a:pt x="161459" y="626365"/>
                    <a:pt x="164884" y="616826"/>
                    <a:pt x="168322" y="607300"/>
                  </a:cubicBezTo>
                  <a:cubicBezTo>
                    <a:pt x="171760" y="597775"/>
                    <a:pt x="175211" y="588249"/>
                    <a:pt x="178635" y="578724"/>
                  </a:cubicBezTo>
                  <a:cubicBezTo>
                    <a:pt x="182060" y="569185"/>
                    <a:pt x="185443" y="559645"/>
                    <a:pt x="188868" y="550106"/>
                  </a:cubicBezTo>
                  <a:cubicBezTo>
                    <a:pt x="192278" y="540567"/>
                    <a:pt x="195703" y="531041"/>
                    <a:pt x="199113" y="521502"/>
                  </a:cubicBezTo>
                  <a:cubicBezTo>
                    <a:pt x="202538" y="511977"/>
                    <a:pt x="205962" y="502437"/>
                    <a:pt x="209373" y="492898"/>
                  </a:cubicBezTo>
                  <a:cubicBezTo>
                    <a:pt x="212783" y="483373"/>
                    <a:pt x="216167" y="473820"/>
                    <a:pt x="219591" y="464294"/>
                  </a:cubicBezTo>
                  <a:cubicBezTo>
                    <a:pt x="223016" y="454755"/>
                    <a:pt x="226494" y="445243"/>
                    <a:pt x="229932" y="435718"/>
                  </a:cubicBezTo>
                  <a:cubicBezTo>
                    <a:pt x="233370" y="426192"/>
                    <a:pt x="236794" y="416653"/>
                    <a:pt x="240205" y="407127"/>
                  </a:cubicBezTo>
                  <a:cubicBezTo>
                    <a:pt x="243630" y="397588"/>
                    <a:pt x="247067" y="388062"/>
                    <a:pt x="250478" y="378523"/>
                  </a:cubicBezTo>
                  <a:cubicBezTo>
                    <a:pt x="253889" y="368984"/>
                    <a:pt x="257272" y="359445"/>
                    <a:pt x="260683" y="349906"/>
                  </a:cubicBezTo>
                  <a:cubicBezTo>
                    <a:pt x="264094" y="340367"/>
                    <a:pt x="267545" y="330841"/>
                    <a:pt x="270970" y="321315"/>
                  </a:cubicBezTo>
                  <a:cubicBezTo>
                    <a:pt x="274394" y="311790"/>
                    <a:pt x="277805" y="302251"/>
                    <a:pt x="281243" y="292725"/>
                  </a:cubicBezTo>
                  <a:cubicBezTo>
                    <a:pt x="284681" y="283199"/>
                    <a:pt x="288186" y="273687"/>
                    <a:pt x="291624" y="264162"/>
                  </a:cubicBezTo>
                  <a:cubicBezTo>
                    <a:pt x="295062" y="254636"/>
                    <a:pt x="298446" y="245097"/>
                    <a:pt x="301870" y="235558"/>
                  </a:cubicBezTo>
                  <a:cubicBezTo>
                    <a:pt x="305281" y="226019"/>
                    <a:pt x="308732" y="216493"/>
                    <a:pt x="312089" y="206940"/>
                  </a:cubicBezTo>
                  <a:cubicBezTo>
                    <a:pt x="315445" y="197388"/>
                    <a:pt x="318706" y="187794"/>
                    <a:pt x="322022" y="178228"/>
                  </a:cubicBezTo>
                  <a:cubicBezTo>
                    <a:pt x="325351" y="168661"/>
                    <a:pt x="328775" y="159122"/>
                    <a:pt x="332010" y="149529"/>
                  </a:cubicBezTo>
                  <a:cubicBezTo>
                    <a:pt x="335230" y="139922"/>
                    <a:pt x="339144" y="130423"/>
                    <a:pt x="341386" y="120626"/>
                  </a:cubicBezTo>
                  <a:cubicBezTo>
                    <a:pt x="343628" y="110815"/>
                    <a:pt x="345843" y="100623"/>
                    <a:pt x="345476" y="90704"/>
                  </a:cubicBezTo>
                  <a:cubicBezTo>
                    <a:pt x="345095" y="80784"/>
                    <a:pt x="342731" y="70402"/>
                    <a:pt x="339144" y="61108"/>
                  </a:cubicBezTo>
                  <a:cubicBezTo>
                    <a:pt x="335556" y="51813"/>
                    <a:pt x="330257" y="42641"/>
                    <a:pt x="323952" y="34936"/>
                  </a:cubicBezTo>
                  <a:cubicBezTo>
                    <a:pt x="317646" y="27231"/>
                    <a:pt x="309711" y="20179"/>
                    <a:pt x="301286" y="14879"/>
                  </a:cubicBezTo>
                  <a:cubicBezTo>
                    <a:pt x="292861" y="9580"/>
                    <a:pt x="283064" y="5517"/>
                    <a:pt x="273388" y="3153"/>
                  </a:cubicBezTo>
                  <a:cubicBezTo>
                    <a:pt x="263713" y="802"/>
                    <a:pt x="253169" y="0"/>
                    <a:pt x="243222" y="74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10" name="Text 8"/>
          <p:cNvSpPr txBox="1"/>
          <p:nvPr/>
        </p:nvSpPr>
        <p:spPr>
          <a:xfrm>
            <a:off x="548640" y="33375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Default dark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Deep Navy / Command Blue</a:t>
            </a:r>
            <a:endParaRPr lang="en-US" sz="1100" dirty="0"/>
          </a:p>
        </p:txBody>
      </p:sp>
      <p:sp>
        <p:nvSpPr>
          <p:cNvPr id="12" name="Background 02 Light"/>
          <p:cNvSpPr/>
          <p:nvPr/>
        </p:nvSpPr>
        <p:spPr>
          <a:xfrm>
            <a:off x="4300423" y="1691640"/>
            <a:ext cx="354787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rgbClr val="DCE6F7"/>
            </a:solidFill>
            <a:prstDash val="solid"/>
          </a:ln>
        </p:spPr>
      </p:sp>
      <p:grpSp>
        <p:nvGrpSpPr>
          <p:cNvPr id="53" name="VCA symbol (Light)"/>
          <p:cNvGrpSpPr/>
          <p:nvPr/>
        </p:nvGrpSpPr>
        <p:grpSpPr>
          <a:xfrm>
            <a:off x="5502859" y="1968614"/>
            <a:ext cx="1143000" cy="1000532"/>
            <a:chOff x="5502859" y="1968614"/>
            <a:chExt cx="1143000" cy="1000532"/>
          </a:xfrm>
        </p:grpSpPr>
        <p:sp>
          <p:nvSpPr>
            <p:cNvPr id="13" name="Outer left wave"/>
            <p:cNvSpPr/>
            <p:nvPr/>
          </p:nvSpPr>
          <p:spPr>
            <a:xfrm>
              <a:off x="5502859" y="1968813"/>
              <a:ext cx="345440" cy="761027"/>
            </a:xfrm>
            <a:custGeom>
              <a:avLst/>
              <a:gdLst/>
              <a:ahLst/>
              <a:cxnLst/>
              <a:rect l="l" t="t" r="r" b="b"/>
              <a:pathLst>
                <a:path w="345440" h="761027">
                  <a:moveTo>
                    <a:pt x="98010" y="196"/>
                  </a:moveTo>
                  <a:cubicBezTo>
                    <a:pt x="88040" y="0"/>
                    <a:pt x="77550" y="1250"/>
                    <a:pt x="67997" y="4090"/>
                  </a:cubicBezTo>
                  <a:cubicBezTo>
                    <a:pt x="58444" y="6944"/>
                    <a:pt x="48878" y="11564"/>
                    <a:pt x="40711" y="17271"/>
                  </a:cubicBezTo>
                  <a:cubicBezTo>
                    <a:pt x="32558" y="22978"/>
                    <a:pt x="24949" y="30357"/>
                    <a:pt x="18997" y="38347"/>
                  </a:cubicBezTo>
                  <a:cubicBezTo>
                    <a:pt x="13045" y="46337"/>
                    <a:pt x="8140" y="55754"/>
                    <a:pt x="5001" y="65212"/>
                  </a:cubicBezTo>
                  <a:cubicBezTo>
                    <a:pt x="1862" y="74669"/>
                    <a:pt x="0" y="85173"/>
                    <a:pt x="136" y="95106"/>
                  </a:cubicBezTo>
                  <a:cubicBezTo>
                    <a:pt x="285" y="105040"/>
                    <a:pt x="3302" y="115054"/>
                    <a:pt x="5857" y="124811"/>
                  </a:cubicBezTo>
                  <a:cubicBezTo>
                    <a:pt x="8398" y="134568"/>
                    <a:pt x="12175" y="144066"/>
                    <a:pt x="15423" y="153660"/>
                  </a:cubicBezTo>
                  <a:cubicBezTo>
                    <a:pt x="18657" y="163267"/>
                    <a:pt x="22000" y="172833"/>
                    <a:pt x="25329" y="182399"/>
                  </a:cubicBezTo>
                  <a:cubicBezTo>
                    <a:pt x="28645" y="191966"/>
                    <a:pt x="32001" y="201532"/>
                    <a:pt x="35371" y="211085"/>
                  </a:cubicBezTo>
                  <a:cubicBezTo>
                    <a:pt x="38741" y="220651"/>
                    <a:pt x="42152" y="230177"/>
                    <a:pt x="45535" y="239730"/>
                  </a:cubicBezTo>
                  <a:cubicBezTo>
                    <a:pt x="48919" y="249282"/>
                    <a:pt x="52275" y="258849"/>
                    <a:pt x="55672" y="268388"/>
                  </a:cubicBezTo>
                  <a:cubicBezTo>
                    <a:pt x="59070" y="277941"/>
                    <a:pt x="62467" y="287480"/>
                    <a:pt x="65891" y="297019"/>
                  </a:cubicBezTo>
                  <a:cubicBezTo>
                    <a:pt x="69315" y="306545"/>
                    <a:pt x="72808" y="316057"/>
                    <a:pt x="76245" y="325596"/>
                  </a:cubicBezTo>
                  <a:cubicBezTo>
                    <a:pt x="79683" y="335121"/>
                    <a:pt x="83094" y="344674"/>
                    <a:pt x="86518" y="354200"/>
                  </a:cubicBezTo>
                  <a:cubicBezTo>
                    <a:pt x="89943" y="363739"/>
                    <a:pt x="93367" y="373278"/>
                    <a:pt x="96819" y="382804"/>
                  </a:cubicBezTo>
                  <a:cubicBezTo>
                    <a:pt x="100270" y="392329"/>
                    <a:pt x="103803" y="401828"/>
                    <a:pt x="107227" y="411353"/>
                  </a:cubicBezTo>
                  <a:cubicBezTo>
                    <a:pt x="110665" y="420892"/>
                    <a:pt x="113981" y="430459"/>
                    <a:pt x="117392" y="439998"/>
                  </a:cubicBezTo>
                  <a:cubicBezTo>
                    <a:pt x="120816" y="449537"/>
                    <a:pt x="124322" y="459049"/>
                    <a:pt x="127746" y="468575"/>
                  </a:cubicBezTo>
                  <a:cubicBezTo>
                    <a:pt x="131157" y="478114"/>
                    <a:pt x="134513" y="487680"/>
                    <a:pt x="137910" y="497219"/>
                  </a:cubicBezTo>
                  <a:cubicBezTo>
                    <a:pt x="141321" y="506759"/>
                    <a:pt x="144759" y="516298"/>
                    <a:pt x="148183" y="525823"/>
                  </a:cubicBezTo>
                  <a:cubicBezTo>
                    <a:pt x="151608" y="535363"/>
                    <a:pt x="155046" y="544902"/>
                    <a:pt x="158470" y="554441"/>
                  </a:cubicBezTo>
                  <a:cubicBezTo>
                    <a:pt x="161881" y="563966"/>
                    <a:pt x="165291" y="573519"/>
                    <a:pt x="168716" y="583045"/>
                  </a:cubicBezTo>
                  <a:cubicBezTo>
                    <a:pt x="172140" y="592584"/>
                    <a:pt x="175564" y="602123"/>
                    <a:pt x="179016" y="611649"/>
                  </a:cubicBezTo>
                  <a:cubicBezTo>
                    <a:pt x="182467" y="621174"/>
                    <a:pt x="185960" y="630686"/>
                    <a:pt x="189398" y="640212"/>
                  </a:cubicBezTo>
                  <a:cubicBezTo>
                    <a:pt x="192835" y="649751"/>
                    <a:pt x="196151" y="659318"/>
                    <a:pt x="199616" y="668843"/>
                  </a:cubicBezTo>
                  <a:cubicBezTo>
                    <a:pt x="203068" y="678369"/>
                    <a:pt x="206016" y="688125"/>
                    <a:pt x="210134" y="697352"/>
                  </a:cubicBezTo>
                  <a:cubicBezTo>
                    <a:pt x="214251" y="706579"/>
                    <a:pt x="218654" y="715914"/>
                    <a:pt x="224334" y="724203"/>
                  </a:cubicBezTo>
                  <a:cubicBezTo>
                    <a:pt x="230000" y="732478"/>
                    <a:pt x="236278" y="741216"/>
                    <a:pt x="244146" y="747072"/>
                  </a:cubicBezTo>
                  <a:cubicBezTo>
                    <a:pt x="252027" y="752929"/>
                    <a:pt x="262028" y="757644"/>
                    <a:pt x="271581" y="759329"/>
                  </a:cubicBezTo>
                  <a:cubicBezTo>
                    <a:pt x="281148" y="761028"/>
                    <a:pt x="292317" y="760267"/>
                    <a:pt x="301544" y="757223"/>
                  </a:cubicBezTo>
                  <a:cubicBezTo>
                    <a:pt x="310757" y="754179"/>
                    <a:pt x="320092" y="748051"/>
                    <a:pt x="326927" y="741080"/>
                  </a:cubicBezTo>
                  <a:cubicBezTo>
                    <a:pt x="333749" y="734095"/>
                    <a:pt x="339565" y="724611"/>
                    <a:pt x="342500" y="715316"/>
                  </a:cubicBezTo>
                  <a:cubicBezTo>
                    <a:pt x="345435" y="706021"/>
                    <a:pt x="345204" y="695273"/>
                    <a:pt x="344538" y="685312"/>
                  </a:cubicBezTo>
                  <a:cubicBezTo>
                    <a:pt x="343872" y="675352"/>
                    <a:pt x="340584" y="665446"/>
                    <a:pt x="338491" y="655526"/>
                  </a:cubicBezTo>
                  <a:cubicBezTo>
                    <a:pt x="336412" y="645607"/>
                    <a:pt x="334197" y="635728"/>
                    <a:pt x="332037" y="625822"/>
                  </a:cubicBezTo>
                  <a:cubicBezTo>
                    <a:pt x="329876" y="615929"/>
                    <a:pt x="327702" y="606023"/>
                    <a:pt x="325555" y="596131"/>
                  </a:cubicBezTo>
                  <a:cubicBezTo>
                    <a:pt x="323394" y="586225"/>
                    <a:pt x="321343" y="576305"/>
                    <a:pt x="319100" y="566426"/>
                  </a:cubicBezTo>
                  <a:cubicBezTo>
                    <a:pt x="316845" y="556547"/>
                    <a:pt x="314344" y="546723"/>
                    <a:pt x="312062" y="536857"/>
                  </a:cubicBezTo>
                  <a:cubicBezTo>
                    <a:pt x="309765" y="526978"/>
                    <a:pt x="307604" y="517086"/>
                    <a:pt x="305390" y="507207"/>
                  </a:cubicBezTo>
                  <a:cubicBezTo>
                    <a:pt x="303161" y="497315"/>
                    <a:pt x="300973" y="487422"/>
                    <a:pt x="298718" y="477543"/>
                  </a:cubicBezTo>
                  <a:cubicBezTo>
                    <a:pt x="296475" y="467664"/>
                    <a:pt x="294165" y="457799"/>
                    <a:pt x="291883" y="447934"/>
                  </a:cubicBezTo>
                  <a:cubicBezTo>
                    <a:pt x="289613" y="438055"/>
                    <a:pt x="287385" y="428176"/>
                    <a:pt x="285075" y="418311"/>
                  </a:cubicBezTo>
                  <a:cubicBezTo>
                    <a:pt x="282778" y="408445"/>
                    <a:pt x="280414" y="398580"/>
                    <a:pt x="278063" y="388728"/>
                  </a:cubicBezTo>
                  <a:cubicBezTo>
                    <a:pt x="275712" y="378877"/>
                    <a:pt x="273348" y="369025"/>
                    <a:pt x="270970" y="359173"/>
                  </a:cubicBezTo>
                  <a:cubicBezTo>
                    <a:pt x="268605" y="349321"/>
                    <a:pt x="266309" y="339456"/>
                    <a:pt x="263849" y="329618"/>
                  </a:cubicBezTo>
                  <a:cubicBezTo>
                    <a:pt x="261390" y="319793"/>
                    <a:pt x="258754" y="310010"/>
                    <a:pt x="256213" y="300199"/>
                  </a:cubicBezTo>
                  <a:cubicBezTo>
                    <a:pt x="253671" y="290388"/>
                    <a:pt x="251158" y="280577"/>
                    <a:pt x="248630" y="270766"/>
                  </a:cubicBezTo>
                  <a:cubicBezTo>
                    <a:pt x="246103" y="260955"/>
                    <a:pt x="243616" y="251130"/>
                    <a:pt x="241048" y="241333"/>
                  </a:cubicBezTo>
                  <a:cubicBezTo>
                    <a:pt x="238466" y="231536"/>
                    <a:pt x="235802" y="221765"/>
                    <a:pt x="233166" y="211982"/>
                  </a:cubicBezTo>
                  <a:cubicBezTo>
                    <a:pt x="230544" y="202184"/>
                    <a:pt x="227880" y="192414"/>
                    <a:pt x="225271" y="182617"/>
                  </a:cubicBezTo>
                  <a:cubicBezTo>
                    <a:pt x="222662" y="172833"/>
                    <a:pt x="220148" y="163022"/>
                    <a:pt x="217526" y="153225"/>
                  </a:cubicBezTo>
                  <a:cubicBezTo>
                    <a:pt x="214917" y="143441"/>
                    <a:pt x="212226" y="133671"/>
                    <a:pt x="209604" y="123887"/>
                  </a:cubicBezTo>
                  <a:cubicBezTo>
                    <a:pt x="206981" y="114103"/>
                    <a:pt x="204617" y="104224"/>
                    <a:pt x="201777" y="94509"/>
                  </a:cubicBezTo>
                  <a:cubicBezTo>
                    <a:pt x="198937" y="84793"/>
                    <a:pt x="196654" y="74751"/>
                    <a:pt x="192523" y="65606"/>
                  </a:cubicBezTo>
                  <a:cubicBezTo>
                    <a:pt x="188392" y="56461"/>
                    <a:pt x="183269" y="47411"/>
                    <a:pt x="177005" y="39611"/>
                  </a:cubicBezTo>
                  <a:cubicBezTo>
                    <a:pt x="170754" y="31797"/>
                    <a:pt x="163172" y="24514"/>
                    <a:pt x="154978" y="18793"/>
                  </a:cubicBezTo>
                  <a:cubicBezTo>
                    <a:pt x="146784" y="13059"/>
                    <a:pt x="137340" y="8371"/>
                    <a:pt x="127841" y="5272"/>
                  </a:cubicBezTo>
                  <a:cubicBezTo>
                    <a:pt x="118343" y="2174"/>
                    <a:pt x="107988" y="394"/>
                    <a:pt x="98014" y="190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4" name="Inner left wave"/>
            <p:cNvSpPr/>
            <p:nvPr/>
          </p:nvSpPr>
          <p:spPr>
            <a:xfrm>
              <a:off x="5791460" y="2175608"/>
              <a:ext cx="180179" cy="649531"/>
            </a:xfrm>
            <a:custGeom>
              <a:avLst/>
              <a:gdLst/>
              <a:ahLst/>
              <a:cxnLst/>
              <a:rect l="l" t="t" r="r" b="b"/>
              <a:pathLst>
                <a:path w="180179" h="649531">
                  <a:moveTo>
                    <a:pt x="65214" y="602"/>
                  </a:moveTo>
                  <a:cubicBezTo>
                    <a:pt x="55428" y="1209"/>
                    <a:pt x="44788" y="4457"/>
                    <a:pt x="36254" y="9322"/>
                  </a:cubicBezTo>
                  <a:cubicBezTo>
                    <a:pt x="27721" y="14200"/>
                    <a:pt x="19758" y="21782"/>
                    <a:pt x="14051" y="29827"/>
                  </a:cubicBezTo>
                  <a:cubicBezTo>
                    <a:pt x="8343" y="37871"/>
                    <a:pt x="4077" y="47927"/>
                    <a:pt x="2038" y="57588"/>
                  </a:cubicBezTo>
                  <a:cubicBezTo>
                    <a:pt x="0" y="67250"/>
                    <a:pt x="842" y="77767"/>
                    <a:pt x="1821" y="87782"/>
                  </a:cubicBezTo>
                  <a:cubicBezTo>
                    <a:pt x="2786" y="97797"/>
                    <a:pt x="5789" y="107717"/>
                    <a:pt x="7868" y="117663"/>
                  </a:cubicBezTo>
                  <a:cubicBezTo>
                    <a:pt x="9947" y="127610"/>
                    <a:pt x="12189" y="137516"/>
                    <a:pt x="14309" y="147463"/>
                  </a:cubicBezTo>
                  <a:cubicBezTo>
                    <a:pt x="16429" y="157396"/>
                    <a:pt x="18494" y="167343"/>
                    <a:pt x="20560" y="177290"/>
                  </a:cubicBezTo>
                  <a:cubicBezTo>
                    <a:pt x="22639" y="187237"/>
                    <a:pt x="24650" y="197197"/>
                    <a:pt x="26756" y="207144"/>
                  </a:cubicBezTo>
                  <a:cubicBezTo>
                    <a:pt x="28849" y="217077"/>
                    <a:pt x="31036" y="226997"/>
                    <a:pt x="33156" y="236944"/>
                  </a:cubicBezTo>
                  <a:cubicBezTo>
                    <a:pt x="35276" y="246877"/>
                    <a:pt x="37423" y="256810"/>
                    <a:pt x="39488" y="266757"/>
                  </a:cubicBezTo>
                  <a:cubicBezTo>
                    <a:pt x="41567" y="276704"/>
                    <a:pt x="43538" y="286678"/>
                    <a:pt x="45617" y="296625"/>
                  </a:cubicBezTo>
                  <a:cubicBezTo>
                    <a:pt x="47682" y="306572"/>
                    <a:pt x="49884" y="316491"/>
                    <a:pt x="51922" y="326438"/>
                  </a:cubicBezTo>
                  <a:cubicBezTo>
                    <a:pt x="53974" y="336399"/>
                    <a:pt x="55944" y="346359"/>
                    <a:pt x="57887" y="356333"/>
                  </a:cubicBezTo>
                  <a:cubicBezTo>
                    <a:pt x="59817" y="366307"/>
                    <a:pt x="61706" y="376295"/>
                    <a:pt x="63567" y="386282"/>
                  </a:cubicBezTo>
                  <a:cubicBezTo>
                    <a:pt x="65429" y="396270"/>
                    <a:pt x="67250" y="406271"/>
                    <a:pt x="69071" y="416272"/>
                  </a:cubicBezTo>
                  <a:cubicBezTo>
                    <a:pt x="70892" y="426260"/>
                    <a:pt x="72712" y="436261"/>
                    <a:pt x="74479" y="446262"/>
                  </a:cubicBezTo>
                  <a:cubicBezTo>
                    <a:pt x="76259" y="456277"/>
                    <a:pt x="77998" y="466292"/>
                    <a:pt x="79697" y="476307"/>
                  </a:cubicBezTo>
                  <a:cubicBezTo>
                    <a:pt x="81396" y="486321"/>
                    <a:pt x="83081" y="496336"/>
                    <a:pt x="84698" y="506378"/>
                  </a:cubicBezTo>
                  <a:cubicBezTo>
                    <a:pt x="86315" y="516406"/>
                    <a:pt x="87809" y="526448"/>
                    <a:pt x="89413" y="536490"/>
                  </a:cubicBezTo>
                  <a:cubicBezTo>
                    <a:pt x="91030" y="546519"/>
                    <a:pt x="92756" y="556534"/>
                    <a:pt x="94345" y="566575"/>
                  </a:cubicBezTo>
                  <a:cubicBezTo>
                    <a:pt x="95935" y="576604"/>
                    <a:pt x="97077" y="586741"/>
                    <a:pt x="98966" y="596701"/>
                  </a:cubicBezTo>
                  <a:cubicBezTo>
                    <a:pt x="100868" y="606662"/>
                    <a:pt x="100977" y="618022"/>
                    <a:pt x="105719" y="626311"/>
                  </a:cubicBezTo>
                  <a:cubicBezTo>
                    <a:pt x="110461" y="634600"/>
                    <a:pt x="118859" y="643365"/>
                    <a:pt x="127420" y="646449"/>
                  </a:cubicBezTo>
                  <a:cubicBezTo>
                    <a:pt x="135981" y="649534"/>
                    <a:pt x="148890" y="648800"/>
                    <a:pt x="157070" y="644791"/>
                  </a:cubicBezTo>
                  <a:cubicBezTo>
                    <a:pt x="165251" y="640796"/>
                    <a:pt x="172860" y="631189"/>
                    <a:pt x="176516" y="622425"/>
                  </a:cubicBezTo>
                  <a:cubicBezTo>
                    <a:pt x="180184" y="613660"/>
                    <a:pt x="178608" y="602327"/>
                    <a:pt x="179016" y="592217"/>
                  </a:cubicBezTo>
                  <a:cubicBezTo>
                    <a:pt x="179437" y="582094"/>
                    <a:pt x="179016" y="571889"/>
                    <a:pt x="179016" y="561724"/>
                  </a:cubicBezTo>
                  <a:cubicBezTo>
                    <a:pt x="179016" y="551560"/>
                    <a:pt x="179016" y="541409"/>
                    <a:pt x="179016" y="531245"/>
                  </a:cubicBezTo>
                  <a:cubicBezTo>
                    <a:pt x="179016" y="521081"/>
                    <a:pt x="179016" y="510917"/>
                    <a:pt x="179016" y="500752"/>
                  </a:cubicBezTo>
                  <a:cubicBezTo>
                    <a:pt x="179016" y="490602"/>
                    <a:pt x="179016" y="480438"/>
                    <a:pt x="179016" y="470273"/>
                  </a:cubicBezTo>
                  <a:cubicBezTo>
                    <a:pt x="179016" y="460109"/>
                    <a:pt x="179016" y="449945"/>
                    <a:pt x="179016" y="439781"/>
                  </a:cubicBezTo>
                  <a:cubicBezTo>
                    <a:pt x="179016" y="429630"/>
                    <a:pt x="179016" y="419466"/>
                    <a:pt x="179016" y="409301"/>
                  </a:cubicBezTo>
                  <a:cubicBezTo>
                    <a:pt x="179016" y="399137"/>
                    <a:pt x="179016" y="388973"/>
                    <a:pt x="179016" y="378822"/>
                  </a:cubicBezTo>
                  <a:cubicBezTo>
                    <a:pt x="179016" y="368658"/>
                    <a:pt x="179016" y="358494"/>
                    <a:pt x="179016" y="348329"/>
                  </a:cubicBezTo>
                  <a:cubicBezTo>
                    <a:pt x="179016" y="338165"/>
                    <a:pt x="179016" y="328015"/>
                    <a:pt x="179016" y="317850"/>
                  </a:cubicBezTo>
                  <a:cubicBezTo>
                    <a:pt x="179016" y="307686"/>
                    <a:pt x="179016" y="297522"/>
                    <a:pt x="179016" y="287358"/>
                  </a:cubicBezTo>
                  <a:cubicBezTo>
                    <a:pt x="179016" y="277207"/>
                    <a:pt x="179288" y="267029"/>
                    <a:pt x="179016" y="256878"/>
                  </a:cubicBezTo>
                  <a:cubicBezTo>
                    <a:pt x="178744" y="246728"/>
                    <a:pt x="178554" y="236536"/>
                    <a:pt x="177372" y="226467"/>
                  </a:cubicBezTo>
                  <a:cubicBezTo>
                    <a:pt x="176176" y="216398"/>
                    <a:pt x="173934" y="206438"/>
                    <a:pt x="171882" y="196491"/>
                  </a:cubicBezTo>
                  <a:cubicBezTo>
                    <a:pt x="169830" y="186544"/>
                    <a:pt x="167343" y="176679"/>
                    <a:pt x="165060" y="166773"/>
                  </a:cubicBezTo>
                  <a:cubicBezTo>
                    <a:pt x="162764" y="156880"/>
                    <a:pt x="160440" y="146988"/>
                    <a:pt x="158157" y="137082"/>
                  </a:cubicBezTo>
                  <a:cubicBezTo>
                    <a:pt x="155875" y="127189"/>
                    <a:pt x="153632" y="117269"/>
                    <a:pt x="151350" y="107363"/>
                  </a:cubicBezTo>
                  <a:cubicBezTo>
                    <a:pt x="149067" y="97471"/>
                    <a:pt x="146947" y="87510"/>
                    <a:pt x="144460" y="77672"/>
                  </a:cubicBezTo>
                  <a:cubicBezTo>
                    <a:pt x="141987" y="67834"/>
                    <a:pt x="140560" y="57439"/>
                    <a:pt x="136456" y="48321"/>
                  </a:cubicBezTo>
                  <a:cubicBezTo>
                    <a:pt x="132353" y="39203"/>
                    <a:pt x="126754" y="30044"/>
                    <a:pt x="119838" y="22938"/>
                  </a:cubicBezTo>
                  <a:cubicBezTo>
                    <a:pt x="112935" y="15844"/>
                    <a:pt x="104102" y="9430"/>
                    <a:pt x="94984" y="5707"/>
                  </a:cubicBezTo>
                  <a:cubicBezTo>
                    <a:pt x="85880" y="1984"/>
                    <a:pt x="75009" y="0"/>
                    <a:pt x="65212" y="59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5" name="Center wave"/>
            <p:cNvSpPr/>
            <p:nvPr/>
          </p:nvSpPr>
          <p:spPr>
            <a:xfrm>
              <a:off x="5998857" y="2417419"/>
              <a:ext cx="150288" cy="551727"/>
            </a:xfrm>
            <a:custGeom>
              <a:avLst/>
              <a:gdLst/>
              <a:ahLst/>
              <a:cxnLst/>
              <a:rect l="l" t="t" r="r" b="b"/>
              <a:pathLst>
                <a:path w="150288" h="551727">
                  <a:moveTo>
                    <a:pt x="69798" y="685"/>
                  </a:moveTo>
                  <a:cubicBezTo>
                    <a:pt x="60021" y="1372"/>
                    <a:pt x="49585" y="4308"/>
                    <a:pt x="40902" y="8860"/>
                  </a:cubicBezTo>
                  <a:cubicBezTo>
                    <a:pt x="32219" y="13412"/>
                    <a:pt x="23875" y="20356"/>
                    <a:pt x="17719" y="27992"/>
                  </a:cubicBezTo>
                  <a:cubicBezTo>
                    <a:pt x="11564" y="35616"/>
                    <a:pt x="6726" y="45236"/>
                    <a:pt x="3968" y="54680"/>
                  </a:cubicBezTo>
                  <a:cubicBezTo>
                    <a:pt x="1209" y="64124"/>
                    <a:pt x="1644" y="74615"/>
                    <a:pt x="1182" y="84643"/>
                  </a:cubicBezTo>
                  <a:cubicBezTo>
                    <a:pt x="707" y="94685"/>
                    <a:pt x="1182" y="104795"/>
                    <a:pt x="1182" y="114878"/>
                  </a:cubicBezTo>
                  <a:cubicBezTo>
                    <a:pt x="1182" y="124947"/>
                    <a:pt x="1182" y="135030"/>
                    <a:pt x="1182" y="145099"/>
                  </a:cubicBezTo>
                  <a:cubicBezTo>
                    <a:pt x="1182" y="155168"/>
                    <a:pt x="1182" y="165251"/>
                    <a:pt x="1182" y="175320"/>
                  </a:cubicBezTo>
                  <a:cubicBezTo>
                    <a:pt x="1182" y="185402"/>
                    <a:pt x="1182" y="195472"/>
                    <a:pt x="1182" y="205554"/>
                  </a:cubicBezTo>
                  <a:cubicBezTo>
                    <a:pt x="1182" y="215623"/>
                    <a:pt x="1182" y="225706"/>
                    <a:pt x="1182" y="235775"/>
                  </a:cubicBezTo>
                  <a:cubicBezTo>
                    <a:pt x="1182" y="245844"/>
                    <a:pt x="1182" y="255927"/>
                    <a:pt x="1182" y="265996"/>
                  </a:cubicBezTo>
                  <a:cubicBezTo>
                    <a:pt x="1182" y="276079"/>
                    <a:pt x="1182" y="286148"/>
                    <a:pt x="1182" y="296231"/>
                  </a:cubicBezTo>
                  <a:cubicBezTo>
                    <a:pt x="1182" y="306300"/>
                    <a:pt x="1182" y="316383"/>
                    <a:pt x="1182" y="326452"/>
                  </a:cubicBezTo>
                  <a:cubicBezTo>
                    <a:pt x="1182" y="336521"/>
                    <a:pt x="1182" y="346604"/>
                    <a:pt x="1182" y="356673"/>
                  </a:cubicBezTo>
                  <a:cubicBezTo>
                    <a:pt x="1182" y="366756"/>
                    <a:pt x="1182" y="376825"/>
                    <a:pt x="1182" y="386907"/>
                  </a:cubicBezTo>
                  <a:cubicBezTo>
                    <a:pt x="1182" y="396977"/>
                    <a:pt x="1182" y="407059"/>
                    <a:pt x="1182" y="417128"/>
                  </a:cubicBezTo>
                  <a:cubicBezTo>
                    <a:pt x="1182" y="427198"/>
                    <a:pt x="1182" y="437280"/>
                    <a:pt x="1182" y="447349"/>
                  </a:cubicBezTo>
                  <a:cubicBezTo>
                    <a:pt x="1169" y="457432"/>
                    <a:pt x="0" y="467651"/>
                    <a:pt x="1101" y="477570"/>
                  </a:cubicBezTo>
                  <a:cubicBezTo>
                    <a:pt x="2215" y="487490"/>
                    <a:pt x="3818" y="497885"/>
                    <a:pt x="7813" y="506867"/>
                  </a:cubicBezTo>
                  <a:cubicBezTo>
                    <a:pt x="11795" y="515849"/>
                    <a:pt x="17883" y="524736"/>
                    <a:pt x="25030" y="531449"/>
                  </a:cubicBezTo>
                  <a:cubicBezTo>
                    <a:pt x="32164" y="538148"/>
                    <a:pt x="41404" y="543855"/>
                    <a:pt x="50631" y="547117"/>
                  </a:cubicBezTo>
                  <a:cubicBezTo>
                    <a:pt x="59871" y="550364"/>
                    <a:pt x="70647" y="551723"/>
                    <a:pt x="80431" y="550989"/>
                  </a:cubicBezTo>
                  <a:cubicBezTo>
                    <a:pt x="90201" y="550256"/>
                    <a:pt x="100623" y="547280"/>
                    <a:pt x="109279" y="542700"/>
                  </a:cubicBezTo>
                  <a:cubicBezTo>
                    <a:pt x="117922" y="538121"/>
                    <a:pt x="126197" y="531137"/>
                    <a:pt x="132326" y="523486"/>
                  </a:cubicBezTo>
                  <a:cubicBezTo>
                    <a:pt x="138454" y="515849"/>
                    <a:pt x="143305" y="506242"/>
                    <a:pt x="146077" y="496812"/>
                  </a:cubicBezTo>
                  <a:cubicBezTo>
                    <a:pt x="148836" y="487368"/>
                    <a:pt x="148469" y="476891"/>
                    <a:pt x="148958" y="466863"/>
                  </a:cubicBezTo>
                  <a:cubicBezTo>
                    <a:pt x="149434" y="456834"/>
                    <a:pt x="148958" y="446711"/>
                    <a:pt x="148958" y="436642"/>
                  </a:cubicBezTo>
                  <a:cubicBezTo>
                    <a:pt x="148958" y="426559"/>
                    <a:pt x="148904" y="416490"/>
                    <a:pt x="148958" y="406421"/>
                  </a:cubicBezTo>
                  <a:cubicBezTo>
                    <a:pt x="148999" y="396338"/>
                    <a:pt x="149189" y="386269"/>
                    <a:pt x="149243" y="376200"/>
                  </a:cubicBezTo>
                  <a:cubicBezTo>
                    <a:pt x="149284" y="366117"/>
                    <a:pt x="149243" y="356048"/>
                    <a:pt x="149243" y="345979"/>
                  </a:cubicBezTo>
                  <a:cubicBezTo>
                    <a:pt x="149243" y="335909"/>
                    <a:pt x="149270" y="325840"/>
                    <a:pt x="149216" y="315758"/>
                  </a:cubicBezTo>
                  <a:cubicBezTo>
                    <a:pt x="149175" y="305689"/>
                    <a:pt x="148985" y="295619"/>
                    <a:pt x="148958" y="285550"/>
                  </a:cubicBezTo>
                  <a:cubicBezTo>
                    <a:pt x="148917" y="275468"/>
                    <a:pt x="149012" y="265398"/>
                    <a:pt x="149026" y="255329"/>
                  </a:cubicBezTo>
                  <a:cubicBezTo>
                    <a:pt x="149053" y="245260"/>
                    <a:pt x="149067" y="235177"/>
                    <a:pt x="149053" y="225108"/>
                  </a:cubicBezTo>
                  <a:cubicBezTo>
                    <a:pt x="149039" y="215039"/>
                    <a:pt x="148917" y="204970"/>
                    <a:pt x="148958" y="194887"/>
                  </a:cubicBezTo>
                  <a:cubicBezTo>
                    <a:pt x="148985" y="184818"/>
                    <a:pt x="149175" y="174749"/>
                    <a:pt x="149230" y="164666"/>
                  </a:cubicBezTo>
                  <a:cubicBezTo>
                    <a:pt x="149284" y="154597"/>
                    <a:pt x="149338" y="144528"/>
                    <a:pt x="149298" y="134459"/>
                  </a:cubicBezTo>
                  <a:cubicBezTo>
                    <a:pt x="149243" y="124376"/>
                    <a:pt x="148972" y="114307"/>
                    <a:pt x="148958" y="104238"/>
                  </a:cubicBezTo>
                  <a:cubicBezTo>
                    <a:pt x="148958" y="94155"/>
                    <a:pt x="150290" y="83923"/>
                    <a:pt x="149243" y="74017"/>
                  </a:cubicBezTo>
                  <a:cubicBezTo>
                    <a:pt x="148197" y="64097"/>
                    <a:pt x="146689" y="53661"/>
                    <a:pt x="142680" y="44734"/>
                  </a:cubicBezTo>
                  <a:cubicBezTo>
                    <a:pt x="138658" y="35806"/>
                    <a:pt x="132339" y="27068"/>
                    <a:pt x="125151" y="20410"/>
                  </a:cubicBezTo>
                  <a:cubicBezTo>
                    <a:pt x="117962" y="13752"/>
                    <a:pt x="108790" y="8044"/>
                    <a:pt x="99563" y="4756"/>
                  </a:cubicBezTo>
                  <a:cubicBezTo>
                    <a:pt x="90350" y="1468"/>
                    <a:pt x="79575" y="0"/>
                    <a:pt x="69804" y="67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6" name="Inner right wave"/>
            <p:cNvSpPr/>
            <p:nvPr/>
          </p:nvSpPr>
          <p:spPr>
            <a:xfrm>
              <a:off x="6176601" y="2175721"/>
              <a:ext cx="180061" cy="649521"/>
            </a:xfrm>
            <a:custGeom>
              <a:avLst/>
              <a:gdLst/>
              <a:ahLst/>
              <a:cxnLst/>
              <a:rect l="l" t="t" r="r" b="b"/>
              <a:pathLst>
                <a:path w="180061" h="649521">
                  <a:moveTo>
                    <a:pt x="105056" y="912"/>
                  </a:moveTo>
                  <a:cubicBezTo>
                    <a:pt x="95297" y="1821"/>
                    <a:pt x="84874" y="5422"/>
                    <a:pt x="76368" y="10409"/>
                  </a:cubicBezTo>
                  <a:cubicBezTo>
                    <a:pt x="67861" y="15396"/>
                    <a:pt x="59980" y="22924"/>
                    <a:pt x="54015" y="30860"/>
                  </a:cubicBezTo>
                  <a:cubicBezTo>
                    <a:pt x="48049" y="38782"/>
                    <a:pt x="43945" y="48511"/>
                    <a:pt x="40575" y="57982"/>
                  </a:cubicBezTo>
                  <a:cubicBezTo>
                    <a:pt x="37192" y="67454"/>
                    <a:pt x="36050" y="77795"/>
                    <a:pt x="33781" y="87687"/>
                  </a:cubicBezTo>
                  <a:cubicBezTo>
                    <a:pt x="31512" y="97580"/>
                    <a:pt x="29215" y="107486"/>
                    <a:pt x="26933" y="117378"/>
                  </a:cubicBezTo>
                  <a:cubicBezTo>
                    <a:pt x="24636" y="127271"/>
                    <a:pt x="22326" y="137163"/>
                    <a:pt x="20016" y="147056"/>
                  </a:cubicBezTo>
                  <a:cubicBezTo>
                    <a:pt x="17692" y="156948"/>
                    <a:pt x="15287" y="166813"/>
                    <a:pt x="13018" y="176719"/>
                  </a:cubicBezTo>
                  <a:cubicBezTo>
                    <a:pt x="10735" y="186612"/>
                    <a:pt x="8235" y="196477"/>
                    <a:pt x="6359" y="206451"/>
                  </a:cubicBezTo>
                  <a:cubicBezTo>
                    <a:pt x="4484" y="216425"/>
                    <a:pt x="2609" y="226467"/>
                    <a:pt x="1739" y="236550"/>
                  </a:cubicBezTo>
                  <a:cubicBezTo>
                    <a:pt x="870" y="246646"/>
                    <a:pt x="1209" y="256851"/>
                    <a:pt x="1101" y="267002"/>
                  </a:cubicBezTo>
                  <a:cubicBezTo>
                    <a:pt x="992" y="277153"/>
                    <a:pt x="1101" y="287317"/>
                    <a:pt x="1101" y="297481"/>
                  </a:cubicBezTo>
                  <a:cubicBezTo>
                    <a:pt x="1101" y="307632"/>
                    <a:pt x="1101" y="317796"/>
                    <a:pt x="1101" y="327947"/>
                  </a:cubicBezTo>
                  <a:cubicBezTo>
                    <a:pt x="1101" y="338111"/>
                    <a:pt x="1101" y="348262"/>
                    <a:pt x="1101" y="358426"/>
                  </a:cubicBezTo>
                  <a:cubicBezTo>
                    <a:pt x="1101" y="368576"/>
                    <a:pt x="1101" y="378741"/>
                    <a:pt x="1101" y="388891"/>
                  </a:cubicBezTo>
                  <a:cubicBezTo>
                    <a:pt x="1101" y="399056"/>
                    <a:pt x="1101" y="409206"/>
                    <a:pt x="1101" y="419371"/>
                  </a:cubicBezTo>
                  <a:cubicBezTo>
                    <a:pt x="1101" y="429521"/>
                    <a:pt x="1101" y="439685"/>
                    <a:pt x="1101" y="449836"/>
                  </a:cubicBezTo>
                  <a:cubicBezTo>
                    <a:pt x="1101" y="460000"/>
                    <a:pt x="1101" y="470151"/>
                    <a:pt x="1101" y="480315"/>
                  </a:cubicBezTo>
                  <a:cubicBezTo>
                    <a:pt x="1101" y="490466"/>
                    <a:pt x="1101" y="500630"/>
                    <a:pt x="1101" y="510781"/>
                  </a:cubicBezTo>
                  <a:cubicBezTo>
                    <a:pt x="1101" y="520945"/>
                    <a:pt x="1101" y="531096"/>
                    <a:pt x="1101" y="541260"/>
                  </a:cubicBezTo>
                  <a:cubicBezTo>
                    <a:pt x="1101" y="551411"/>
                    <a:pt x="1101" y="561575"/>
                    <a:pt x="1101" y="571726"/>
                  </a:cubicBezTo>
                  <a:cubicBezTo>
                    <a:pt x="1101" y="581890"/>
                    <a:pt x="0" y="592258"/>
                    <a:pt x="1101" y="602205"/>
                  </a:cubicBezTo>
                  <a:cubicBezTo>
                    <a:pt x="2201" y="612152"/>
                    <a:pt x="2514" y="623824"/>
                    <a:pt x="7718" y="631420"/>
                  </a:cubicBezTo>
                  <a:cubicBezTo>
                    <a:pt x="12936" y="639030"/>
                    <a:pt x="23440" y="646109"/>
                    <a:pt x="32382" y="647808"/>
                  </a:cubicBezTo>
                  <a:cubicBezTo>
                    <a:pt x="41336" y="649520"/>
                    <a:pt x="53919" y="646911"/>
                    <a:pt x="61407" y="641680"/>
                  </a:cubicBezTo>
                  <a:cubicBezTo>
                    <a:pt x="68880" y="636448"/>
                    <a:pt x="73800" y="625645"/>
                    <a:pt x="77278" y="616418"/>
                  </a:cubicBezTo>
                  <a:cubicBezTo>
                    <a:pt x="80743" y="607205"/>
                    <a:pt x="80594" y="596389"/>
                    <a:pt x="82224" y="586360"/>
                  </a:cubicBezTo>
                  <a:cubicBezTo>
                    <a:pt x="83855" y="576346"/>
                    <a:pt x="85472" y="566304"/>
                    <a:pt x="87076" y="556275"/>
                  </a:cubicBezTo>
                  <a:cubicBezTo>
                    <a:pt x="88679" y="546247"/>
                    <a:pt x="90242" y="536219"/>
                    <a:pt x="91859" y="526190"/>
                  </a:cubicBezTo>
                  <a:cubicBezTo>
                    <a:pt x="93476" y="516162"/>
                    <a:pt x="95120" y="506134"/>
                    <a:pt x="96805" y="496119"/>
                  </a:cubicBezTo>
                  <a:cubicBezTo>
                    <a:pt x="98490" y="486104"/>
                    <a:pt x="100229" y="476103"/>
                    <a:pt x="101996" y="466088"/>
                  </a:cubicBezTo>
                  <a:cubicBezTo>
                    <a:pt x="103762" y="456087"/>
                    <a:pt x="105610" y="446099"/>
                    <a:pt x="107390" y="436098"/>
                  </a:cubicBezTo>
                  <a:cubicBezTo>
                    <a:pt x="109157" y="426097"/>
                    <a:pt x="110828" y="416082"/>
                    <a:pt x="112663" y="406094"/>
                  </a:cubicBezTo>
                  <a:cubicBezTo>
                    <a:pt x="114484" y="396107"/>
                    <a:pt x="116454" y="386133"/>
                    <a:pt x="118356" y="376159"/>
                  </a:cubicBezTo>
                  <a:cubicBezTo>
                    <a:pt x="120272" y="366185"/>
                    <a:pt x="122107" y="356197"/>
                    <a:pt x="124091" y="346237"/>
                  </a:cubicBezTo>
                  <a:cubicBezTo>
                    <a:pt x="126075" y="336263"/>
                    <a:pt x="128195" y="326330"/>
                    <a:pt x="130246" y="316383"/>
                  </a:cubicBezTo>
                  <a:cubicBezTo>
                    <a:pt x="132298" y="306436"/>
                    <a:pt x="134269" y="296475"/>
                    <a:pt x="136388" y="286542"/>
                  </a:cubicBezTo>
                  <a:cubicBezTo>
                    <a:pt x="138495" y="276609"/>
                    <a:pt x="140737" y="266703"/>
                    <a:pt x="142911" y="256783"/>
                  </a:cubicBezTo>
                  <a:cubicBezTo>
                    <a:pt x="145085" y="246864"/>
                    <a:pt x="147314" y="236944"/>
                    <a:pt x="149447" y="227011"/>
                  </a:cubicBezTo>
                  <a:cubicBezTo>
                    <a:pt x="151567" y="217077"/>
                    <a:pt x="153578" y="207131"/>
                    <a:pt x="155657" y="197184"/>
                  </a:cubicBezTo>
                  <a:cubicBezTo>
                    <a:pt x="157736" y="187237"/>
                    <a:pt x="159842" y="177304"/>
                    <a:pt x="161935" y="167370"/>
                  </a:cubicBezTo>
                  <a:cubicBezTo>
                    <a:pt x="164028" y="157424"/>
                    <a:pt x="166134" y="147490"/>
                    <a:pt x="168240" y="137557"/>
                  </a:cubicBezTo>
                  <a:cubicBezTo>
                    <a:pt x="170346" y="127610"/>
                    <a:pt x="172616" y="117704"/>
                    <a:pt x="174559" y="107744"/>
                  </a:cubicBezTo>
                  <a:cubicBezTo>
                    <a:pt x="176502" y="97783"/>
                    <a:pt x="179736" y="87741"/>
                    <a:pt x="179899" y="77754"/>
                  </a:cubicBezTo>
                  <a:cubicBezTo>
                    <a:pt x="180062" y="67766"/>
                    <a:pt x="178839" y="57140"/>
                    <a:pt x="175510" y="47818"/>
                  </a:cubicBezTo>
                  <a:cubicBezTo>
                    <a:pt x="172194" y="38510"/>
                    <a:pt x="166745" y="29025"/>
                    <a:pt x="159978" y="21878"/>
                  </a:cubicBezTo>
                  <a:cubicBezTo>
                    <a:pt x="153211" y="14730"/>
                    <a:pt x="144093" y="8439"/>
                    <a:pt x="134935" y="4946"/>
                  </a:cubicBezTo>
                  <a:cubicBezTo>
                    <a:pt x="125776" y="1440"/>
                    <a:pt x="114823" y="0"/>
                    <a:pt x="105053" y="910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7" name="Outer right wave"/>
            <p:cNvSpPr/>
            <p:nvPr/>
          </p:nvSpPr>
          <p:spPr>
            <a:xfrm>
              <a:off x="6300016" y="1968614"/>
              <a:ext cx="345843" cy="760894"/>
            </a:xfrm>
            <a:custGeom>
              <a:avLst/>
              <a:gdLst/>
              <a:ahLst/>
              <a:cxnLst/>
              <a:rect l="l" t="t" r="r" b="b"/>
              <a:pathLst>
                <a:path w="345843" h="760894">
                  <a:moveTo>
                    <a:pt x="243221" y="743"/>
                  </a:moveTo>
                  <a:cubicBezTo>
                    <a:pt x="233275" y="1481"/>
                    <a:pt x="223043" y="3995"/>
                    <a:pt x="213735" y="7610"/>
                  </a:cubicBezTo>
                  <a:cubicBezTo>
                    <a:pt x="204426" y="11238"/>
                    <a:pt x="195281" y="16374"/>
                    <a:pt x="187346" y="22435"/>
                  </a:cubicBezTo>
                  <a:cubicBezTo>
                    <a:pt x="179410" y="28509"/>
                    <a:pt x="172113" y="36023"/>
                    <a:pt x="166134" y="44041"/>
                  </a:cubicBezTo>
                  <a:cubicBezTo>
                    <a:pt x="160155" y="52058"/>
                    <a:pt x="155358" y="61284"/>
                    <a:pt x="151458" y="70538"/>
                  </a:cubicBezTo>
                  <a:cubicBezTo>
                    <a:pt x="147558" y="79806"/>
                    <a:pt x="145493" y="89888"/>
                    <a:pt x="142734" y="99618"/>
                  </a:cubicBezTo>
                  <a:cubicBezTo>
                    <a:pt x="139976" y="109361"/>
                    <a:pt x="137530" y="119199"/>
                    <a:pt x="134921" y="128983"/>
                  </a:cubicBezTo>
                  <a:cubicBezTo>
                    <a:pt x="132326" y="138780"/>
                    <a:pt x="129717" y="148564"/>
                    <a:pt x="127108" y="158348"/>
                  </a:cubicBezTo>
                  <a:cubicBezTo>
                    <a:pt x="124498" y="168131"/>
                    <a:pt x="121903" y="177929"/>
                    <a:pt x="119280" y="187713"/>
                  </a:cubicBezTo>
                  <a:cubicBezTo>
                    <a:pt x="116644" y="197496"/>
                    <a:pt x="113954" y="207253"/>
                    <a:pt x="111345" y="217037"/>
                  </a:cubicBezTo>
                  <a:cubicBezTo>
                    <a:pt x="108736" y="226820"/>
                    <a:pt x="106168" y="236631"/>
                    <a:pt x="103613" y="246429"/>
                  </a:cubicBezTo>
                  <a:cubicBezTo>
                    <a:pt x="101072" y="256226"/>
                    <a:pt x="98585" y="266051"/>
                    <a:pt x="96058" y="275862"/>
                  </a:cubicBezTo>
                  <a:cubicBezTo>
                    <a:pt x="93530" y="285673"/>
                    <a:pt x="90989" y="295470"/>
                    <a:pt x="88475" y="305281"/>
                  </a:cubicBezTo>
                  <a:cubicBezTo>
                    <a:pt x="85975" y="315092"/>
                    <a:pt x="83475" y="324916"/>
                    <a:pt x="81042" y="334741"/>
                  </a:cubicBezTo>
                  <a:cubicBezTo>
                    <a:pt x="78596" y="344579"/>
                    <a:pt x="76259" y="354431"/>
                    <a:pt x="73854" y="364269"/>
                  </a:cubicBezTo>
                  <a:cubicBezTo>
                    <a:pt x="71449" y="374107"/>
                    <a:pt x="68948" y="383918"/>
                    <a:pt x="66584" y="393770"/>
                  </a:cubicBezTo>
                  <a:cubicBezTo>
                    <a:pt x="64220" y="403621"/>
                    <a:pt x="61950" y="413487"/>
                    <a:pt x="59695" y="423366"/>
                  </a:cubicBezTo>
                  <a:cubicBezTo>
                    <a:pt x="57425" y="433231"/>
                    <a:pt x="55251" y="443123"/>
                    <a:pt x="52995" y="453002"/>
                  </a:cubicBezTo>
                  <a:cubicBezTo>
                    <a:pt x="50740" y="462881"/>
                    <a:pt x="48443" y="472733"/>
                    <a:pt x="46160" y="482612"/>
                  </a:cubicBezTo>
                  <a:cubicBezTo>
                    <a:pt x="43877" y="492477"/>
                    <a:pt x="41567" y="502342"/>
                    <a:pt x="39312" y="512208"/>
                  </a:cubicBezTo>
                  <a:cubicBezTo>
                    <a:pt x="37042" y="522087"/>
                    <a:pt x="34814" y="531965"/>
                    <a:pt x="32599" y="541844"/>
                  </a:cubicBezTo>
                  <a:cubicBezTo>
                    <a:pt x="30370" y="551723"/>
                    <a:pt x="28183" y="561616"/>
                    <a:pt x="25954" y="571495"/>
                  </a:cubicBezTo>
                  <a:cubicBezTo>
                    <a:pt x="23739" y="581373"/>
                    <a:pt x="21470" y="591252"/>
                    <a:pt x="19269" y="601131"/>
                  </a:cubicBezTo>
                  <a:cubicBezTo>
                    <a:pt x="17067" y="611024"/>
                    <a:pt x="14934" y="620930"/>
                    <a:pt x="12760" y="630822"/>
                  </a:cubicBezTo>
                  <a:cubicBezTo>
                    <a:pt x="10585" y="640701"/>
                    <a:pt x="8289" y="650580"/>
                    <a:pt x="6210" y="660486"/>
                  </a:cubicBezTo>
                  <a:cubicBezTo>
                    <a:pt x="4117" y="670392"/>
                    <a:pt x="503" y="680339"/>
                    <a:pt x="245" y="690259"/>
                  </a:cubicBezTo>
                  <a:cubicBezTo>
                    <a:pt x="0" y="700192"/>
                    <a:pt x="1060" y="711022"/>
                    <a:pt x="4702" y="720086"/>
                  </a:cubicBezTo>
                  <a:cubicBezTo>
                    <a:pt x="8343" y="729149"/>
                    <a:pt x="14757" y="738226"/>
                    <a:pt x="22081" y="744640"/>
                  </a:cubicBezTo>
                  <a:cubicBezTo>
                    <a:pt x="29419" y="751054"/>
                    <a:pt x="39271" y="756286"/>
                    <a:pt x="48701" y="758596"/>
                  </a:cubicBezTo>
                  <a:cubicBezTo>
                    <a:pt x="58145" y="760892"/>
                    <a:pt x="69329" y="760878"/>
                    <a:pt x="78732" y="758460"/>
                  </a:cubicBezTo>
                  <a:cubicBezTo>
                    <a:pt x="88135" y="756027"/>
                    <a:pt x="97607" y="750429"/>
                    <a:pt x="105108" y="744056"/>
                  </a:cubicBezTo>
                  <a:cubicBezTo>
                    <a:pt x="112622" y="737683"/>
                    <a:pt x="118452" y="728728"/>
                    <a:pt x="123792" y="720208"/>
                  </a:cubicBezTo>
                  <a:cubicBezTo>
                    <a:pt x="129146" y="711701"/>
                    <a:pt x="133263" y="702285"/>
                    <a:pt x="137231" y="692990"/>
                  </a:cubicBezTo>
                  <a:cubicBezTo>
                    <a:pt x="141199" y="683695"/>
                    <a:pt x="144134" y="673939"/>
                    <a:pt x="147585" y="664427"/>
                  </a:cubicBezTo>
                  <a:cubicBezTo>
                    <a:pt x="151051" y="654915"/>
                    <a:pt x="154556" y="645403"/>
                    <a:pt x="158008" y="635877"/>
                  </a:cubicBezTo>
                  <a:cubicBezTo>
                    <a:pt x="161459" y="626365"/>
                    <a:pt x="164884" y="616826"/>
                    <a:pt x="168322" y="607300"/>
                  </a:cubicBezTo>
                  <a:cubicBezTo>
                    <a:pt x="171760" y="597775"/>
                    <a:pt x="175211" y="588249"/>
                    <a:pt x="178635" y="578724"/>
                  </a:cubicBezTo>
                  <a:cubicBezTo>
                    <a:pt x="182060" y="569185"/>
                    <a:pt x="185443" y="559645"/>
                    <a:pt x="188868" y="550106"/>
                  </a:cubicBezTo>
                  <a:cubicBezTo>
                    <a:pt x="192278" y="540567"/>
                    <a:pt x="195703" y="531041"/>
                    <a:pt x="199113" y="521502"/>
                  </a:cubicBezTo>
                  <a:cubicBezTo>
                    <a:pt x="202538" y="511977"/>
                    <a:pt x="205962" y="502437"/>
                    <a:pt x="209373" y="492898"/>
                  </a:cubicBezTo>
                  <a:cubicBezTo>
                    <a:pt x="212783" y="483373"/>
                    <a:pt x="216167" y="473820"/>
                    <a:pt x="219591" y="464294"/>
                  </a:cubicBezTo>
                  <a:cubicBezTo>
                    <a:pt x="223016" y="454755"/>
                    <a:pt x="226494" y="445243"/>
                    <a:pt x="229932" y="435718"/>
                  </a:cubicBezTo>
                  <a:cubicBezTo>
                    <a:pt x="233370" y="426192"/>
                    <a:pt x="236794" y="416653"/>
                    <a:pt x="240205" y="407127"/>
                  </a:cubicBezTo>
                  <a:cubicBezTo>
                    <a:pt x="243630" y="397588"/>
                    <a:pt x="247067" y="388062"/>
                    <a:pt x="250478" y="378523"/>
                  </a:cubicBezTo>
                  <a:cubicBezTo>
                    <a:pt x="253889" y="368984"/>
                    <a:pt x="257272" y="359445"/>
                    <a:pt x="260683" y="349906"/>
                  </a:cubicBezTo>
                  <a:cubicBezTo>
                    <a:pt x="264094" y="340367"/>
                    <a:pt x="267545" y="330841"/>
                    <a:pt x="270970" y="321315"/>
                  </a:cubicBezTo>
                  <a:cubicBezTo>
                    <a:pt x="274394" y="311790"/>
                    <a:pt x="277805" y="302251"/>
                    <a:pt x="281243" y="292725"/>
                  </a:cubicBezTo>
                  <a:cubicBezTo>
                    <a:pt x="284681" y="283199"/>
                    <a:pt x="288186" y="273687"/>
                    <a:pt x="291624" y="264162"/>
                  </a:cubicBezTo>
                  <a:cubicBezTo>
                    <a:pt x="295062" y="254636"/>
                    <a:pt x="298446" y="245097"/>
                    <a:pt x="301870" y="235558"/>
                  </a:cubicBezTo>
                  <a:cubicBezTo>
                    <a:pt x="305281" y="226019"/>
                    <a:pt x="308732" y="216493"/>
                    <a:pt x="312089" y="206940"/>
                  </a:cubicBezTo>
                  <a:cubicBezTo>
                    <a:pt x="315445" y="197388"/>
                    <a:pt x="318706" y="187794"/>
                    <a:pt x="322022" y="178228"/>
                  </a:cubicBezTo>
                  <a:cubicBezTo>
                    <a:pt x="325351" y="168661"/>
                    <a:pt x="328775" y="159122"/>
                    <a:pt x="332010" y="149529"/>
                  </a:cubicBezTo>
                  <a:cubicBezTo>
                    <a:pt x="335230" y="139922"/>
                    <a:pt x="339144" y="130423"/>
                    <a:pt x="341386" y="120626"/>
                  </a:cubicBezTo>
                  <a:cubicBezTo>
                    <a:pt x="343628" y="110815"/>
                    <a:pt x="345843" y="100623"/>
                    <a:pt x="345476" y="90704"/>
                  </a:cubicBezTo>
                  <a:cubicBezTo>
                    <a:pt x="345095" y="80784"/>
                    <a:pt x="342731" y="70402"/>
                    <a:pt x="339144" y="61108"/>
                  </a:cubicBezTo>
                  <a:cubicBezTo>
                    <a:pt x="335556" y="51813"/>
                    <a:pt x="330257" y="42641"/>
                    <a:pt x="323952" y="34936"/>
                  </a:cubicBezTo>
                  <a:cubicBezTo>
                    <a:pt x="317646" y="27231"/>
                    <a:pt x="309711" y="20179"/>
                    <a:pt x="301286" y="14879"/>
                  </a:cubicBezTo>
                  <a:cubicBezTo>
                    <a:pt x="292861" y="9580"/>
                    <a:pt x="283064" y="5517"/>
                    <a:pt x="273388" y="3153"/>
                  </a:cubicBezTo>
                  <a:cubicBezTo>
                    <a:pt x="263713" y="802"/>
                    <a:pt x="253169" y="0"/>
                    <a:pt x="243222" y="74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18" name="Text 16"/>
          <p:cNvSpPr txBox="1"/>
          <p:nvPr/>
        </p:nvSpPr>
        <p:spPr>
          <a:xfrm>
            <a:off x="4300423" y="33375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Light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00423" y="36118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White / Command Blue</a:t>
            </a:r>
            <a:endParaRPr lang="en-US" sz="1100" dirty="0"/>
          </a:p>
        </p:txBody>
      </p:sp>
      <p:sp>
        <p:nvSpPr>
          <p:cNvPr id="20" name="Background 03 Blue reversed"/>
          <p:cNvSpPr/>
          <p:nvPr/>
        </p:nvSpPr>
        <p:spPr>
          <a:xfrm>
            <a:off x="8052206" y="1691640"/>
            <a:ext cx="3547872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</p:spPr>
      </p:sp>
      <p:grpSp>
        <p:nvGrpSpPr>
          <p:cNvPr id="54" name="VCA symbol (Blue reversed)"/>
          <p:cNvGrpSpPr/>
          <p:nvPr/>
        </p:nvGrpSpPr>
        <p:grpSpPr>
          <a:xfrm>
            <a:off x="9254642" y="1968614"/>
            <a:ext cx="1143000" cy="1000532"/>
            <a:chOff x="9254642" y="1968614"/>
            <a:chExt cx="1143000" cy="1000532"/>
          </a:xfrm>
        </p:grpSpPr>
        <p:sp>
          <p:nvSpPr>
            <p:cNvPr id="21" name="Outer left wave"/>
            <p:cNvSpPr/>
            <p:nvPr/>
          </p:nvSpPr>
          <p:spPr>
            <a:xfrm>
              <a:off x="9254642" y="1968813"/>
              <a:ext cx="345440" cy="761027"/>
            </a:xfrm>
            <a:custGeom>
              <a:avLst/>
              <a:gdLst/>
              <a:ahLst/>
              <a:cxnLst/>
              <a:rect l="l" t="t" r="r" b="b"/>
              <a:pathLst>
                <a:path w="345440" h="761027">
                  <a:moveTo>
                    <a:pt x="98010" y="196"/>
                  </a:moveTo>
                  <a:cubicBezTo>
                    <a:pt x="88040" y="0"/>
                    <a:pt x="77550" y="1250"/>
                    <a:pt x="67997" y="4090"/>
                  </a:cubicBezTo>
                  <a:cubicBezTo>
                    <a:pt x="58444" y="6944"/>
                    <a:pt x="48878" y="11564"/>
                    <a:pt x="40711" y="17271"/>
                  </a:cubicBezTo>
                  <a:cubicBezTo>
                    <a:pt x="32558" y="22978"/>
                    <a:pt x="24949" y="30357"/>
                    <a:pt x="18997" y="38347"/>
                  </a:cubicBezTo>
                  <a:cubicBezTo>
                    <a:pt x="13045" y="46337"/>
                    <a:pt x="8140" y="55754"/>
                    <a:pt x="5001" y="65212"/>
                  </a:cubicBezTo>
                  <a:cubicBezTo>
                    <a:pt x="1862" y="74669"/>
                    <a:pt x="0" y="85173"/>
                    <a:pt x="136" y="95106"/>
                  </a:cubicBezTo>
                  <a:cubicBezTo>
                    <a:pt x="285" y="105040"/>
                    <a:pt x="3302" y="115054"/>
                    <a:pt x="5857" y="124811"/>
                  </a:cubicBezTo>
                  <a:cubicBezTo>
                    <a:pt x="8398" y="134568"/>
                    <a:pt x="12175" y="144066"/>
                    <a:pt x="15423" y="153660"/>
                  </a:cubicBezTo>
                  <a:cubicBezTo>
                    <a:pt x="18657" y="163267"/>
                    <a:pt x="22000" y="172833"/>
                    <a:pt x="25329" y="182399"/>
                  </a:cubicBezTo>
                  <a:cubicBezTo>
                    <a:pt x="28645" y="191966"/>
                    <a:pt x="32001" y="201532"/>
                    <a:pt x="35371" y="211085"/>
                  </a:cubicBezTo>
                  <a:cubicBezTo>
                    <a:pt x="38741" y="220651"/>
                    <a:pt x="42152" y="230177"/>
                    <a:pt x="45535" y="239730"/>
                  </a:cubicBezTo>
                  <a:cubicBezTo>
                    <a:pt x="48919" y="249282"/>
                    <a:pt x="52275" y="258849"/>
                    <a:pt x="55672" y="268388"/>
                  </a:cubicBezTo>
                  <a:cubicBezTo>
                    <a:pt x="59070" y="277941"/>
                    <a:pt x="62467" y="287480"/>
                    <a:pt x="65891" y="297019"/>
                  </a:cubicBezTo>
                  <a:cubicBezTo>
                    <a:pt x="69315" y="306545"/>
                    <a:pt x="72808" y="316057"/>
                    <a:pt x="76245" y="325596"/>
                  </a:cubicBezTo>
                  <a:cubicBezTo>
                    <a:pt x="79683" y="335121"/>
                    <a:pt x="83094" y="344674"/>
                    <a:pt x="86518" y="354200"/>
                  </a:cubicBezTo>
                  <a:cubicBezTo>
                    <a:pt x="89943" y="363739"/>
                    <a:pt x="93367" y="373278"/>
                    <a:pt x="96819" y="382804"/>
                  </a:cubicBezTo>
                  <a:cubicBezTo>
                    <a:pt x="100270" y="392329"/>
                    <a:pt x="103803" y="401828"/>
                    <a:pt x="107227" y="411353"/>
                  </a:cubicBezTo>
                  <a:cubicBezTo>
                    <a:pt x="110665" y="420892"/>
                    <a:pt x="113981" y="430459"/>
                    <a:pt x="117392" y="439998"/>
                  </a:cubicBezTo>
                  <a:cubicBezTo>
                    <a:pt x="120816" y="449537"/>
                    <a:pt x="124322" y="459049"/>
                    <a:pt x="127746" y="468575"/>
                  </a:cubicBezTo>
                  <a:cubicBezTo>
                    <a:pt x="131157" y="478114"/>
                    <a:pt x="134513" y="487680"/>
                    <a:pt x="137910" y="497219"/>
                  </a:cubicBezTo>
                  <a:cubicBezTo>
                    <a:pt x="141321" y="506759"/>
                    <a:pt x="144759" y="516298"/>
                    <a:pt x="148183" y="525823"/>
                  </a:cubicBezTo>
                  <a:cubicBezTo>
                    <a:pt x="151608" y="535363"/>
                    <a:pt x="155046" y="544902"/>
                    <a:pt x="158470" y="554441"/>
                  </a:cubicBezTo>
                  <a:cubicBezTo>
                    <a:pt x="161881" y="563966"/>
                    <a:pt x="165291" y="573519"/>
                    <a:pt x="168716" y="583045"/>
                  </a:cubicBezTo>
                  <a:cubicBezTo>
                    <a:pt x="172140" y="592584"/>
                    <a:pt x="175564" y="602123"/>
                    <a:pt x="179016" y="611649"/>
                  </a:cubicBezTo>
                  <a:cubicBezTo>
                    <a:pt x="182467" y="621174"/>
                    <a:pt x="185960" y="630686"/>
                    <a:pt x="189398" y="640212"/>
                  </a:cubicBezTo>
                  <a:cubicBezTo>
                    <a:pt x="192835" y="649751"/>
                    <a:pt x="196151" y="659318"/>
                    <a:pt x="199616" y="668843"/>
                  </a:cubicBezTo>
                  <a:cubicBezTo>
                    <a:pt x="203068" y="678369"/>
                    <a:pt x="206016" y="688125"/>
                    <a:pt x="210134" y="697352"/>
                  </a:cubicBezTo>
                  <a:cubicBezTo>
                    <a:pt x="214251" y="706579"/>
                    <a:pt x="218654" y="715914"/>
                    <a:pt x="224334" y="724203"/>
                  </a:cubicBezTo>
                  <a:cubicBezTo>
                    <a:pt x="230000" y="732478"/>
                    <a:pt x="236278" y="741216"/>
                    <a:pt x="244146" y="747072"/>
                  </a:cubicBezTo>
                  <a:cubicBezTo>
                    <a:pt x="252027" y="752929"/>
                    <a:pt x="262028" y="757644"/>
                    <a:pt x="271581" y="759329"/>
                  </a:cubicBezTo>
                  <a:cubicBezTo>
                    <a:pt x="281148" y="761028"/>
                    <a:pt x="292317" y="760267"/>
                    <a:pt x="301544" y="757223"/>
                  </a:cubicBezTo>
                  <a:cubicBezTo>
                    <a:pt x="310757" y="754179"/>
                    <a:pt x="320092" y="748051"/>
                    <a:pt x="326927" y="741080"/>
                  </a:cubicBezTo>
                  <a:cubicBezTo>
                    <a:pt x="333749" y="734095"/>
                    <a:pt x="339565" y="724611"/>
                    <a:pt x="342500" y="715316"/>
                  </a:cubicBezTo>
                  <a:cubicBezTo>
                    <a:pt x="345435" y="706021"/>
                    <a:pt x="345204" y="695273"/>
                    <a:pt x="344538" y="685312"/>
                  </a:cubicBezTo>
                  <a:cubicBezTo>
                    <a:pt x="343872" y="675352"/>
                    <a:pt x="340584" y="665446"/>
                    <a:pt x="338491" y="655526"/>
                  </a:cubicBezTo>
                  <a:cubicBezTo>
                    <a:pt x="336412" y="645607"/>
                    <a:pt x="334197" y="635728"/>
                    <a:pt x="332037" y="625822"/>
                  </a:cubicBezTo>
                  <a:cubicBezTo>
                    <a:pt x="329876" y="615929"/>
                    <a:pt x="327702" y="606023"/>
                    <a:pt x="325555" y="596131"/>
                  </a:cubicBezTo>
                  <a:cubicBezTo>
                    <a:pt x="323394" y="586225"/>
                    <a:pt x="321343" y="576305"/>
                    <a:pt x="319100" y="566426"/>
                  </a:cubicBezTo>
                  <a:cubicBezTo>
                    <a:pt x="316845" y="556547"/>
                    <a:pt x="314344" y="546723"/>
                    <a:pt x="312062" y="536857"/>
                  </a:cubicBezTo>
                  <a:cubicBezTo>
                    <a:pt x="309765" y="526978"/>
                    <a:pt x="307604" y="517086"/>
                    <a:pt x="305390" y="507207"/>
                  </a:cubicBezTo>
                  <a:cubicBezTo>
                    <a:pt x="303161" y="497315"/>
                    <a:pt x="300973" y="487422"/>
                    <a:pt x="298718" y="477543"/>
                  </a:cubicBezTo>
                  <a:cubicBezTo>
                    <a:pt x="296475" y="467664"/>
                    <a:pt x="294165" y="457799"/>
                    <a:pt x="291883" y="447934"/>
                  </a:cubicBezTo>
                  <a:cubicBezTo>
                    <a:pt x="289613" y="438055"/>
                    <a:pt x="287385" y="428176"/>
                    <a:pt x="285075" y="418311"/>
                  </a:cubicBezTo>
                  <a:cubicBezTo>
                    <a:pt x="282778" y="408445"/>
                    <a:pt x="280414" y="398580"/>
                    <a:pt x="278063" y="388728"/>
                  </a:cubicBezTo>
                  <a:cubicBezTo>
                    <a:pt x="275712" y="378877"/>
                    <a:pt x="273348" y="369025"/>
                    <a:pt x="270970" y="359173"/>
                  </a:cubicBezTo>
                  <a:cubicBezTo>
                    <a:pt x="268605" y="349321"/>
                    <a:pt x="266309" y="339456"/>
                    <a:pt x="263849" y="329618"/>
                  </a:cubicBezTo>
                  <a:cubicBezTo>
                    <a:pt x="261390" y="319793"/>
                    <a:pt x="258754" y="310010"/>
                    <a:pt x="256213" y="300199"/>
                  </a:cubicBezTo>
                  <a:cubicBezTo>
                    <a:pt x="253671" y="290388"/>
                    <a:pt x="251158" y="280577"/>
                    <a:pt x="248630" y="270766"/>
                  </a:cubicBezTo>
                  <a:cubicBezTo>
                    <a:pt x="246103" y="260955"/>
                    <a:pt x="243616" y="251130"/>
                    <a:pt x="241048" y="241333"/>
                  </a:cubicBezTo>
                  <a:cubicBezTo>
                    <a:pt x="238466" y="231536"/>
                    <a:pt x="235802" y="221765"/>
                    <a:pt x="233166" y="211982"/>
                  </a:cubicBezTo>
                  <a:cubicBezTo>
                    <a:pt x="230544" y="202184"/>
                    <a:pt x="227880" y="192414"/>
                    <a:pt x="225271" y="182617"/>
                  </a:cubicBezTo>
                  <a:cubicBezTo>
                    <a:pt x="222662" y="172833"/>
                    <a:pt x="220148" y="163022"/>
                    <a:pt x="217526" y="153225"/>
                  </a:cubicBezTo>
                  <a:cubicBezTo>
                    <a:pt x="214917" y="143441"/>
                    <a:pt x="212226" y="133671"/>
                    <a:pt x="209604" y="123887"/>
                  </a:cubicBezTo>
                  <a:cubicBezTo>
                    <a:pt x="206981" y="114103"/>
                    <a:pt x="204617" y="104224"/>
                    <a:pt x="201777" y="94509"/>
                  </a:cubicBezTo>
                  <a:cubicBezTo>
                    <a:pt x="198937" y="84793"/>
                    <a:pt x="196654" y="74751"/>
                    <a:pt x="192523" y="65606"/>
                  </a:cubicBezTo>
                  <a:cubicBezTo>
                    <a:pt x="188392" y="56461"/>
                    <a:pt x="183269" y="47411"/>
                    <a:pt x="177005" y="39611"/>
                  </a:cubicBezTo>
                  <a:cubicBezTo>
                    <a:pt x="170754" y="31797"/>
                    <a:pt x="163172" y="24514"/>
                    <a:pt x="154978" y="18793"/>
                  </a:cubicBezTo>
                  <a:cubicBezTo>
                    <a:pt x="146784" y="13059"/>
                    <a:pt x="137340" y="8371"/>
                    <a:pt x="127841" y="5272"/>
                  </a:cubicBezTo>
                  <a:cubicBezTo>
                    <a:pt x="118343" y="2174"/>
                    <a:pt x="107988" y="394"/>
                    <a:pt x="98014" y="190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22" name="Inner left wave"/>
            <p:cNvSpPr/>
            <p:nvPr/>
          </p:nvSpPr>
          <p:spPr>
            <a:xfrm>
              <a:off x="9543243" y="2175608"/>
              <a:ext cx="180179" cy="649531"/>
            </a:xfrm>
            <a:custGeom>
              <a:avLst/>
              <a:gdLst/>
              <a:ahLst/>
              <a:cxnLst/>
              <a:rect l="l" t="t" r="r" b="b"/>
              <a:pathLst>
                <a:path w="180179" h="649531">
                  <a:moveTo>
                    <a:pt x="65214" y="602"/>
                  </a:moveTo>
                  <a:cubicBezTo>
                    <a:pt x="55428" y="1209"/>
                    <a:pt x="44788" y="4457"/>
                    <a:pt x="36254" y="9322"/>
                  </a:cubicBezTo>
                  <a:cubicBezTo>
                    <a:pt x="27721" y="14200"/>
                    <a:pt x="19758" y="21782"/>
                    <a:pt x="14051" y="29827"/>
                  </a:cubicBezTo>
                  <a:cubicBezTo>
                    <a:pt x="8343" y="37871"/>
                    <a:pt x="4077" y="47927"/>
                    <a:pt x="2038" y="57588"/>
                  </a:cubicBezTo>
                  <a:cubicBezTo>
                    <a:pt x="0" y="67250"/>
                    <a:pt x="842" y="77767"/>
                    <a:pt x="1821" y="87782"/>
                  </a:cubicBezTo>
                  <a:cubicBezTo>
                    <a:pt x="2786" y="97797"/>
                    <a:pt x="5789" y="107717"/>
                    <a:pt x="7868" y="117663"/>
                  </a:cubicBezTo>
                  <a:cubicBezTo>
                    <a:pt x="9947" y="127610"/>
                    <a:pt x="12189" y="137516"/>
                    <a:pt x="14309" y="147463"/>
                  </a:cubicBezTo>
                  <a:cubicBezTo>
                    <a:pt x="16429" y="157396"/>
                    <a:pt x="18494" y="167343"/>
                    <a:pt x="20560" y="177290"/>
                  </a:cubicBezTo>
                  <a:cubicBezTo>
                    <a:pt x="22639" y="187237"/>
                    <a:pt x="24650" y="197197"/>
                    <a:pt x="26756" y="207144"/>
                  </a:cubicBezTo>
                  <a:cubicBezTo>
                    <a:pt x="28849" y="217077"/>
                    <a:pt x="31036" y="226997"/>
                    <a:pt x="33156" y="236944"/>
                  </a:cubicBezTo>
                  <a:cubicBezTo>
                    <a:pt x="35276" y="246877"/>
                    <a:pt x="37423" y="256810"/>
                    <a:pt x="39488" y="266757"/>
                  </a:cubicBezTo>
                  <a:cubicBezTo>
                    <a:pt x="41567" y="276704"/>
                    <a:pt x="43538" y="286678"/>
                    <a:pt x="45617" y="296625"/>
                  </a:cubicBezTo>
                  <a:cubicBezTo>
                    <a:pt x="47682" y="306572"/>
                    <a:pt x="49884" y="316491"/>
                    <a:pt x="51922" y="326438"/>
                  </a:cubicBezTo>
                  <a:cubicBezTo>
                    <a:pt x="53974" y="336399"/>
                    <a:pt x="55944" y="346359"/>
                    <a:pt x="57887" y="356333"/>
                  </a:cubicBezTo>
                  <a:cubicBezTo>
                    <a:pt x="59817" y="366307"/>
                    <a:pt x="61706" y="376295"/>
                    <a:pt x="63567" y="386282"/>
                  </a:cubicBezTo>
                  <a:cubicBezTo>
                    <a:pt x="65429" y="396270"/>
                    <a:pt x="67250" y="406271"/>
                    <a:pt x="69071" y="416272"/>
                  </a:cubicBezTo>
                  <a:cubicBezTo>
                    <a:pt x="70892" y="426260"/>
                    <a:pt x="72712" y="436261"/>
                    <a:pt x="74479" y="446262"/>
                  </a:cubicBezTo>
                  <a:cubicBezTo>
                    <a:pt x="76259" y="456277"/>
                    <a:pt x="77998" y="466292"/>
                    <a:pt x="79697" y="476307"/>
                  </a:cubicBezTo>
                  <a:cubicBezTo>
                    <a:pt x="81396" y="486321"/>
                    <a:pt x="83081" y="496336"/>
                    <a:pt x="84698" y="506378"/>
                  </a:cubicBezTo>
                  <a:cubicBezTo>
                    <a:pt x="86315" y="516406"/>
                    <a:pt x="87809" y="526448"/>
                    <a:pt x="89413" y="536490"/>
                  </a:cubicBezTo>
                  <a:cubicBezTo>
                    <a:pt x="91030" y="546519"/>
                    <a:pt x="92756" y="556534"/>
                    <a:pt x="94345" y="566575"/>
                  </a:cubicBezTo>
                  <a:cubicBezTo>
                    <a:pt x="95935" y="576604"/>
                    <a:pt x="97077" y="586741"/>
                    <a:pt x="98966" y="596701"/>
                  </a:cubicBezTo>
                  <a:cubicBezTo>
                    <a:pt x="100868" y="606662"/>
                    <a:pt x="100977" y="618022"/>
                    <a:pt x="105719" y="626311"/>
                  </a:cubicBezTo>
                  <a:cubicBezTo>
                    <a:pt x="110461" y="634600"/>
                    <a:pt x="118859" y="643365"/>
                    <a:pt x="127420" y="646449"/>
                  </a:cubicBezTo>
                  <a:cubicBezTo>
                    <a:pt x="135981" y="649534"/>
                    <a:pt x="148890" y="648800"/>
                    <a:pt x="157070" y="644791"/>
                  </a:cubicBezTo>
                  <a:cubicBezTo>
                    <a:pt x="165251" y="640796"/>
                    <a:pt x="172860" y="631189"/>
                    <a:pt x="176516" y="622425"/>
                  </a:cubicBezTo>
                  <a:cubicBezTo>
                    <a:pt x="180184" y="613660"/>
                    <a:pt x="178608" y="602327"/>
                    <a:pt x="179016" y="592217"/>
                  </a:cubicBezTo>
                  <a:cubicBezTo>
                    <a:pt x="179437" y="582094"/>
                    <a:pt x="179016" y="571889"/>
                    <a:pt x="179016" y="561724"/>
                  </a:cubicBezTo>
                  <a:cubicBezTo>
                    <a:pt x="179016" y="551560"/>
                    <a:pt x="179016" y="541409"/>
                    <a:pt x="179016" y="531245"/>
                  </a:cubicBezTo>
                  <a:cubicBezTo>
                    <a:pt x="179016" y="521081"/>
                    <a:pt x="179016" y="510917"/>
                    <a:pt x="179016" y="500752"/>
                  </a:cubicBezTo>
                  <a:cubicBezTo>
                    <a:pt x="179016" y="490602"/>
                    <a:pt x="179016" y="480438"/>
                    <a:pt x="179016" y="470273"/>
                  </a:cubicBezTo>
                  <a:cubicBezTo>
                    <a:pt x="179016" y="460109"/>
                    <a:pt x="179016" y="449945"/>
                    <a:pt x="179016" y="439781"/>
                  </a:cubicBezTo>
                  <a:cubicBezTo>
                    <a:pt x="179016" y="429630"/>
                    <a:pt x="179016" y="419466"/>
                    <a:pt x="179016" y="409301"/>
                  </a:cubicBezTo>
                  <a:cubicBezTo>
                    <a:pt x="179016" y="399137"/>
                    <a:pt x="179016" y="388973"/>
                    <a:pt x="179016" y="378822"/>
                  </a:cubicBezTo>
                  <a:cubicBezTo>
                    <a:pt x="179016" y="368658"/>
                    <a:pt x="179016" y="358494"/>
                    <a:pt x="179016" y="348329"/>
                  </a:cubicBezTo>
                  <a:cubicBezTo>
                    <a:pt x="179016" y="338165"/>
                    <a:pt x="179016" y="328015"/>
                    <a:pt x="179016" y="317850"/>
                  </a:cubicBezTo>
                  <a:cubicBezTo>
                    <a:pt x="179016" y="307686"/>
                    <a:pt x="179016" y="297522"/>
                    <a:pt x="179016" y="287358"/>
                  </a:cubicBezTo>
                  <a:cubicBezTo>
                    <a:pt x="179016" y="277207"/>
                    <a:pt x="179288" y="267029"/>
                    <a:pt x="179016" y="256878"/>
                  </a:cubicBezTo>
                  <a:cubicBezTo>
                    <a:pt x="178744" y="246728"/>
                    <a:pt x="178554" y="236536"/>
                    <a:pt x="177372" y="226467"/>
                  </a:cubicBezTo>
                  <a:cubicBezTo>
                    <a:pt x="176176" y="216398"/>
                    <a:pt x="173934" y="206438"/>
                    <a:pt x="171882" y="196491"/>
                  </a:cubicBezTo>
                  <a:cubicBezTo>
                    <a:pt x="169830" y="186544"/>
                    <a:pt x="167343" y="176679"/>
                    <a:pt x="165060" y="166773"/>
                  </a:cubicBezTo>
                  <a:cubicBezTo>
                    <a:pt x="162764" y="156880"/>
                    <a:pt x="160440" y="146988"/>
                    <a:pt x="158157" y="137082"/>
                  </a:cubicBezTo>
                  <a:cubicBezTo>
                    <a:pt x="155875" y="127189"/>
                    <a:pt x="153632" y="117269"/>
                    <a:pt x="151350" y="107363"/>
                  </a:cubicBezTo>
                  <a:cubicBezTo>
                    <a:pt x="149067" y="97471"/>
                    <a:pt x="146947" y="87510"/>
                    <a:pt x="144460" y="77672"/>
                  </a:cubicBezTo>
                  <a:cubicBezTo>
                    <a:pt x="141987" y="67834"/>
                    <a:pt x="140560" y="57439"/>
                    <a:pt x="136456" y="48321"/>
                  </a:cubicBezTo>
                  <a:cubicBezTo>
                    <a:pt x="132353" y="39203"/>
                    <a:pt x="126754" y="30044"/>
                    <a:pt x="119838" y="22938"/>
                  </a:cubicBezTo>
                  <a:cubicBezTo>
                    <a:pt x="112935" y="15844"/>
                    <a:pt x="104102" y="9430"/>
                    <a:pt x="94984" y="5707"/>
                  </a:cubicBezTo>
                  <a:cubicBezTo>
                    <a:pt x="85880" y="1984"/>
                    <a:pt x="75009" y="0"/>
                    <a:pt x="65212" y="598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23" name="Center wave"/>
            <p:cNvSpPr/>
            <p:nvPr/>
          </p:nvSpPr>
          <p:spPr>
            <a:xfrm>
              <a:off x="9750640" y="2417419"/>
              <a:ext cx="150288" cy="551727"/>
            </a:xfrm>
            <a:custGeom>
              <a:avLst/>
              <a:gdLst/>
              <a:ahLst/>
              <a:cxnLst/>
              <a:rect l="l" t="t" r="r" b="b"/>
              <a:pathLst>
                <a:path w="150288" h="551727">
                  <a:moveTo>
                    <a:pt x="69798" y="685"/>
                  </a:moveTo>
                  <a:cubicBezTo>
                    <a:pt x="60021" y="1372"/>
                    <a:pt x="49585" y="4308"/>
                    <a:pt x="40902" y="8860"/>
                  </a:cubicBezTo>
                  <a:cubicBezTo>
                    <a:pt x="32219" y="13412"/>
                    <a:pt x="23875" y="20356"/>
                    <a:pt x="17719" y="27992"/>
                  </a:cubicBezTo>
                  <a:cubicBezTo>
                    <a:pt x="11564" y="35616"/>
                    <a:pt x="6726" y="45236"/>
                    <a:pt x="3968" y="54680"/>
                  </a:cubicBezTo>
                  <a:cubicBezTo>
                    <a:pt x="1209" y="64124"/>
                    <a:pt x="1644" y="74615"/>
                    <a:pt x="1182" y="84643"/>
                  </a:cubicBezTo>
                  <a:cubicBezTo>
                    <a:pt x="707" y="94685"/>
                    <a:pt x="1182" y="104795"/>
                    <a:pt x="1182" y="114878"/>
                  </a:cubicBezTo>
                  <a:cubicBezTo>
                    <a:pt x="1182" y="124947"/>
                    <a:pt x="1182" y="135030"/>
                    <a:pt x="1182" y="145099"/>
                  </a:cubicBezTo>
                  <a:cubicBezTo>
                    <a:pt x="1182" y="155168"/>
                    <a:pt x="1182" y="165251"/>
                    <a:pt x="1182" y="175320"/>
                  </a:cubicBezTo>
                  <a:cubicBezTo>
                    <a:pt x="1182" y="185402"/>
                    <a:pt x="1182" y="195472"/>
                    <a:pt x="1182" y="205554"/>
                  </a:cubicBezTo>
                  <a:cubicBezTo>
                    <a:pt x="1182" y="215623"/>
                    <a:pt x="1182" y="225706"/>
                    <a:pt x="1182" y="235775"/>
                  </a:cubicBezTo>
                  <a:cubicBezTo>
                    <a:pt x="1182" y="245844"/>
                    <a:pt x="1182" y="255927"/>
                    <a:pt x="1182" y="265996"/>
                  </a:cubicBezTo>
                  <a:cubicBezTo>
                    <a:pt x="1182" y="276079"/>
                    <a:pt x="1182" y="286148"/>
                    <a:pt x="1182" y="296231"/>
                  </a:cubicBezTo>
                  <a:cubicBezTo>
                    <a:pt x="1182" y="306300"/>
                    <a:pt x="1182" y="316383"/>
                    <a:pt x="1182" y="326452"/>
                  </a:cubicBezTo>
                  <a:cubicBezTo>
                    <a:pt x="1182" y="336521"/>
                    <a:pt x="1182" y="346604"/>
                    <a:pt x="1182" y="356673"/>
                  </a:cubicBezTo>
                  <a:cubicBezTo>
                    <a:pt x="1182" y="366756"/>
                    <a:pt x="1182" y="376825"/>
                    <a:pt x="1182" y="386907"/>
                  </a:cubicBezTo>
                  <a:cubicBezTo>
                    <a:pt x="1182" y="396977"/>
                    <a:pt x="1182" y="407059"/>
                    <a:pt x="1182" y="417128"/>
                  </a:cubicBezTo>
                  <a:cubicBezTo>
                    <a:pt x="1182" y="427198"/>
                    <a:pt x="1182" y="437280"/>
                    <a:pt x="1182" y="447349"/>
                  </a:cubicBezTo>
                  <a:cubicBezTo>
                    <a:pt x="1169" y="457432"/>
                    <a:pt x="0" y="467651"/>
                    <a:pt x="1101" y="477570"/>
                  </a:cubicBezTo>
                  <a:cubicBezTo>
                    <a:pt x="2215" y="487490"/>
                    <a:pt x="3818" y="497885"/>
                    <a:pt x="7813" y="506867"/>
                  </a:cubicBezTo>
                  <a:cubicBezTo>
                    <a:pt x="11795" y="515849"/>
                    <a:pt x="17883" y="524736"/>
                    <a:pt x="25030" y="531449"/>
                  </a:cubicBezTo>
                  <a:cubicBezTo>
                    <a:pt x="32164" y="538148"/>
                    <a:pt x="41404" y="543855"/>
                    <a:pt x="50631" y="547117"/>
                  </a:cubicBezTo>
                  <a:cubicBezTo>
                    <a:pt x="59871" y="550364"/>
                    <a:pt x="70647" y="551723"/>
                    <a:pt x="80431" y="550989"/>
                  </a:cubicBezTo>
                  <a:cubicBezTo>
                    <a:pt x="90201" y="550256"/>
                    <a:pt x="100623" y="547280"/>
                    <a:pt x="109279" y="542700"/>
                  </a:cubicBezTo>
                  <a:cubicBezTo>
                    <a:pt x="117922" y="538121"/>
                    <a:pt x="126197" y="531137"/>
                    <a:pt x="132326" y="523486"/>
                  </a:cubicBezTo>
                  <a:cubicBezTo>
                    <a:pt x="138454" y="515849"/>
                    <a:pt x="143305" y="506242"/>
                    <a:pt x="146077" y="496812"/>
                  </a:cubicBezTo>
                  <a:cubicBezTo>
                    <a:pt x="148836" y="487368"/>
                    <a:pt x="148469" y="476891"/>
                    <a:pt x="148958" y="466863"/>
                  </a:cubicBezTo>
                  <a:cubicBezTo>
                    <a:pt x="149434" y="456834"/>
                    <a:pt x="148958" y="446711"/>
                    <a:pt x="148958" y="436642"/>
                  </a:cubicBezTo>
                  <a:cubicBezTo>
                    <a:pt x="148958" y="426559"/>
                    <a:pt x="148904" y="416490"/>
                    <a:pt x="148958" y="406421"/>
                  </a:cubicBezTo>
                  <a:cubicBezTo>
                    <a:pt x="148999" y="396338"/>
                    <a:pt x="149189" y="386269"/>
                    <a:pt x="149243" y="376200"/>
                  </a:cubicBezTo>
                  <a:cubicBezTo>
                    <a:pt x="149284" y="366117"/>
                    <a:pt x="149243" y="356048"/>
                    <a:pt x="149243" y="345979"/>
                  </a:cubicBezTo>
                  <a:cubicBezTo>
                    <a:pt x="149243" y="335909"/>
                    <a:pt x="149270" y="325840"/>
                    <a:pt x="149216" y="315758"/>
                  </a:cubicBezTo>
                  <a:cubicBezTo>
                    <a:pt x="149175" y="305689"/>
                    <a:pt x="148985" y="295619"/>
                    <a:pt x="148958" y="285550"/>
                  </a:cubicBezTo>
                  <a:cubicBezTo>
                    <a:pt x="148917" y="275468"/>
                    <a:pt x="149012" y="265398"/>
                    <a:pt x="149026" y="255329"/>
                  </a:cubicBezTo>
                  <a:cubicBezTo>
                    <a:pt x="149053" y="245260"/>
                    <a:pt x="149067" y="235177"/>
                    <a:pt x="149053" y="225108"/>
                  </a:cubicBezTo>
                  <a:cubicBezTo>
                    <a:pt x="149039" y="215039"/>
                    <a:pt x="148917" y="204970"/>
                    <a:pt x="148958" y="194887"/>
                  </a:cubicBezTo>
                  <a:cubicBezTo>
                    <a:pt x="148985" y="184818"/>
                    <a:pt x="149175" y="174749"/>
                    <a:pt x="149230" y="164666"/>
                  </a:cubicBezTo>
                  <a:cubicBezTo>
                    <a:pt x="149284" y="154597"/>
                    <a:pt x="149338" y="144528"/>
                    <a:pt x="149298" y="134459"/>
                  </a:cubicBezTo>
                  <a:cubicBezTo>
                    <a:pt x="149243" y="124376"/>
                    <a:pt x="148972" y="114307"/>
                    <a:pt x="148958" y="104238"/>
                  </a:cubicBezTo>
                  <a:cubicBezTo>
                    <a:pt x="148958" y="94155"/>
                    <a:pt x="150290" y="83923"/>
                    <a:pt x="149243" y="74017"/>
                  </a:cubicBezTo>
                  <a:cubicBezTo>
                    <a:pt x="148197" y="64097"/>
                    <a:pt x="146689" y="53661"/>
                    <a:pt x="142680" y="44734"/>
                  </a:cubicBezTo>
                  <a:cubicBezTo>
                    <a:pt x="138658" y="35806"/>
                    <a:pt x="132339" y="27068"/>
                    <a:pt x="125151" y="20410"/>
                  </a:cubicBezTo>
                  <a:cubicBezTo>
                    <a:pt x="117962" y="13752"/>
                    <a:pt x="108790" y="8044"/>
                    <a:pt x="99563" y="4756"/>
                  </a:cubicBezTo>
                  <a:cubicBezTo>
                    <a:pt x="90350" y="1468"/>
                    <a:pt x="79575" y="0"/>
                    <a:pt x="69804" y="679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24" name="Inner right wave"/>
            <p:cNvSpPr/>
            <p:nvPr/>
          </p:nvSpPr>
          <p:spPr>
            <a:xfrm>
              <a:off x="9928384" y="2175721"/>
              <a:ext cx="180061" cy="649521"/>
            </a:xfrm>
            <a:custGeom>
              <a:avLst/>
              <a:gdLst/>
              <a:ahLst/>
              <a:cxnLst/>
              <a:rect l="l" t="t" r="r" b="b"/>
              <a:pathLst>
                <a:path w="180061" h="649521">
                  <a:moveTo>
                    <a:pt x="105056" y="912"/>
                  </a:moveTo>
                  <a:cubicBezTo>
                    <a:pt x="95297" y="1821"/>
                    <a:pt x="84874" y="5422"/>
                    <a:pt x="76368" y="10409"/>
                  </a:cubicBezTo>
                  <a:cubicBezTo>
                    <a:pt x="67861" y="15396"/>
                    <a:pt x="59980" y="22924"/>
                    <a:pt x="54015" y="30860"/>
                  </a:cubicBezTo>
                  <a:cubicBezTo>
                    <a:pt x="48049" y="38782"/>
                    <a:pt x="43945" y="48511"/>
                    <a:pt x="40575" y="57982"/>
                  </a:cubicBezTo>
                  <a:cubicBezTo>
                    <a:pt x="37192" y="67454"/>
                    <a:pt x="36050" y="77795"/>
                    <a:pt x="33781" y="87687"/>
                  </a:cubicBezTo>
                  <a:cubicBezTo>
                    <a:pt x="31512" y="97580"/>
                    <a:pt x="29215" y="107486"/>
                    <a:pt x="26933" y="117378"/>
                  </a:cubicBezTo>
                  <a:cubicBezTo>
                    <a:pt x="24636" y="127271"/>
                    <a:pt x="22326" y="137163"/>
                    <a:pt x="20016" y="147056"/>
                  </a:cubicBezTo>
                  <a:cubicBezTo>
                    <a:pt x="17692" y="156948"/>
                    <a:pt x="15287" y="166813"/>
                    <a:pt x="13018" y="176719"/>
                  </a:cubicBezTo>
                  <a:cubicBezTo>
                    <a:pt x="10735" y="186612"/>
                    <a:pt x="8235" y="196477"/>
                    <a:pt x="6359" y="206451"/>
                  </a:cubicBezTo>
                  <a:cubicBezTo>
                    <a:pt x="4484" y="216425"/>
                    <a:pt x="2609" y="226467"/>
                    <a:pt x="1739" y="236550"/>
                  </a:cubicBezTo>
                  <a:cubicBezTo>
                    <a:pt x="870" y="246646"/>
                    <a:pt x="1209" y="256851"/>
                    <a:pt x="1101" y="267002"/>
                  </a:cubicBezTo>
                  <a:cubicBezTo>
                    <a:pt x="992" y="277153"/>
                    <a:pt x="1101" y="287317"/>
                    <a:pt x="1101" y="297481"/>
                  </a:cubicBezTo>
                  <a:cubicBezTo>
                    <a:pt x="1101" y="307632"/>
                    <a:pt x="1101" y="317796"/>
                    <a:pt x="1101" y="327947"/>
                  </a:cubicBezTo>
                  <a:cubicBezTo>
                    <a:pt x="1101" y="338111"/>
                    <a:pt x="1101" y="348262"/>
                    <a:pt x="1101" y="358426"/>
                  </a:cubicBezTo>
                  <a:cubicBezTo>
                    <a:pt x="1101" y="368576"/>
                    <a:pt x="1101" y="378741"/>
                    <a:pt x="1101" y="388891"/>
                  </a:cubicBezTo>
                  <a:cubicBezTo>
                    <a:pt x="1101" y="399056"/>
                    <a:pt x="1101" y="409206"/>
                    <a:pt x="1101" y="419371"/>
                  </a:cubicBezTo>
                  <a:cubicBezTo>
                    <a:pt x="1101" y="429521"/>
                    <a:pt x="1101" y="439685"/>
                    <a:pt x="1101" y="449836"/>
                  </a:cubicBezTo>
                  <a:cubicBezTo>
                    <a:pt x="1101" y="460000"/>
                    <a:pt x="1101" y="470151"/>
                    <a:pt x="1101" y="480315"/>
                  </a:cubicBezTo>
                  <a:cubicBezTo>
                    <a:pt x="1101" y="490466"/>
                    <a:pt x="1101" y="500630"/>
                    <a:pt x="1101" y="510781"/>
                  </a:cubicBezTo>
                  <a:cubicBezTo>
                    <a:pt x="1101" y="520945"/>
                    <a:pt x="1101" y="531096"/>
                    <a:pt x="1101" y="541260"/>
                  </a:cubicBezTo>
                  <a:cubicBezTo>
                    <a:pt x="1101" y="551411"/>
                    <a:pt x="1101" y="561575"/>
                    <a:pt x="1101" y="571726"/>
                  </a:cubicBezTo>
                  <a:cubicBezTo>
                    <a:pt x="1101" y="581890"/>
                    <a:pt x="0" y="592258"/>
                    <a:pt x="1101" y="602205"/>
                  </a:cubicBezTo>
                  <a:cubicBezTo>
                    <a:pt x="2201" y="612152"/>
                    <a:pt x="2514" y="623824"/>
                    <a:pt x="7718" y="631420"/>
                  </a:cubicBezTo>
                  <a:cubicBezTo>
                    <a:pt x="12936" y="639030"/>
                    <a:pt x="23440" y="646109"/>
                    <a:pt x="32382" y="647808"/>
                  </a:cubicBezTo>
                  <a:cubicBezTo>
                    <a:pt x="41336" y="649520"/>
                    <a:pt x="53919" y="646911"/>
                    <a:pt x="61407" y="641680"/>
                  </a:cubicBezTo>
                  <a:cubicBezTo>
                    <a:pt x="68880" y="636448"/>
                    <a:pt x="73800" y="625645"/>
                    <a:pt x="77278" y="616418"/>
                  </a:cubicBezTo>
                  <a:cubicBezTo>
                    <a:pt x="80743" y="607205"/>
                    <a:pt x="80594" y="596389"/>
                    <a:pt x="82224" y="586360"/>
                  </a:cubicBezTo>
                  <a:cubicBezTo>
                    <a:pt x="83855" y="576346"/>
                    <a:pt x="85472" y="566304"/>
                    <a:pt x="87076" y="556275"/>
                  </a:cubicBezTo>
                  <a:cubicBezTo>
                    <a:pt x="88679" y="546247"/>
                    <a:pt x="90242" y="536219"/>
                    <a:pt x="91859" y="526190"/>
                  </a:cubicBezTo>
                  <a:cubicBezTo>
                    <a:pt x="93476" y="516162"/>
                    <a:pt x="95120" y="506134"/>
                    <a:pt x="96805" y="496119"/>
                  </a:cubicBezTo>
                  <a:cubicBezTo>
                    <a:pt x="98490" y="486104"/>
                    <a:pt x="100229" y="476103"/>
                    <a:pt x="101996" y="466088"/>
                  </a:cubicBezTo>
                  <a:cubicBezTo>
                    <a:pt x="103762" y="456087"/>
                    <a:pt x="105610" y="446099"/>
                    <a:pt x="107390" y="436098"/>
                  </a:cubicBezTo>
                  <a:cubicBezTo>
                    <a:pt x="109157" y="426097"/>
                    <a:pt x="110828" y="416082"/>
                    <a:pt x="112663" y="406094"/>
                  </a:cubicBezTo>
                  <a:cubicBezTo>
                    <a:pt x="114484" y="396107"/>
                    <a:pt x="116454" y="386133"/>
                    <a:pt x="118356" y="376159"/>
                  </a:cubicBezTo>
                  <a:cubicBezTo>
                    <a:pt x="120272" y="366185"/>
                    <a:pt x="122107" y="356197"/>
                    <a:pt x="124091" y="346237"/>
                  </a:cubicBezTo>
                  <a:cubicBezTo>
                    <a:pt x="126075" y="336263"/>
                    <a:pt x="128195" y="326330"/>
                    <a:pt x="130246" y="316383"/>
                  </a:cubicBezTo>
                  <a:cubicBezTo>
                    <a:pt x="132298" y="306436"/>
                    <a:pt x="134269" y="296475"/>
                    <a:pt x="136388" y="286542"/>
                  </a:cubicBezTo>
                  <a:cubicBezTo>
                    <a:pt x="138495" y="276609"/>
                    <a:pt x="140737" y="266703"/>
                    <a:pt x="142911" y="256783"/>
                  </a:cubicBezTo>
                  <a:cubicBezTo>
                    <a:pt x="145085" y="246864"/>
                    <a:pt x="147314" y="236944"/>
                    <a:pt x="149447" y="227011"/>
                  </a:cubicBezTo>
                  <a:cubicBezTo>
                    <a:pt x="151567" y="217077"/>
                    <a:pt x="153578" y="207131"/>
                    <a:pt x="155657" y="197184"/>
                  </a:cubicBezTo>
                  <a:cubicBezTo>
                    <a:pt x="157736" y="187237"/>
                    <a:pt x="159842" y="177304"/>
                    <a:pt x="161935" y="167370"/>
                  </a:cubicBezTo>
                  <a:cubicBezTo>
                    <a:pt x="164028" y="157424"/>
                    <a:pt x="166134" y="147490"/>
                    <a:pt x="168240" y="137557"/>
                  </a:cubicBezTo>
                  <a:cubicBezTo>
                    <a:pt x="170346" y="127610"/>
                    <a:pt x="172616" y="117704"/>
                    <a:pt x="174559" y="107744"/>
                  </a:cubicBezTo>
                  <a:cubicBezTo>
                    <a:pt x="176502" y="97783"/>
                    <a:pt x="179736" y="87741"/>
                    <a:pt x="179899" y="77754"/>
                  </a:cubicBezTo>
                  <a:cubicBezTo>
                    <a:pt x="180062" y="67766"/>
                    <a:pt x="178839" y="57140"/>
                    <a:pt x="175510" y="47818"/>
                  </a:cubicBezTo>
                  <a:cubicBezTo>
                    <a:pt x="172194" y="38510"/>
                    <a:pt x="166745" y="29025"/>
                    <a:pt x="159978" y="21878"/>
                  </a:cubicBezTo>
                  <a:cubicBezTo>
                    <a:pt x="153211" y="14730"/>
                    <a:pt x="144093" y="8439"/>
                    <a:pt x="134935" y="4946"/>
                  </a:cubicBezTo>
                  <a:cubicBezTo>
                    <a:pt x="125776" y="1440"/>
                    <a:pt x="114823" y="0"/>
                    <a:pt x="105053" y="910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25" name="Outer right wave"/>
            <p:cNvSpPr/>
            <p:nvPr/>
          </p:nvSpPr>
          <p:spPr>
            <a:xfrm>
              <a:off x="10051799" y="1968614"/>
              <a:ext cx="345843" cy="760894"/>
            </a:xfrm>
            <a:custGeom>
              <a:avLst/>
              <a:gdLst/>
              <a:ahLst/>
              <a:cxnLst/>
              <a:rect l="l" t="t" r="r" b="b"/>
              <a:pathLst>
                <a:path w="345843" h="760894">
                  <a:moveTo>
                    <a:pt x="243221" y="743"/>
                  </a:moveTo>
                  <a:cubicBezTo>
                    <a:pt x="233275" y="1481"/>
                    <a:pt x="223043" y="3995"/>
                    <a:pt x="213735" y="7610"/>
                  </a:cubicBezTo>
                  <a:cubicBezTo>
                    <a:pt x="204426" y="11238"/>
                    <a:pt x="195281" y="16374"/>
                    <a:pt x="187346" y="22435"/>
                  </a:cubicBezTo>
                  <a:cubicBezTo>
                    <a:pt x="179410" y="28509"/>
                    <a:pt x="172113" y="36023"/>
                    <a:pt x="166134" y="44041"/>
                  </a:cubicBezTo>
                  <a:cubicBezTo>
                    <a:pt x="160155" y="52058"/>
                    <a:pt x="155358" y="61284"/>
                    <a:pt x="151458" y="70538"/>
                  </a:cubicBezTo>
                  <a:cubicBezTo>
                    <a:pt x="147558" y="79806"/>
                    <a:pt x="145493" y="89888"/>
                    <a:pt x="142734" y="99618"/>
                  </a:cubicBezTo>
                  <a:cubicBezTo>
                    <a:pt x="139976" y="109361"/>
                    <a:pt x="137530" y="119199"/>
                    <a:pt x="134921" y="128983"/>
                  </a:cubicBezTo>
                  <a:cubicBezTo>
                    <a:pt x="132326" y="138780"/>
                    <a:pt x="129717" y="148564"/>
                    <a:pt x="127108" y="158348"/>
                  </a:cubicBezTo>
                  <a:cubicBezTo>
                    <a:pt x="124498" y="168131"/>
                    <a:pt x="121903" y="177929"/>
                    <a:pt x="119280" y="187713"/>
                  </a:cubicBezTo>
                  <a:cubicBezTo>
                    <a:pt x="116644" y="197496"/>
                    <a:pt x="113954" y="207253"/>
                    <a:pt x="111345" y="217037"/>
                  </a:cubicBezTo>
                  <a:cubicBezTo>
                    <a:pt x="108736" y="226820"/>
                    <a:pt x="106168" y="236631"/>
                    <a:pt x="103613" y="246429"/>
                  </a:cubicBezTo>
                  <a:cubicBezTo>
                    <a:pt x="101072" y="256226"/>
                    <a:pt x="98585" y="266051"/>
                    <a:pt x="96058" y="275862"/>
                  </a:cubicBezTo>
                  <a:cubicBezTo>
                    <a:pt x="93530" y="285673"/>
                    <a:pt x="90989" y="295470"/>
                    <a:pt x="88475" y="305281"/>
                  </a:cubicBezTo>
                  <a:cubicBezTo>
                    <a:pt x="85975" y="315092"/>
                    <a:pt x="83475" y="324916"/>
                    <a:pt x="81042" y="334741"/>
                  </a:cubicBezTo>
                  <a:cubicBezTo>
                    <a:pt x="78596" y="344579"/>
                    <a:pt x="76259" y="354431"/>
                    <a:pt x="73854" y="364269"/>
                  </a:cubicBezTo>
                  <a:cubicBezTo>
                    <a:pt x="71449" y="374107"/>
                    <a:pt x="68948" y="383918"/>
                    <a:pt x="66584" y="393770"/>
                  </a:cubicBezTo>
                  <a:cubicBezTo>
                    <a:pt x="64220" y="403621"/>
                    <a:pt x="61950" y="413487"/>
                    <a:pt x="59695" y="423366"/>
                  </a:cubicBezTo>
                  <a:cubicBezTo>
                    <a:pt x="57425" y="433231"/>
                    <a:pt x="55251" y="443123"/>
                    <a:pt x="52995" y="453002"/>
                  </a:cubicBezTo>
                  <a:cubicBezTo>
                    <a:pt x="50740" y="462881"/>
                    <a:pt x="48443" y="472733"/>
                    <a:pt x="46160" y="482612"/>
                  </a:cubicBezTo>
                  <a:cubicBezTo>
                    <a:pt x="43877" y="492477"/>
                    <a:pt x="41567" y="502342"/>
                    <a:pt x="39312" y="512208"/>
                  </a:cubicBezTo>
                  <a:cubicBezTo>
                    <a:pt x="37042" y="522087"/>
                    <a:pt x="34814" y="531965"/>
                    <a:pt x="32599" y="541844"/>
                  </a:cubicBezTo>
                  <a:cubicBezTo>
                    <a:pt x="30370" y="551723"/>
                    <a:pt x="28183" y="561616"/>
                    <a:pt x="25954" y="571495"/>
                  </a:cubicBezTo>
                  <a:cubicBezTo>
                    <a:pt x="23739" y="581373"/>
                    <a:pt x="21470" y="591252"/>
                    <a:pt x="19269" y="601131"/>
                  </a:cubicBezTo>
                  <a:cubicBezTo>
                    <a:pt x="17067" y="611024"/>
                    <a:pt x="14934" y="620930"/>
                    <a:pt x="12760" y="630822"/>
                  </a:cubicBezTo>
                  <a:cubicBezTo>
                    <a:pt x="10585" y="640701"/>
                    <a:pt x="8289" y="650580"/>
                    <a:pt x="6210" y="660486"/>
                  </a:cubicBezTo>
                  <a:cubicBezTo>
                    <a:pt x="4117" y="670392"/>
                    <a:pt x="503" y="680339"/>
                    <a:pt x="245" y="690259"/>
                  </a:cubicBezTo>
                  <a:cubicBezTo>
                    <a:pt x="0" y="700192"/>
                    <a:pt x="1060" y="711022"/>
                    <a:pt x="4702" y="720086"/>
                  </a:cubicBezTo>
                  <a:cubicBezTo>
                    <a:pt x="8343" y="729149"/>
                    <a:pt x="14757" y="738226"/>
                    <a:pt x="22081" y="744640"/>
                  </a:cubicBezTo>
                  <a:cubicBezTo>
                    <a:pt x="29419" y="751054"/>
                    <a:pt x="39271" y="756286"/>
                    <a:pt x="48701" y="758596"/>
                  </a:cubicBezTo>
                  <a:cubicBezTo>
                    <a:pt x="58145" y="760892"/>
                    <a:pt x="69329" y="760878"/>
                    <a:pt x="78732" y="758460"/>
                  </a:cubicBezTo>
                  <a:cubicBezTo>
                    <a:pt x="88135" y="756027"/>
                    <a:pt x="97607" y="750429"/>
                    <a:pt x="105108" y="744056"/>
                  </a:cubicBezTo>
                  <a:cubicBezTo>
                    <a:pt x="112622" y="737683"/>
                    <a:pt x="118452" y="728728"/>
                    <a:pt x="123792" y="720208"/>
                  </a:cubicBezTo>
                  <a:cubicBezTo>
                    <a:pt x="129146" y="711701"/>
                    <a:pt x="133263" y="702285"/>
                    <a:pt x="137231" y="692990"/>
                  </a:cubicBezTo>
                  <a:cubicBezTo>
                    <a:pt x="141199" y="683695"/>
                    <a:pt x="144134" y="673939"/>
                    <a:pt x="147585" y="664427"/>
                  </a:cubicBezTo>
                  <a:cubicBezTo>
                    <a:pt x="151051" y="654915"/>
                    <a:pt x="154556" y="645403"/>
                    <a:pt x="158008" y="635877"/>
                  </a:cubicBezTo>
                  <a:cubicBezTo>
                    <a:pt x="161459" y="626365"/>
                    <a:pt x="164884" y="616826"/>
                    <a:pt x="168322" y="607300"/>
                  </a:cubicBezTo>
                  <a:cubicBezTo>
                    <a:pt x="171760" y="597775"/>
                    <a:pt x="175211" y="588249"/>
                    <a:pt x="178635" y="578724"/>
                  </a:cubicBezTo>
                  <a:cubicBezTo>
                    <a:pt x="182060" y="569185"/>
                    <a:pt x="185443" y="559645"/>
                    <a:pt x="188868" y="550106"/>
                  </a:cubicBezTo>
                  <a:cubicBezTo>
                    <a:pt x="192278" y="540567"/>
                    <a:pt x="195703" y="531041"/>
                    <a:pt x="199113" y="521502"/>
                  </a:cubicBezTo>
                  <a:cubicBezTo>
                    <a:pt x="202538" y="511977"/>
                    <a:pt x="205962" y="502437"/>
                    <a:pt x="209373" y="492898"/>
                  </a:cubicBezTo>
                  <a:cubicBezTo>
                    <a:pt x="212783" y="483373"/>
                    <a:pt x="216167" y="473820"/>
                    <a:pt x="219591" y="464294"/>
                  </a:cubicBezTo>
                  <a:cubicBezTo>
                    <a:pt x="223016" y="454755"/>
                    <a:pt x="226494" y="445243"/>
                    <a:pt x="229932" y="435718"/>
                  </a:cubicBezTo>
                  <a:cubicBezTo>
                    <a:pt x="233370" y="426192"/>
                    <a:pt x="236794" y="416653"/>
                    <a:pt x="240205" y="407127"/>
                  </a:cubicBezTo>
                  <a:cubicBezTo>
                    <a:pt x="243630" y="397588"/>
                    <a:pt x="247067" y="388062"/>
                    <a:pt x="250478" y="378523"/>
                  </a:cubicBezTo>
                  <a:cubicBezTo>
                    <a:pt x="253889" y="368984"/>
                    <a:pt x="257272" y="359445"/>
                    <a:pt x="260683" y="349906"/>
                  </a:cubicBezTo>
                  <a:cubicBezTo>
                    <a:pt x="264094" y="340367"/>
                    <a:pt x="267545" y="330841"/>
                    <a:pt x="270970" y="321315"/>
                  </a:cubicBezTo>
                  <a:cubicBezTo>
                    <a:pt x="274394" y="311790"/>
                    <a:pt x="277805" y="302251"/>
                    <a:pt x="281243" y="292725"/>
                  </a:cubicBezTo>
                  <a:cubicBezTo>
                    <a:pt x="284681" y="283199"/>
                    <a:pt x="288186" y="273687"/>
                    <a:pt x="291624" y="264162"/>
                  </a:cubicBezTo>
                  <a:cubicBezTo>
                    <a:pt x="295062" y="254636"/>
                    <a:pt x="298446" y="245097"/>
                    <a:pt x="301870" y="235558"/>
                  </a:cubicBezTo>
                  <a:cubicBezTo>
                    <a:pt x="305281" y="226019"/>
                    <a:pt x="308732" y="216493"/>
                    <a:pt x="312089" y="206940"/>
                  </a:cubicBezTo>
                  <a:cubicBezTo>
                    <a:pt x="315445" y="197388"/>
                    <a:pt x="318706" y="187794"/>
                    <a:pt x="322022" y="178228"/>
                  </a:cubicBezTo>
                  <a:cubicBezTo>
                    <a:pt x="325351" y="168661"/>
                    <a:pt x="328775" y="159122"/>
                    <a:pt x="332010" y="149529"/>
                  </a:cubicBezTo>
                  <a:cubicBezTo>
                    <a:pt x="335230" y="139922"/>
                    <a:pt x="339144" y="130423"/>
                    <a:pt x="341386" y="120626"/>
                  </a:cubicBezTo>
                  <a:cubicBezTo>
                    <a:pt x="343628" y="110815"/>
                    <a:pt x="345843" y="100623"/>
                    <a:pt x="345476" y="90704"/>
                  </a:cubicBezTo>
                  <a:cubicBezTo>
                    <a:pt x="345095" y="80784"/>
                    <a:pt x="342731" y="70402"/>
                    <a:pt x="339144" y="61108"/>
                  </a:cubicBezTo>
                  <a:cubicBezTo>
                    <a:pt x="335556" y="51813"/>
                    <a:pt x="330257" y="42641"/>
                    <a:pt x="323952" y="34936"/>
                  </a:cubicBezTo>
                  <a:cubicBezTo>
                    <a:pt x="317646" y="27231"/>
                    <a:pt x="309711" y="20179"/>
                    <a:pt x="301286" y="14879"/>
                  </a:cubicBezTo>
                  <a:cubicBezTo>
                    <a:pt x="292861" y="9580"/>
                    <a:pt x="283064" y="5517"/>
                    <a:pt x="273388" y="3153"/>
                  </a:cubicBezTo>
                  <a:cubicBezTo>
                    <a:pt x="263713" y="802"/>
                    <a:pt x="253169" y="0"/>
                    <a:pt x="243222" y="747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</p:grpSp>
      <p:sp>
        <p:nvSpPr>
          <p:cNvPr id="26" name="Text 24"/>
          <p:cNvSpPr txBox="1"/>
          <p:nvPr/>
        </p:nvSpPr>
        <p:spPr>
          <a:xfrm>
            <a:off x="8052206" y="33375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Blue reversed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52206" y="36118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Command Blue / White</a:t>
            </a:r>
            <a:endParaRPr lang="en-US" sz="1100" dirty="0"/>
          </a:p>
        </p:txBody>
      </p:sp>
      <p:sp>
        <p:nvSpPr>
          <p:cNvPr id="28" name="Background 04 White one-color"/>
          <p:cNvSpPr/>
          <p:nvPr/>
        </p:nvSpPr>
        <p:spPr>
          <a:xfrm>
            <a:off x="548640" y="3931920"/>
            <a:ext cx="3547872" cy="1554480"/>
          </a:xfrm>
          <a:prstGeom prst="roundRect">
            <a:avLst>
              <a:gd name="adj" fmla="val 7059"/>
            </a:avLst>
          </a:prstGeom>
          <a:solidFill>
            <a:schemeClr val="tx1"/>
          </a:solidFill>
          <a:ln/>
        </p:spPr>
      </p:sp>
      <p:grpSp>
        <p:nvGrpSpPr>
          <p:cNvPr id="55" name="VCA symbol (White one-color)"/>
          <p:cNvGrpSpPr/>
          <p:nvPr/>
        </p:nvGrpSpPr>
        <p:grpSpPr>
          <a:xfrm>
            <a:off x="1751076" y="4208894"/>
            <a:ext cx="1143000" cy="1000532"/>
            <a:chOff x="1751076" y="4208894"/>
            <a:chExt cx="1143000" cy="1000532"/>
          </a:xfrm>
        </p:grpSpPr>
        <p:sp>
          <p:nvSpPr>
            <p:cNvPr id="29" name="Outer left wave"/>
            <p:cNvSpPr/>
            <p:nvPr/>
          </p:nvSpPr>
          <p:spPr>
            <a:xfrm>
              <a:off x="1751076" y="4209093"/>
              <a:ext cx="345440" cy="761027"/>
            </a:xfrm>
            <a:custGeom>
              <a:avLst/>
              <a:gdLst/>
              <a:ahLst/>
              <a:cxnLst/>
              <a:rect l="l" t="t" r="r" b="b"/>
              <a:pathLst>
                <a:path w="345440" h="761027">
                  <a:moveTo>
                    <a:pt x="98010" y="196"/>
                  </a:moveTo>
                  <a:cubicBezTo>
                    <a:pt x="88040" y="0"/>
                    <a:pt x="77550" y="1250"/>
                    <a:pt x="67997" y="4090"/>
                  </a:cubicBezTo>
                  <a:cubicBezTo>
                    <a:pt x="58444" y="6944"/>
                    <a:pt x="48878" y="11564"/>
                    <a:pt x="40711" y="17271"/>
                  </a:cubicBezTo>
                  <a:cubicBezTo>
                    <a:pt x="32558" y="22978"/>
                    <a:pt x="24949" y="30357"/>
                    <a:pt x="18997" y="38347"/>
                  </a:cubicBezTo>
                  <a:cubicBezTo>
                    <a:pt x="13045" y="46337"/>
                    <a:pt x="8140" y="55754"/>
                    <a:pt x="5001" y="65212"/>
                  </a:cubicBezTo>
                  <a:cubicBezTo>
                    <a:pt x="1862" y="74669"/>
                    <a:pt x="0" y="85173"/>
                    <a:pt x="136" y="95106"/>
                  </a:cubicBezTo>
                  <a:cubicBezTo>
                    <a:pt x="285" y="105040"/>
                    <a:pt x="3302" y="115054"/>
                    <a:pt x="5857" y="124811"/>
                  </a:cubicBezTo>
                  <a:cubicBezTo>
                    <a:pt x="8398" y="134568"/>
                    <a:pt x="12175" y="144066"/>
                    <a:pt x="15423" y="153660"/>
                  </a:cubicBezTo>
                  <a:cubicBezTo>
                    <a:pt x="18657" y="163267"/>
                    <a:pt x="22000" y="172833"/>
                    <a:pt x="25329" y="182399"/>
                  </a:cubicBezTo>
                  <a:cubicBezTo>
                    <a:pt x="28645" y="191966"/>
                    <a:pt x="32001" y="201532"/>
                    <a:pt x="35371" y="211085"/>
                  </a:cubicBezTo>
                  <a:cubicBezTo>
                    <a:pt x="38741" y="220651"/>
                    <a:pt x="42152" y="230177"/>
                    <a:pt x="45535" y="239730"/>
                  </a:cubicBezTo>
                  <a:cubicBezTo>
                    <a:pt x="48919" y="249282"/>
                    <a:pt x="52275" y="258849"/>
                    <a:pt x="55672" y="268388"/>
                  </a:cubicBezTo>
                  <a:cubicBezTo>
                    <a:pt x="59070" y="277941"/>
                    <a:pt x="62467" y="287480"/>
                    <a:pt x="65891" y="297019"/>
                  </a:cubicBezTo>
                  <a:cubicBezTo>
                    <a:pt x="69315" y="306545"/>
                    <a:pt x="72808" y="316057"/>
                    <a:pt x="76245" y="325596"/>
                  </a:cubicBezTo>
                  <a:cubicBezTo>
                    <a:pt x="79683" y="335121"/>
                    <a:pt x="83094" y="344674"/>
                    <a:pt x="86518" y="354200"/>
                  </a:cubicBezTo>
                  <a:cubicBezTo>
                    <a:pt x="89943" y="363739"/>
                    <a:pt x="93367" y="373278"/>
                    <a:pt x="96819" y="382804"/>
                  </a:cubicBezTo>
                  <a:cubicBezTo>
                    <a:pt x="100270" y="392329"/>
                    <a:pt x="103803" y="401828"/>
                    <a:pt x="107227" y="411353"/>
                  </a:cubicBezTo>
                  <a:cubicBezTo>
                    <a:pt x="110665" y="420892"/>
                    <a:pt x="113981" y="430459"/>
                    <a:pt x="117392" y="439998"/>
                  </a:cubicBezTo>
                  <a:cubicBezTo>
                    <a:pt x="120816" y="449537"/>
                    <a:pt x="124322" y="459049"/>
                    <a:pt x="127746" y="468575"/>
                  </a:cubicBezTo>
                  <a:cubicBezTo>
                    <a:pt x="131157" y="478114"/>
                    <a:pt x="134513" y="487680"/>
                    <a:pt x="137910" y="497219"/>
                  </a:cubicBezTo>
                  <a:cubicBezTo>
                    <a:pt x="141321" y="506759"/>
                    <a:pt x="144759" y="516298"/>
                    <a:pt x="148183" y="525823"/>
                  </a:cubicBezTo>
                  <a:cubicBezTo>
                    <a:pt x="151608" y="535363"/>
                    <a:pt x="155046" y="544902"/>
                    <a:pt x="158470" y="554441"/>
                  </a:cubicBezTo>
                  <a:cubicBezTo>
                    <a:pt x="161881" y="563966"/>
                    <a:pt x="165291" y="573519"/>
                    <a:pt x="168716" y="583045"/>
                  </a:cubicBezTo>
                  <a:cubicBezTo>
                    <a:pt x="172140" y="592584"/>
                    <a:pt x="175564" y="602123"/>
                    <a:pt x="179016" y="611649"/>
                  </a:cubicBezTo>
                  <a:cubicBezTo>
                    <a:pt x="182467" y="621174"/>
                    <a:pt x="185960" y="630686"/>
                    <a:pt x="189398" y="640212"/>
                  </a:cubicBezTo>
                  <a:cubicBezTo>
                    <a:pt x="192835" y="649751"/>
                    <a:pt x="196151" y="659318"/>
                    <a:pt x="199616" y="668843"/>
                  </a:cubicBezTo>
                  <a:cubicBezTo>
                    <a:pt x="203068" y="678369"/>
                    <a:pt x="206016" y="688125"/>
                    <a:pt x="210134" y="697352"/>
                  </a:cubicBezTo>
                  <a:cubicBezTo>
                    <a:pt x="214251" y="706579"/>
                    <a:pt x="218654" y="715914"/>
                    <a:pt x="224334" y="724203"/>
                  </a:cubicBezTo>
                  <a:cubicBezTo>
                    <a:pt x="230000" y="732478"/>
                    <a:pt x="236278" y="741216"/>
                    <a:pt x="244146" y="747072"/>
                  </a:cubicBezTo>
                  <a:cubicBezTo>
                    <a:pt x="252027" y="752929"/>
                    <a:pt x="262028" y="757644"/>
                    <a:pt x="271581" y="759329"/>
                  </a:cubicBezTo>
                  <a:cubicBezTo>
                    <a:pt x="281148" y="761028"/>
                    <a:pt x="292317" y="760267"/>
                    <a:pt x="301544" y="757223"/>
                  </a:cubicBezTo>
                  <a:cubicBezTo>
                    <a:pt x="310757" y="754179"/>
                    <a:pt x="320092" y="748051"/>
                    <a:pt x="326927" y="741080"/>
                  </a:cubicBezTo>
                  <a:cubicBezTo>
                    <a:pt x="333749" y="734095"/>
                    <a:pt x="339565" y="724611"/>
                    <a:pt x="342500" y="715316"/>
                  </a:cubicBezTo>
                  <a:cubicBezTo>
                    <a:pt x="345435" y="706021"/>
                    <a:pt x="345204" y="695273"/>
                    <a:pt x="344538" y="685312"/>
                  </a:cubicBezTo>
                  <a:cubicBezTo>
                    <a:pt x="343872" y="675352"/>
                    <a:pt x="340584" y="665446"/>
                    <a:pt x="338491" y="655526"/>
                  </a:cubicBezTo>
                  <a:cubicBezTo>
                    <a:pt x="336412" y="645607"/>
                    <a:pt x="334197" y="635728"/>
                    <a:pt x="332037" y="625822"/>
                  </a:cubicBezTo>
                  <a:cubicBezTo>
                    <a:pt x="329876" y="615929"/>
                    <a:pt x="327702" y="606023"/>
                    <a:pt x="325555" y="596131"/>
                  </a:cubicBezTo>
                  <a:cubicBezTo>
                    <a:pt x="323394" y="586225"/>
                    <a:pt x="321343" y="576305"/>
                    <a:pt x="319100" y="566426"/>
                  </a:cubicBezTo>
                  <a:cubicBezTo>
                    <a:pt x="316845" y="556547"/>
                    <a:pt x="314344" y="546723"/>
                    <a:pt x="312062" y="536857"/>
                  </a:cubicBezTo>
                  <a:cubicBezTo>
                    <a:pt x="309765" y="526978"/>
                    <a:pt x="307604" y="517086"/>
                    <a:pt x="305390" y="507207"/>
                  </a:cubicBezTo>
                  <a:cubicBezTo>
                    <a:pt x="303161" y="497315"/>
                    <a:pt x="300973" y="487422"/>
                    <a:pt x="298718" y="477543"/>
                  </a:cubicBezTo>
                  <a:cubicBezTo>
                    <a:pt x="296475" y="467664"/>
                    <a:pt x="294165" y="457799"/>
                    <a:pt x="291883" y="447934"/>
                  </a:cubicBezTo>
                  <a:cubicBezTo>
                    <a:pt x="289613" y="438055"/>
                    <a:pt x="287385" y="428176"/>
                    <a:pt x="285075" y="418311"/>
                  </a:cubicBezTo>
                  <a:cubicBezTo>
                    <a:pt x="282778" y="408445"/>
                    <a:pt x="280414" y="398580"/>
                    <a:pt x="278063" y="388728"/>
                  </a:cubicBezTo>
                  <a:cubicBezTo>
                    <a:pt x="275712" y="378877"/>
                    <a:pt x="273348" y="369025"/>
                    <a:pt x="270970" y="359173"/>
                  </a:cubicBezTo>
                  <a:cubicBezTo>
                    <a:pt x="268605" y="349321"/>
                    <a:pt x="266309" y="339456"/>
                    <a:pt x="263849" y="329618"/>
                  </a:cubicBezTo>
                  <a:cubicBezTo>
                    <a:pt x="261390" y="319793"/>
                    <a:pt x="258754" y="310010"/>
                    <a:pt x="256213" y="300199"/>
                  </a:cubicBezTo>
                  <a:cubicBezTo>
                    <a:pt x="253671" y="290388"/>
                    <a:pt x="251158" y="280577"/>
                    <a:pt x="248630" y="270766"/>
                  </a:cubicBezTo>
                  <a:cubicBezTo>
                    <a:pt x="246103" y="260955"/>
                    <a:pt x="243616" y="251130"/>
                    <a:pt x="241048" y="241333"/>
                  </a:cubicBezTo>
                  <a:cubicBezTo>
                    <a:pt x="238466" y="231536"/>
                    <a:pt x="235802" y="221765"/>
                    <a:pt x="233166" y="211982"/>
                  </a:cubicBezTo>
                  <a:cubicBezTo>
                    <a:pt x="230544" y="202184"/>
                    <a:pt x="227880" y="192414"/>
                    <a:pt x="225271" y="182617"/>
                  </a:cubicBezTo>
                  <a:cubicBezTo>
                    <a:pt x="222662" y="172833"/>
                    <a:pt x="220148" y="163022"/>
                    <a:pt x="217526" y="153225"/>
                  </a:cubicBezTo>
                  <a:cubicBezTo>
                    <a:pt x="214917" y="143441"/>
                    <a:pt x="212226" y="133671"/>
                    <a:pt x="209604" y="123887"/>
                  </a:cubicBezTo>
                  <a:cubicBezTo>
                    <a:pt x="206981" y="114103"/>
                    <a:pt x="204617" y="104224"/>
                    <a:pt x="201777" y="94509"/>
                  </a:cubicBezTo>
                  <a:cubicBezTo>
                    <a:pt x="198937" y="84793"/>
                    <a:pt x="196654" y="74751"/>
                    <a:pt x="192523" y="65606"/>
                  </a:cubicBezTo>
                  <a:cubicBezTo>
                    <a:pt x="188392" y="56461"/>
                    <a:pt x="183269" y="47411"/>
                    <a:pt x="177005" y="39611"/>
                  </a:cubicBezTo>
                  <a:cubicBezTo>
                    <a:pt x="170754" y="31797"/>
                    <a:pt x="163172" y="24514"/>
                    <a:pt x="154978" y="18793"/>
                  </a:cubicBezTo>
                  <a:cubicBezTo>
                    <a:pt x="146784" y="13059"/>
                    <a:pt x="137340" y="8371"/>
                    <a:pt x="127841" y="5272"/>
                  </a:cubicBezTo>
                  <a:cubicBezTo>
                    <a:pt x="118343" y="2174"/>
                    <a:pt x="107988" y="394"/>
                    <a:pt x="98014" y="190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30" name="Inner left wave"/>
            <p:cNvSpPr/>
            <p:nvPr/>
          </p:nvSpPr>
          <p:spPr>
            <a:xfrm>
              <a:off x="2039677" y="4415888"/>
              <a:ext cx="180179" cy="649531"/>
            </a:xfrm>
            <a:custGeom>
              <a:avLst/>
              <a:gdLst/>
              <a:ahLst/>
              <a:cxnLst/>
              <a:rect l="l" t="t" r="r" b="b"/>
              <a:pathLst>
                <a:path w="180179" h="649531">
                  <a:moveTo>
                    <a:pt x="65214" y="602"/>
                  </a:moveTo>
                  <a:cubicBezTo>
                    <a:pt x="55428" y="1209"/>
                    <a:pt x="44788" y="4457"/>
                    <a:pt x="36254" y="9322"/>
                  </a:cubicBezTo>
                  <a:cubicBezTo>
                    <a:pt x="27721" y="14200"/>
                    <a:pt x="19758" y="21782"/>
                    <a:pt x="14051" y="29827"/>
                  </a:cubicBezTo>
                  <a:cubicBezTo>
                    <a:pt x="8343" y="37871"/>
                    <a:pt x="4077" y="47927"/>
                    <a:pt x="2038" y="57588"/>
                  </a:cubicBezTo>
                  <a:cubicBezTo>
                    <a:pt x="0" y="67250"/>
                    <a:pt x="842" y="77767"/>
                    <a:pt x="1821" y="87782"/>
                  </a:cubicBezTo>
                  <a:cubicBezTo>
                    <a:pt x="2786" y="97797"/>
                    <a:pt x="5789" y="107717"/>
                    <a:pt x="7868" y="117663"/>
                  </a:cubicBezTo>
                  <a:cubicBezTo>
                    <a:pt x="9947" y="127610"/>
                    <a:pt x="12189" y="137516"/>
                    <a:pt x="14309" y="147463"/>
                  </a:cubicBezTo>
                  <a:cubicBezTo>
                    <a:pt x="16429" y="157396"/>
                    <a:pt x="18494" y="167343"/>
                    <a:pt x="20560" y="177290"/>
                  </a:cubicBezTo>
                  <a:cubicBezTo>
                    <a:pt x="22639" y="187237"/>
                    <a:pt x="24650" y="197197"/>
                    <a:pt x="26756" y="207144"/>
                  </a:cubicBezTo>
                  <a:cubicBezTo>
                    <a:pt x="28849" y="217077"/>
                    <a:pt x="31036" y="226997"/>
                    <a:pt x="33156" y="236944"/>
                  </a:cubicBezTo>
                  <a:cubicBezTo>
                    <a:pt x="35276" y="246877"/>
                    <a:pt x="37423" y="256810"/>
                    <a:pt x="39488" y="266757"/>
                  </a:cubicBezTo>
                  <a:cubicBezTo>
                    <a:pt x="41567" y="276704"/>
                    <a:pt x="43538" y="286678"/>
                    <a:pt x="45617" y="296625"/>
                  </a:cubicBezTo>
                  <a:cubicBezTo>
                    <a:pt x="47682" y="306572"/>
                    <a:pt x="49884" y="316491"/>
                    <a:pt x="51922" y="326438"/>
                  </a:cubicBezTo>
                  <a:cubicBezTo>
                    <a:pt x="53974" y="336399"/>
                    <a:pt x="55944" y="346359"/>
                    <a:pt x="57887" y="356333"/>
                  </a:cubicBezTo>
                  <a:cubicBezTo>
                    <a:pt x="59817" y="366307"/>
                    <a:pt x="61706" y="376295"/>
                    <a:pt x="63567" y="386282"/>
                  </a:cubicBezTo>
                  <a:cubicBezTo>
                    <a:pt x="65429" y="396270"/>
                    <a:pt x="67250" y="406271"/>
                    <a:pt x="69071" y="416272"/>
                  </a:cubicBezTo>
                  <a:cubicBezTo>
                    <a:pt x="70892" y="426260"/>
                    <a:pt x="72712" y="436261"/>
                    <a:pt x="74479" y="446262"/>
                  </a:cubicBezTo>
                  <a:cubicBezTo>
                    <a:pt x="76259" y="456277"/>
                    <a:pt x="77998" y="466292"/>
                    <a:pt x="79697" y="476307"/>
                  </a:cubicBezTo>
                  <a:cubicBezTo>
                    <a:pt x="81396" y="486321"/>
                    <a:pt x="83081" y="496336"/>
                    <a:pt x="84698" y="506378"/>
                  </a:cubicBezTo>
                  <a:cubicBezTo>
                    <a:pt x="86315" y="516406"/>
                    <a:pt x="87809" y="526448"/>
                    <a:pt x="89413" y="536490"/>
                  </a:cubicBezTo>
                  <a:cubicBezTo>
                    <a:pt x="91030" y="546519"/>
                    <a:pt x="92756" y="556534"/>
                    <a:pt x="94345" y="566575"/>
                  </a:cubicBezTo>
                  <a:cubicBezTo>
                    <a:pt x="95935" y="576604"/>
                    <a:pt x="97077" y="586741"/>
                    <a:pt x="98966" y="596701"/>
                  </a:cubicBezTo>
                  <a:cubicBezTo>
                    <a:pt x="100868" y="606662"/>
                    <a:pt x="100977" y="618022"/>
                    <a:pt x="105719" y="626311"/>
                  </a:cubicBezTo>
                  <a:cubicBezTo>
                    <a:pt x="110461" y="634600"/>
                    <a:pt x="118859" y="643365"/>
                    <a:pt x="127420" y="646449"/>
                  </a:cubicBezTo>
                  <a:cubicBezTo>
                    <a:pt x="135981" y="649534"/>
                    <a:pt x="148890" y="648800"/>
                    <a:pt x="157070" y="644791"/>
                  </a:cubicBezTo>
                  <a:cubicBezTo>
                    <a:pt x="165251" y="640796"/>
                    <a:pt x="172860" y="631189"/>
                    <a:pt x="176516" y="622425"/>
                  </a:cubicBezTo>
                  <a:cubicBezTo>
                    <a:pt x="180184" y="613660"/>
                    <a:pt x="178608" y="602327"/>
                    <a:pt x="179016" y="592217"/>
                  </a:cubicBezTo>
                  <a:cubicBezTo>
                    <a:pt x="179437" y="582094"/>
                    <a:pt x="179016" y="571889"/>
                    <a:pt x="179016" y="561724"/>
                  </a:cubicBezTo>
                  <a:cubicBezTo>
                    <a:pt x="179016" y="551560"/>
                    <a:pt x="179016" y="541409"/>
                    <a:pt x="179016" y="531245"/>
                  </a:cubicBezTo>
                  <a:cubicBezTo>
                    <a:pt x="179016" y="521081"/>
                    <a:pt x="179016" y="510917"/>
                    <a:pt x="179016" y="500752"/>
                  </a:cubicBezTo>
                  <a:cubicBezTo>
                    <a:pt x="179016" y="490602"/>
                    <a:pt x="179016" y="480438"/>
                    <a:pt x="179016" y="470273"/>
                  </a:cubicBezTo>
                  <a:cubicBezTo>
                    <a:pt x="179016" y="460109"/>
                    <a:pt x="179016" y="449945"/>
                    <a:pt x="179016" y="439781"/>
                  </a:cubicBezTo>
                  <a:cubicBezTo>
                    <a:pt x="179016" y="429630"/>
                    <a:pt x="179016" y="419466"/>
                    <a:pt x="179016" y="409301"/>
                  </a:cubicBezTo>
                  <a:cubicBezTo>
                    <a:pt x="179016" y="399137"/>
                    <a:pt x="179016" y="388973"/>
                    <a:pt x="179016" y="378822"/>
                  </a:cubicBezTo>
                  <a:cubicBezTo>
                    <a:pt x="179016" y="368658"/>
                    <a:pt x="179016" y="358494"/>
                    <a:pt x="179016" y="348329"/>
                  </a:cubicBezTo>
                  <a:cubicBezTo>
                    <a:pt x="179016" y="338165"/>
                    <a:pt x="179016" y="328015"/>
                    <a:pt x="179016" y="317850"/>
                  </a:cubicBezTo>
                  <a:cubicBezTo>
                    <a:pt x="179016" y="307686"/>
                    <a:pt x="179016" y="297522"/>
                    <a:pt x="179016" y="287358"/>
                  </a:cubicBezTo>
                  <a:cubicBezTo>
                    <a:pt x="179016" y="277207"/>
                    <a:pt x="179288" y="267029"/>
                    <a:pt x="179016" y="256878"/>
                  </a:cubicBezTo>
                  <a:cubicBezTo>
                    <a:pt x="178744" y="246728"/>
                    <a:pt x="178554" y="236536"/>
                    <a:pt x="177372" y="226467"/>
                  </a:cubicBezTo>
                  <a:cubicBezTo>
                    <a:pt x="176176" y="216398"/>
                    <a:pt x="173934" y="206438"/>
                    <a:pt x="171882" y="196491"/>
                  </a:cubicBezTo>
                  <a:cubicBezTo>
                    <a:pt x="169830" y="186544"/>
                    <a:pt x="167343" y="176679"/>
                    <a:pt x="165060" y="166773"/>
                  </a:cubicBezTo>
                  <a:cubicBezTo>
                    <a:pt x="162764" y="156880"/>
                    <a:pt x="160440" y="146988"/>
                    <a:pt x="158157" y="137082"/>
                  </a:cubicBezTo>
                  <a:cubicBezTo>
                    <a:pt x="155875" y="127189"/>
                    <a:pt x="153632" y="117269"/>
                    <a:pt x="151350" y="107363"/>
                  </a:cubicBezTo>
                  <a:cubicBezTo>
                    <a:pt x="149067" y="97471"/>
                    <a:pt x="146947" y="87510"/>
                    <a:pt x="144460" y="77672"/>
                  </a:cubicBezTo>
                  <a:cubicBezTo>
                    <a:pt x="141987" y="67834"/>
                    <a:pt x="140560" y="57439"/>
                    <a:pt x="136456" y="48321"/>
                  </a:cubicBezTo>
                  <a:cubicBezTo>
                    <a:pt x="132353" y="39203"/>
                    <a:pt x="126754" y="30044"/>
                    <a:pt x="119838" y="22938"/>
                  </a:cubicBezTo>
                  <a:cubicBezTo>
                    <a:pt x="112935" y="15844"/>
                    <a:pt x="104102" y="9430"/>
                    <a:pt x="94984" y="5707"/>
                  </a:cubicBezTo>
                  <a:cubicBezTo>
                    <a:pt x="85880" y="1984"/>
                    <a:pt x="75009" y="0"/>
                    <a:pt x="65212" y="598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31" name="Center wave"/>
            <p:cNvSpPr/>
            <p:nvPr/>
          </p:nvSpPr>
          <p:spPr>
            <a:xfrm>
              <a:off x="2247074" y="4657699"/>
              <a:ext cx="150288" cy="551727"/>
            </a:xfrm>
            <a:custGeom>
              <a:avLst/>
              <a:gdLst/>
              <a:ahLst/>
              <a:cxnLst/>
              <a:rect l="l" t="t" r="r" b="b"/>
              <a:pathLst>
                <a:path w="150288" h="551727">
                  <a:moveTo>
                    <a:pt x="69798" y="685"/>
                  </a:moveTo>
                  <a:cubicBezTo>
                    <a:pt x="60021" y="1372"/>
                    <a:pt x="49585" y="4308"/>
                    <a:pt x="40902" y="8860"/>
                  </a:cubicBezTo>
                  <a:cubicBezTo>
                    <a:pt x="32219" y="13412"/>
                    <a:pt x="23875" y="20356"/>
                    <a:pt x="17719" y="27992"/>
                  </a:cubicBezTo>
                  <a:cubicBezTo>
                    <a:pt x="11564" y="35616"/>
                    <a:pt x="6726" y="45236"/>
                    <a:pt x="3968" y="54680"/>
                  </a:cubicBezTo>
                  <a:cubicBezTo>
                    <a:pt x="1209" y="64124"/>
                    <a:pt x="1644" y="74615"/>
                    <a:pt x="1182" y="84643"/>
                  </a:cubicBezTo>
                  <a:cubicBezTo>
                    <a:pt x="707" y="94685"/>
                    <a:pt x="1182" y="104795"/>
                    <a:pt x="1182" y="114878"/>
                  </a:cubicBezTo>
                  <a:cubicBezTo>
                    <a:pt x="1182" y="124947"/>
                    <a:pt x="1182" y="135030"/>
                    <a:pt x="1182" y="145099"/>
                  </a:cubicBezTo>
                  <a:cubicBezTo>
                    <a:pt x="1182" y="155168"/>
                    <a:pt x="1182" y="165251"/>
                    <a:pt x="1182" y="175320"/>
                  </a:cubicBezTo>
                  <a:cubicBezTo>
                    <a:pt x="1182" y="185402"/>
                    <a:pt x="1182" y="195472"/>
                    <a:pt x="1182" y="205554"/>
                  </a:cubicBezTo>
                  <a:cubicBezTo>
                    <a:pt x="1182" y="215623"/>
                    <a:pt x="1182" y="225706"/>
                    <a:pt x="1182" y="235775"/>
                  </a:cubicBezTo>
                  <a:cubicBezTo>
                    <a:pt x="1182" y="245844"/>
                    <a:pt x="1182" y="255927"/>
                    <a:pt x="1182" y="265996"/>
                  </a:cubicBezTo>
                  <a:cubicBezTo>
                    <a:pt x="1182" y="276079"/>
                    <a:pt x="1182" y="286148"/>
                    <a:pt x="1182" y="296231"/>
                  </a:cubicBezTo>
                  <a:cubicBezTo>
                    <a:pt x="1182" y="306300"/>
                    <a:pt x="1182" y="316383"/>
                    <a:pt x="1182" y="326452"/>
                  </a:cubicBezTo>
                  <a:cubicBezTo>
                    <a:pt x="1182" y="336521"/>
                    <a:pt x="1182" y="346604"/>
                    <a:pt x="1182" y="356673"/>
                  </a:cubicBezTo>
                  <a:cubicBezTo>
                    <a:pt x="1182" y="366756"/>
                    <a:pt x="1182" y="376825"/>
                    <a:pt x="1182" y="386907"/>
                  </a:cubicBezTo>
                  <a:cubicBezTo>
                    <a:pt x="1182" y="396977"/>
                    <a:pt x="1182" y="407059"/>
                    <a:pt x="1182" y="417128"/>
                  </a:cubicBezTo>
                  <a:cubicBezTo>
                    <a:pt x="1182" y="427198"/>
                    <a:pt x="1182" y="437280"/>
                    <a:pt x="1182" y="447349"/>
                  </a:cubicBezTo>
                  <a:cubicBezTo>
                    <a:pt x="1169" y="457432"/>
                    <a:pt x="0" y="467651"/>
                    <a:pt x="1101" y="477570"/>
                  </a:cubicBezTo>
                  <a:cubicBezTo>
                    <a:pt x="2215" y="487490"/>
                    <a:pt x="3818" y="497885"/>
                    <a:pt x="7813" y="506867"/>
                  </a:cubicBezTo>
                  <a:cubicBezTo>
                    <a:pt x="11795" y="515849"/>
                    <a:pt x="17883" y="524736"/>
                    <a:pt x="25030" y="531449"/>
                  </a:cubicBezTo>
                  <a:cubicBezTo>
                    <a:pt x="32164" y="538148"/>
                    <a:pt x="41404" y="543855"/>
                    <a:pt x="50631" y="547117"/>
                  </a:cubicBezTo>
                  <a:cubicBezTo>
                    <a:pt x="59871" y="550364"/>
                    <a:pt x="70647" y="551723"/>
                    <a:pt x="80431" y="550989"/>
                  </a:cubicBezTo>
                  <a:cubicBezTo>
                    <a:pt x="90201" y="550256"/>
                    <a:pt x="100623" y="547280"/>
                    <a:pt x="109279" y="542700"/>
                  </a:cubicBezTo>
                  <a:cubicBezTo>
                    <a:pt x="117922" y="538121"/>
                    <a:pt x="126197" y="531137"/>
                    <a:pt x="132326" y="523486"/>
                  </a:cubicBezTo>
                  <a:cubicBezTo>
                    <a:pt x="138454" y="515849"/>
                    <a:pt x="143305" y="506242"/>
                    <a:pt x="146077" y="496812"/>
                  </a:cubicBezTo>
                  <a:cubicBezTo>
                    <a:pt x="148836" y="487368"/>
                    <a:pt x="148469" y="476891"/>
                    <a:pt x="148958" y="466863"/>
                  </a:cubicBezTo>
                  <a:cubicBezTo>
                    <a:pt x="149434" y="456834"/>
                    <a:pt x="148958" y="446711"/>
                    <a:pt x="148958" y="436642"/>
                  </a:cubicBezTo>
                  <a:cubicBezTo>
                    <a:pt x="148958" y="426559"/>
                    <a:pt x="148904" y="416490"/>
                    <a:pt x="148958" y="406421"/>
                  </a:cubicBezTo>
                  <a:cubicBezTo>
                    <a:pt x="148999" y="396338"/>
                    <a:pt x="149189" y="386269"/>
                    <a:pt x="149243" y="376200"/>
                  </a:cubicBezTo>
                  <a:cubicBezTo>
                    <a:pt x="149284" y="366117"/>
                    <a:pt x="149243" y="356048"/>
                    <a:pt x="149243" y="345979"/>
                  </a:cubicBezTo>
                  <a:cubicBezTo>
                    <a:pt x="149243" y="335909"/>
                    <a:pt x="149270" y="325840"/>
                    <a:pt x="149216" y="315758"/>
                  </a:cubicBezTo>
                  <a:cubicBezTo>
                    <a:pt x="149175" y="305689"/>
                    <a:pt x="148985" y="295619"/>
                    <a:pt x="148958" y="285550"/>
                  </a:cubicBezTo>
                  <a:cubicBezTo>
                    <a:pt x="148917" y="275468"/>
                    <a:pt x="149012" y="265398"/>
                    <a:pt x="149026" y="255329"/>
                  </a:cubicBezTo>
                  <a:cubicBezTo>
                    <a:pt x="149053" y="245260"/>
                    <a:pt x="149067" y="235177"/>
                    <a:pt x="149053" y="225108"/>
                  </a:cubicBezTo>
                  <a:cubicBezTo>
                    <a:pt x="149039" y="215039"/>
                    <a:pt x="148917" y="204970"/>
                    <a:pt x="148958" y="194887"/>
                  </a:cubicBezTo>
                  <a:cubicBezTo>
                    <a:pt x="148985" y="184818"/>
                    <a:pt x="149175" y="174749"/>
                    <a:pt x="149230" y="164666"/>
                  </a:cubicBezTo>
                  <a:cubicBezTo>
                    <a:pt x="149284" y="154597"/>
                    <a:pt x="149338" y="144528"/>
                    <a:pt x="149298" y="134459"/>
                  </a:cubicBezTo>
                  <a:cubicBezTo>
                    <a:pt x="149243" y="124376"/>
                    <a:pt x="148972" y="114307"/>
                    <a:pt x="148958" y="104238"/>
                  </a:cubicBezTo>
                  <a:cubicBezTo>
                    <a:pt x="148958" y="94155"/>
                    <a:pt x="150290" y="83923"/>
                    <a:pt x="149243" y="74017"/>
                  </a:cubicBezTo>
                  <a:cubicBezTo>
                    <a:pt x="148197" y="64097"/>
                    <a:pt x="146689" y="53661"/>
                    <a:pt x="142680" y="44734"/>
                  </a:cubicBezTo>
                  <a:cubicBezTo>
                    <a:pt x="138658" y="35806"/>
                    <a:pt x="132339" y="27068"/>
                    <a:pt x="125151" y="20410"/>
                  </a:cubicBezTo>
                  <a:cubicBezTo>
                    <a:pt x="117962" y="13752"/>
                    <a:pt x="108790" y="8044"/>
                    <a:pt x="99563" y="4756"/>
                  </a:cubicBezTo>
                  <a:cubicBezTo>
                    <a:pt x="90350" y="1468"/>
                    <a:pt x="79575" y="0"/>
                    <a:pt x="69804" y="679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32" name="Inner right wave"/>
            <p:cNvSpPr/>
            <p:nvPr/>
          </p:nvSpPr>
          <p:spPr>
            <a:xfrm>
              <a:off x="2424818" y="4416001"/>
              <a:ext cx="180061" cy="649521"/>
            </a:xfrm>
            <a:custGeom>
              <a:avLst/>
              <a:gdLst/>
              <a:ahLst/>
              <a:cxnLst/>
              <a:rect l="l" t="t" r="r" b="b"/>
              <a:pathLst>
                <a:path w="180061" h="649521">
                  <a:moveTo>
                    <a:pt x="105056" y="912"/>
                  </a:moveTo>
                  <a:cubicBezTo>
                    <a:pt x="95297" y="1821"/>
                    <a:pt x="84874" y="5422"/>
                    <a:pt x="76368" y="10409"/>
                  </a:cubicBezTo>
                  <a:cubicBezTo>
                    <a:pt x="67861" y="15396"/>
                    <a:pt x="59980" y="22924"/>
                    <a:pt x="54015" y="30860"/>
                  </a:cubicBezTo>
                  <a:cubicBezTo>
                    <a:pt x="48049" y="38782"/>
                    <a:pt x="43945" y="48511"/>
                    <a:pt x="40575" y="57982"/>
                  </a:cubicBezTo>
                  <a:cubicBezTo>
                    <a:pt x="37192" y="67454"/>
                    <a:pt x="36050" y="77795"/>
                    <a:pt x="33781" y="87687"/>
                  </a:cubicBezTo>
                  <a:cubicBezTo>
                    <a:pt x="31512" y="97580"/>
                    <a:pt x="29215" y="107486"/>
                    <a:pt x="26933" y="117378"/>
                  </a:cubicBezTo>
                  <a:cubicBezTo>
                    <a:pt x="24636" y="127271"/>
                    <a:pt x="22326" y="137163"/>
                    <a:pt x="20016" y="147056"/>
                  </a:cubicBezTo>
                  <a:cubicBezTo>
                    <a:pt x="17692" y="156948"/>
                    <a:pt x="15287" y="166813"/>
                    <a:pt x="13018" y="176719"/>
                  </a:cubicBezTo>
                  <a:cubicBezTo>
                    <a:pt x="10735" y="186612"/>
                    <a:pt x="8235" y="196477"/>
                    <a:pt x="6359" y="206451"/>
                  </a:cubicBezTo>
                  <a:cubicBezTo>
                    <a:pt x="4484" y="216425"/>
                    <a:pt x="2609" y="226467"/>
                    <a:pt x="1739" y="236550"/>
                  </a:cubicBezTo>
                  <a:cubicBezTo>
                    <a:pt x="870" y="246646"/>
                    <a:pt x="1209" y="256851"/>
                    <a:pt x="1101" y="267002"/>
                  </a:cubicBezTo>
                  <a:cubicBezTo>
                    <a:pt x="992" y="277153"/>
                    <a:pt x="1101" y="287317"/>
                    <a:pt x="1101" y="297481"/>
                  </a:cubicBezTo>
                  <a:cubicBezTo>
                    <a:pt x="1101" y="307632"/>
                    <a:pt x="1101" y="317796"/>
                    <a:pt x="1101" y="327947"/>
                  </a:cubicBezTo>
                  <a:cubicBezTo>
                    <a:pt x="1101" y="338111"/>
                    <a:pt x="1101" y="348262"/>
                    <a:pt x="1101" y="358426"/>
                  </a:cubicBezTo>
                  <a:cubicBezTo>
                    <a:pt x="1101" y="368576"/>
                    <a:pt x="1101" y="378741"/>
                    <a:pt x="1101" y="388891"/>
                  </a:cubicBezTo>
                  <a:cubicBezTo>
                    <a:pt x="1101" y="399056"/>
                    <a:pt x="1101" y="409206"/>
                    <a:pt x="1101" y="419371"/>
                  </a:cubicBezTo>
                  <a:cubicBezTo>
                    <a:pt x="1101" y="429521"/>
                    <a:pt x="1101" y="439685"/>
                    <a:pt x="1101" y="449836"/>
                  </a:cubicBezTo>
                  <a:cubicBezTo>
                    <a:pt x="1101" y="460000"/>
                    <a:pt x="1101" y="470151"/>
                    <a:pt x="1101" y="480315"/>
                  </a:cubicBezTo>
                  <a:cubicBezTo>
                    <a:pt x="1101" y="490466"/>
                    <a:pt x="1101" y="500630"/>
                    <a:pt x="1101" y="510781"/>
                  </a:cubicBezTo>
                  <a:cubicBezTo>
                    <a:pt x="1101" y="520945"/>
                    <a:pt x="1101" y="531096"/>
                    <a:pt x="1101" y="541260"/>
                  </a:cubicBezTo>
                  <a:cubicBezTo>
                    <a:pt x="1101" y="551411"/>
                    <a:pt x="1101" y="561575"/>
                    <a:pt x="1101" y="571726"/>
                  </a:cubicBezTo>
                  <a:cubicBezTo>
                    <a:pt x="1101" y="581890"/>
                    <a:pt x="0" y="592258"/>
                    <a:pt x="1101" y="602205"/>
                  </a:cubicBezTo>
                  <a:cubicBezTo>
                    <a:pt x="2201" y="612152"/>
                    <a:pt x="2514" y="623824"/>
                    <a:pt x="7718" y="631420"/>
                  </a:cubicBezTo>
                  <a:cubicBezTo>
                    <a:pt x="12936" y="639030"/>
                    <a:pt x="23440" y="646109"/>
                    <a:pt x="32382" y="647808"/>
                  </a:cubicBezTo>
                  <a:cubicBezTo>
                    <a:pt x="41336" y="649520"/>
                    <a:pt x="53919" y="646911"/>
                    <a:pt x="61407" y="641680"/>
                  </a:cubicBezTo>
                  <a:cubicBezTo>
                    <a:pt x="68880" y="636448"/>
                    <a:pt x="73800" y="625645"/>
                    <a:pt x="77278" y="616418"/>
                  </a:cubicBezTo>
                  <a:cubicBezTo>
                    <a:pt x="80743" y="607205"/>
                    <a:pt x="80594" y="596389"/>
                    <a:pt x="82224" y="586360"/>
                  </a:cubicBezTo>
                  <a:cubicBezTo>
                    <a:pt x="83855" y="576346"/>
                    <a:pt x="85472" y="566304"/>
                    <a:pt x="87076" y="556275"/>
                  </a:cubicBezTo>
                  <a:cubicBezTo>
                    <a:pt x="88679" y="546247"/>
                    <a:pt x="90242" y="536219"/>
                    <a:pt x="91859" y="526190"/>
                  </a:cubicBezTo>
                  <a:cubicBezTo>
                    <a:pt x="93476" y="516162"/>
                    <a:pt x="95120" y="506134"/>
                    <a:pt x="96805" y="496119"/>
                  </a:cubicBezTo>
                  <a:cubicBezTo>
                    <a:pt x="98490" y="486104"/>
                    <a:pt x="100229" y="476103"/>
                    <a:pt x="101996" y="466088"/>
                  </a:cubicBezTo>
                  <a:cubicBezTo>
                    <a:pt x="103762" y="456087"/>
                    <a:pt x="105610" y="446099"/>
                    <a:pt x="107390" y="436098"/>
                  </a:cubicBezTo>
                  <a:cubicBezTo>
                    <a:pt x="109157" y="426097"/>
                    <a:pt x="110828" y="416082"/>
                    <a:pt x="112663" y="406094"/>
                  </a:cubicBezTo>
                  <a:cubicBezTo>
                    <a:pt x="114484" y="396107"/>
                    <a:pt x="116454" y="386133"/>
                    <a:pt x="118356" y="376159"/>
                  </a:cubicBezTo>
                  <a:cubicBezTo>
                    <a:pt x="120272" y="366185"/>
                    <a:pt x="122107" y="356197"/>
                    <a:pt x="124091" y="346237"/>
                  </a:cubicBezTo>
                  <a:cubicBezTo>
                    <a:pt x="126075" y="336263"/>
                    <a:pt x="128195" y="326330"/>
                    <a:pt x="130246" y="316383"/>
                  </a:cubicBezTo>
                  <a:cubicBezTo>
                    <a:pt x="132298" y="306436"/>
                    <a:pt x="134269" y="296475"/>
                    <a:pt x="136388" y="286542"/>
                  </a:cubicBezTo>
                  <a:cubicBezTo>
                    <a:pt x="138495" y="276609"/>
                    <a:pt x="140737" y="266703"/>
                    <a:pt x="142911" y="256783"/>
                  </a:cubicBezTo>
                  <a:cubicBezTo>
                    <a:pt x="145085" y="246864"/>
                    <a:pt x="147314" y="236944"/>
                    <a:pt x="149447" y="227011"/>
                  </a:cubicBezTo>
                  <a:cubicBezTo>
                    <a:pt x="151567" y="217077"/>
                    <a:pt x="153578" y="207131"/>
                    <a:pt x="155657" y="197184"/>
                  </a:cubicBezTo>
                  <a:cubicBezTo>
                    <a:pt x="157736" y="187237"/>
                    <a:pt x="159842" y="177304"/>
                    <a:pt x="161935" y="167370"/>
                  </a:cubicBezTo>
                  <a:cubicBezTo>
                    <a:pt x="164028" y="157424"/>
                    <a:pt x="166134" y="147490"/>
                    <a:pt x="168240" y="137557"/>
                  </a:cubicBezTo>
                  <a:cubicBezTo>
                    <a:pt x="170346" y="127610"/>
                    <a:pt x="172616" y="117704"/>
                    <a:pt x="174559" y="107744"/>
                  </a:cubicBezTo>
                  <a:cubicBezTo>
                    <a:pt x="176502" y="97783"/>
                    <a:pt x="179736" y="87741"/>
                    <a:pt x="179899" y="77754"/>
                  </a:cubicBezTo>
                  <a:cubicBezTo>
                    <a:pt x="180062" y="67766"/>
                    <a:pt x="178839" y="57140"/>
                    <a:pt x="175510" y="47818"/>
                  </a:cubicBezTo>
                  <a:cubicBezTo>
                    <a:pt x="172194" y="38510"/>
                    <a:pt x="166745" y="29025"/>
                    <a:pt x="159978" y="21878"/>
                  </a:cubicBezTo>
                  <a:cubicBezTo>
                    <a:pt x="153211" y="14730"/>
                    <a:pt x="144093" y="8439"/>
                    <a:pt x="134935" y="4946"/>
                  </a:cubicBezTo>
                  <a:cubicBezTo>
                    <a:pt x="125776" y="1440"/>
                    <a:pt x="114823" y="0"/>
                    <a:pt x="105053" y="910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33" name="Outer right wave"/>
            <p:cNvSpPr/>
            <p:nvPr/>
          </p:nvSpPr>
          <p:spPr>
            <a:xfrm>
              <a:off x="2548233" y="4208894"/>
              <a:ext cx="345843" cy="760894"/>
            </a:xfrm>
            <a:custGeom>
              <a:avLst/>
              <a:gdLst/>
              <a:ahLst/>
              <a:cxnLst/>
              <a:rect l="l" t="t" r="r" b="b"/>
              <a:pathLst>
                <a:path w="345843" h="760894">
                  <a:moveTo>
                    <a:pt x="243221" y="743"/>
                  </a:moveTo>
                  <a:cubicBezTo>
                    <a:pt x="233275" y="1481"/>
                    <a:pt x="223043" y="3995"/>
                    <a:pt x="213735" y="7610"/>
                  </a:cubicBezTo>
                  <a:cubicBezTo>
                    <a:pt x="204426" y="11238"/>
                    <a:pt x="195281" y="16374"/>
                    <a:pt x="187346" y="22435"/>
                  </a:cubicBezTo>
                  <a:cubicBezTo>
                    <a:pt x="179410" y="28509"/>
                    <a:pt x="172113" y="36023"/>
                    <a:pt x="166134" y="44041"/>
                  </a:cubicBezTo>
                  <a:cubicBezTo>
                    <a:pt x="160155" y="52058"/>
                    <a:pt x="155358" y="61284"/>
                    <a:pt x="151458" y="70538"/>
                  </a:cubicBezTo>
                  <a:cubicBezTo>
                    <a:pt x="147558" y="79806"/>
                    <a:pt x="145493" y="89888"/>
                    <a:pt x="142734" y="99618"/>
                  </a:cubicBezTo>
                  <a:cubicBezTo>
                    <a:pt x="139976" y="109361"/>
                    <a:pt x="137530" y="119199"/>
                    <a:pt x="134921" y="128983"/>
                  </a:cubicBezTo>
                  <a:cubicBezTo>
                    <a:pt x="132326" y="138780"/>
                    <a:pt x="129717" y="148564"/>
                    <a:pt x="127108" y="158348"/>
                  </a:cubicBezTo>
                  <a:cubicBezTo>
                    <a:pt x="124498" y="168131"/>
                    <a:pt x="121903" y="177929"/>
                    <a:pt x="119280" y="187713"/>
                  </a:cubicBezTo>
                  <a:cubicBezTo>
                    <a:pt x="116644" y="197496"/>
                    <a:pt x="113954" y="207253"/>
                    <a:pt x="111345" y="217037"/>
                  </a:cubicBezTo>
                  <a:cubicBezTo>
                    <a:pt x="108736" y="226820"/>
                    <a:pt x="106168" y="236631"/>
                    <a:pt x="103613" y="246429"/>
                  </a:cubicBezTo>
                  <a:cubicBezTo>
                    <a:pt x="101072" y="256226"/>
                    <a:pt x="98585" y="266051"/>
                    <a:pt x="96058" y="275862"/>
                  </a:cubicBezTo>
                  <a:cubicBezTo>
                    <a:pt x="93530" y="285673"/>
                    <a:pt x="90989" y="295470"/>
                    <a:pt x="88475" y="305281"/>
                  </a:cubicBezTo>
                  <a:cubicBezTo>
                    <a:pt x="85975" y="315092"/>
                    <a:pt x="83475" y="324916"/>
                    <a:pt x="81042" y="334741"/>
                  </a:cubicBezTo>
                  <a:cubicBezTo>
                    <a:pt x="78596" y="344579"/>
                    <a:pt x="76259" y="354431"/>
                    <a:pt x="73854" y="364269"/>
                  </a:cubicBezTo>
                  <a:cubicBezTo>
                    <a:pt x="71449" y="374107"/>
                    <a:pt x="68948" y="383918"/>
                    <a:pt x="66584" y="393770"/>
                  </a:cubicBezTo>
                  <a:cubicBezTo>
                    <a:pt x="64220" y="403621"/>
                    <a:pt x="61950" y="413487"/>
                    <a:pt x="59695" y="423366"/>
                  </a:cubicBezTo>
                  <a:cubicBezTo>
                    <a:pt x="57425" y="433231"/>
                    <a:pt x="55251" y="443123"/>
                    <a:pt x="52995" y="453002"/>
                  </a:cubicBezTo>
                  <a:cubicBezTo>
                    <a:pt x="50740" y="462881"/>
                    <a:pt x="48443" y="472733"/>
                    <a:pt x="46160" y="482612"/>
                  </a:cubicBezTo>
                  <a:cubicBezTo>
                    <a:pt x="43877" y="492477"/>
                    <a:pt x="41567" y="502342"/>
                    <a:pt x="39312" y="512208"/>
                  </a:cubicBezTo>
                  <a:cubicBezTo>
                    <a:pt x="37042" y="522087"/>
                    <a:pt x="34814" y="531965"/>
                    <a:pt x="32599" y="541844"/>
                  </a:cubicBezTo>
                  <a:cubicBezTo>
                    <a:pt x="30370" y="551723"/>
                    <a:pt x="28183" y="561616"/>
                    <a:pt x="25954" y="571495"/>
                  </a:cubicBezTo>
                  <a:cubicBezTo>
                    <a:pt x="23739" y="581373"/>
                    <a:pt x="21470" y="591252"/>
                    <a:pt x="19269" y="601131"/>
                  </a:cubicBezTo>
                  <a:cubicBezTo>
                    <a:pt x="17067" y="611024"/>
                    <a:pt x="14934" y="620930"/>
                    <a:pt x="12760" y="630822"/>
                  </a:cubicBezTo>
                  <a:cubicBezTo>
                    <a:pt x="10585" y="640701"/>
                    <a:pt x="8289" y="650580"/>
                    <a:pt x="6210" y="660486"/>
                  </a:cubicBezTo>
                  <a:cubicBezTo>
                    <a:pt x="4117" y="670392"/>
                    <a:pt x="503" y="680339"/>
                    <a:pt x="245" y="690259"/>
                  </a:cubicBezTo>
                  <a:cubicBezTo>
                    <a:pt x="0" y="700192"/>
                    <a:pt x="1060" y="711022"/>
                    <a:pt x="4702" y="720086"/>
                  </a:cubicBezTo>
                  <a:cubicBezTo>
                    <a:pt x="8343" y="729149"/>
                    <a:pt x="14757" y="738226"/>
                    <a:pt x="22081" y="744640"/>
                  </a:cubicBezTo>
                  <a:cubicBezTo>
                    <a:pt x="29419" y="751054"/>
                    <a:pt x="39271" y="756286"/>
                    <a:pt x="48701" y="758596"/>
                  </a:cubicBezTo>
                  <a:cubicBezTo>
                    <a:pt x="58145" y="760892"/>
                    <a:pt x="69329" y="760878"/>
                    <a:pt x="78732" y="758460"/>
                  </a:cubicBezTo>
                  <a:cubicBezTo>
                    <a:pt x="88135" y="756027"/>
                    <a:pt x="97607" y="750429"/>
                    <a:pt x="105108" y="744056"/>
                  </a:cubicBezTo>
                  <a:cubicBezTo>
                    <a:pt x="112622" y="737683"/>
                    <a:pt x="118452" y="728728"/>
                    <a:pt x="123792" y="720208"/>
                  </a:cubicBezTo>
                  <a:cubicBezTo>
                    <a:pt x="129146" y="711701"/>
                    <a:pt x="133263" y="702285"/>
                    <a:pt x="137231" y="692990"/>
                  </a:cubicBezTo>
                  <a:cubicBezTo>
                    <a:pt x="141199" y="683695"/>
                    <a:pt x="144134" y="673939"/>
                    <a:pt x="147585" y="664427"/>
                  </a:cubicBezTo>
                  <a:cubicBezTo>
                    <a:pt x="151051" y="654915"/>
                    <a:pt x="154556" y="645403"/>
                    <a:pt x="158008" y="635877"/>
                  </a:cubicBezTo>
                  <a:cubicBezTo>
                    <a:pt x="161459" y="626365"/>
                    <a:pt x="164884" y="616826"/>
                    <a:pt x="168322" y="607300"/>
                  </a:cubicBezTo>
                  <a:cubicBezTo>
                    <a:pt x="171760" y="597775"/>
                    <a:pt x="175211" y="588249"/>
                    <a:pt x="178635" y="578724"/>
                  </a:cubicBezTo>
                  <a:cubicBezTo>
                    <a:pt x="182060" y="569185"/>
                    <a:pt x="185443" y="559645"/>
                    <a:pt x="188868" y="550106"/>
                  </a:cubicBezTo>
                  <a:cubicBezTo>
                    <a:pt x="192278" y="540567"/>
                    <a:pt x="195703" y="531041"/>
                    <a:pt x="199113" y="521502"/>
                  </a:cubicBezTo>
                  <a:cubicBezTo>
                    <a:pt x="202538" y="511977"/>
                    <a:pt x="205962" y="502437"/>
                    <a:pt x="209373" y="492898"/>
                  </a:cubicBezTo>
                  <a:cubicBezTo>
                    <a:pt x="212783" y="483373"/>
                    <a:pt x="216167" y="473820"/>
                    <a:pt x="219591" y="464294"/>
                  </a:cubicBezTo>
                  <a:cubicBezTo>
                    <a:pt x="223016" y="454755"/>
                    <a:pt x="226494" y="445243"/>
                    <a:pt x="229932" y="435718"/>
                  </a:cubicBezTo>
                  <a:cubicBezTo>
                    <a:pt x="233370" y="426192"/>
                    <a:pt x="236794" y="416653"/>
                    <a:pt x="240205" y="407127"/>
                  </a:cubicBezTo>
                  <a:cubicBezTo>
                    <a:pt x="243630" y="397588"/>
                    <a:pt x="247067" y="388062"/>
                    <a:pt x="250478" y="378523"/>
                  </a:cubicBezTo>
                  <a:cubicBezTo>
                    <a:pt x="253889" y="368984"/>
                    <a:pt x="257272" y="359445"/>
                    <a:pt x="260683" y="349906"/>
                  </a:cubicBezTo>
                  <a:cubicBezTo>
                    <a:pt x="264094" y="340367"/>
                    <a:pt x="267545" y="330841"/>
                    <a:pt x="270970" y="321315"/>
                  </a:cubicBezTo>
                  <a:cubicBezTo>
                    <a:pt x="274394" y="311790"/>
                    <a:pt x="277805" y="302251"/>
                    <a:pt x="281243" y="292725"/>
                  </a:cubicBezTo>
                  <a:cubicBezTo>
                    <a:pt x="284681" y="283199"/>
                    <a:pt x="288186" y="273687"/>
                    <a:pt x="291624" y="264162"/>
                  </a:cubicBezTo>
                  <a:cubicBezTo>
                    <a:pt x="295062" y="254636"/>
                    <a:pt x="298446" y="245097"/>
                    <a:pt x="301870" y="235558"/>
                  </a:cubicBezTo>
                  <a:cubicBezTo>
                    <a:pt x="305281" y="226019"/>
                    <a:pt x="308732" y="216493"/>
                    <a:pt x="312089" y="206940"/>
                  </a:cubicBezTo>
                  <a:cubicBezTo>
                    <a:pt x="315445" y="197388"/>
                    <a:pt x="318706" y="187794"/>
                    <a:pt x="322022" y="178228"/>
                  </a:cubicBezTo>
                  <a:cubicBezTo>
                    <a:pt x="325351" y="168661"/>
                    <a:pt x="328775" y="159122"/>
                    <a:pt x="332010" y="149529"/>
                  </a:cubicBezTo>
                  <a:cubicBezTo>
                    <a:pt x="335230" y="139922"/>
                    <a:pt x="339144" y="130423"/>
                    <a:pt x="341386" y="120626"/>
                  </a:cubicBezTo>
                  <a:cubicBezTo>
                    <a:pt x="343628" y="110815"/>
                    <a:pt x="345843" y="100623"/>
                    <a:pt x="345476" y="90704"/>
                  </a:cubicBezTo>
                  <a:cubicBezTo>
                    <a:pt x="345095" y="80784"/>
                    <a:pt x="342731" y="70402"/>
                    <a:pt x="339144" y="61108"/>
                  </a:cubicBezTo>
                  <a:cubicBezTo>
                    <a:pt x="335556" y="51813"/>
                    <a:pt x="330257" y="42641"/>
                    <a:pt x="323952" y="34936"/>
                  </a:cubicBezTo>
                  <a:cubicBezTo>
                    <a:pt x="317646" y="27231"/>
                    <a:pt x="309711" y="20179"/>
                    <a:pt x="301286" y="14879"/>
                  </a:cubicBezTo>
                  <a:cubicBezTo>
                    <a:pt x="292861" y="9580"/>
                    <a:pt x="283064" y="5517"/>
                    <a:pt x="273388" y="3153"/>
                  </a:cubicBezTo>
                  <a:cubicBezTo>
                    <a:pt x="263713" y="802"/>
                    <a:pt x="253169" y="0"/>
                    <a:pt x="243222" y="747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</p:grpSp>
      <p:sp>
        <p:nvSpPr>
          <p:cNvPr id="34" name="Text 32"/>
          <p:cNvSpPr txBox="1"/>
          <p:nvPr/>
        </p:nvSpPr>
        <p:spPr>
          <a:xfrm>
            <a:off x="548640" y="55778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White one-color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5216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Deep Navy / White</a:t>
            </a:r>
            <a:endParaRPr lang="en-US" sz="1100" dirty="0"/>
          </a:p>
        </p:txBody>
      </p:sp>
      <p:sp>
        <p:nvSpPr>
          <p:cNvPr id="36" name="Background 05 Black one-color"/>
          <p:cNvSpPr/>
          <p:nvPr/>
        </p:nvSpPr>
        <p:spPr>
          <a:xfrm>
            <a:off x="4300423" y="3931920"/>
            <a:ext cx="3547872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rgbClr val="DCE6F7"/>
            </a:solidFill>
            <a:prstDash val="solid"/>
          </a:ln>
        </p:spPr>
      </p:sp>
      <p:grpSp>
        <p:nvGrpSpPr>
          <p:cNvPr id="56" name="VCA symbol (Black one-color)"/>
          <p:cNvGrpSpPr/>
          <p:nvPr/>
        </p:nvGrpSpPr>
        <p:grpSpPr>
          <a:xfrm>
            <a:off x="5502859" y="4208894"/>
            <a:ext cx="1143000" cy="1000532"/>
            <a:chOff x="5502859" y="4208894"/>
            <a:chExt cx="1143000" cy="1000532"/>
          </a:xfrm>
        </p:grpSpPr>
        <p:sp>
          <p:nvSpPr>
            <p:cNvPr id="37" name="Outer left wave"/>
            <p:cNvSpPr/>
            <p:nvPr/>
          </p:nvSpPr>
          <p:spPr>
            <a:xfrm>
              <a:off x="5502859" y="4209093"/>
              <a:ext cx="345440" cy="761027"/>
            </a:xfrm>
            <a:custGeom>
              <a:avLst/>
              <a:gdLst/>
              <a:ahLst/>
              <a:cxnLst/>
              <a:rect l="l" t="t" r="r" b="b"/>
              <a:pathLst>
                <a:path w="345440" h="761027">
                  <a:moveTo>
                    <a:pt x="98010" y="196"/>
                  </a:moveTo>
                  <a:cubicBezTo>
                    <a:pt x="88040" y="0"/>
                    <a:pt x="77550" y="1250"/>
                    <a:pt x="67997" y="4090"/>
                  </a:cubicBezTo>
                  <a:cubicBezTo>
                    <a:pt x="58444" y="6944"/>
                    <a:pt x="48878" y="11564"/>
                    <a:pt x="40711" y="17271"/>
                  </a:cubicBezTo>
                  <a:cubicBezTo>
                    <a:pt x="32558" y="22978"/>
                    <a:pt x="24949" y="30357"/>
                    <a:pt x="18997" y="38347"/>
                  </a:cubicBezTo>
                  <a:cubicBezTo>
                    <a:pt x="13045" y="46337"/>
                    <a:pt x="8140" y="55754"/>
                    <a:pt x="5001" y="65212"/>
                  </a:cubicBezTo>
                  <a:cubicBezTo>
                    <a:pt x="1862" y="74669"/>
                    <a:pt x="0" y="85173"/>
                    <a:pt x="136" y="95106"/>
                  </a:cubicBezTo>
                  <a:cubicBezTo>
                    <a:pt x="285" y="105040"/>
                    <a:pt x="3302" y="115054"/>
                    <a:pt x="5857" y="124811"/>
                  </a:cubicBezTo>
                  <a:cubicBezTo>
                    <a:pt x="8398" y="134568"/>
                    <a:pt x="12175" y="144066"/>
                    <a:pt x="15423" y="153660"/>
                  </a:cubicBezTo>
                  <a:cubicBezTo>
                    <a:pt x="18657" y="163267"/>
                    <a:pt x="22000" y="172833"/>
                    <a:pt x="25329" y="182399"/>
                  </a:cubicBezTo>
                  <a:cubicBezTo>
                    <a:pt x="28645" y="191966"/>
                    <a:pt x="32001" y="201532"/>
                    <a:pt x="35371" y="211085"/>
                  </a:cubicBezTo>
                  <a:cubicBezTo>
                    <a:pt x="38741" y="220651"/>
                    <a:pt x="42152" y="230177"/>
                    <a:pt x="45535" y="239730"/>
                  </a:cubicBezTo>
                  <a:cubicBezTo>
                    <a:pt x="48919" y="249282"/>
                    <a:pt x="52275" y="258849"/>
                    <a:pt x="55672" y="268388"/>
                  </a:cubicBezTo>
                  <a:cubicBezTo>
                    <a:pt x="59070" y="277941"/>
                    <a:pt x="62467" y="287480"/>
                    <a:pt x="65891" y="297019"/>
                  </a:cubicBezTo>
                  <a:cubicBezTo>
                    <a:pt x="69315" y="306545"/>
                    <a:pt x="72808" y="316057"/>
                    <a:pt x="76245" y="325596"/>
                  </a:cubicBezTo>
                  <a:cubicBezTo>
                    <a:pt x="79683" y="335121"/>
                    <a:pt x="83094" y="344674"/>
                    <a:pt x="86518" y="354200"/>
                  </a:cubicBezTo>
                  <a:cubicBezTo>
                    <a:pt x="89943" y="363739"/>
                    <a:pt x="93367" y="373278"/>
                    <a:pt x="96819" y="382804"/>
                  </a:cubicBezTo>
                  <a:cubicBezTo>
                    <a:pt x="100270" y="392329"/>
                    <a:pt x="103803" y="401828"/>
                    <a:pt x="107227" y="411353"/>
                  </a:cubicBezTo>
                  <a:cubicBezTo>
                    <a:pt x="110665" y="420892"/>
                    <a:pt x="113981" y="430459"/>
                    <a:pt x="117392" y="439998"/>
                  </a:cubicBezTo>
                  <a:cubicBezTo>
                    <a:pt x="120816" y="449537"/>
                    <a:pt x="124322" y="459049"/>
                    <a:pt x="127746" y="468575"/>
                  </a:cubicBezTo>
                  <a:cubicBezTo>
                    <a:pt x="131157" y="478114"/>
                    <a:pt x="134513" y="487680"/>
                    <a:pt x="137910" y="497219"/>
                  </a:cubicBezTo>
                  <a:cubicBezTo>
                    <a:pt x="141321" y="506759"/>
                    <a:pt x="144759" y="516298"/>
                    <a:pt x="148183" y="525823"/>
                  </a:cubicBezTo>
                  <a:cubicBezTo>
                    <a:pt x="151608" y="535363"/>
                    <a:pt x="155046" y="544902"/>
                    <a:pt x="158470" y="554441"/>
                  </a:cubicBezTo>
                  <a:cubicBezTo>
                    <a:pt x="161881" y="563966"/>
                    <a:pt x="165291" y="573519"/>
                    <a:pt x="168716" y="583045"/>
                  </a:cubicBezTo>
                  <a:cubicBezTo>
                    <a:pt x="172140" y="592584"/>
                    <a:pt x="175564" y="602123"/>
                    <a:pt x="179016" y="611649"/>
                  </a:cubicBezTo>
                  <a:cubicBezTo>
                    <a:pt x="182467" y="621174"/>
                    <a:pt x="185960" y="630686"/>
                    <a:pt x="189398" y="640212"/>
                  </a:cubicBezTo>
                  <a:cubicBezTo>
                    <a:pt x="192835" y="649751"/>
                    <a:pt x="196151" y="659318"/>
                    <a:pt x="199616" y="668843"/>
                  </a:cubicBezTo>
                  <a:cubicBezTo>
                    <a:pt x="203068" y="678369"/>
                    <a:pt x="206016" y="688125"/>
                    <a:pt x="210134" y="697352"/>
                  </a:cubicBezTo>
                  <a:cubicBezTo>
                    <a:pt x="214251" y="706579"/>
                    <a:pt x="218654" y="715914"/>
                    <a:pt x="224334" y="724203"/>
                  </a:cubicBezTo>
                  <a:cubicBezTo>
                    <a:pt x="230000" y="732478"/>
                    <a:pt x="236278" y="741216"/>
                    <a:pt x="244146" y="747072"/>
                  </a:cubicBezTo>
                  <a:cubicBezTo>
                    <a:pt x="252027" y="752929"/>
                    <a:pt x="262028" y="757644"/>
                    <a:pt x="271581" y="759329"/>
                  </a:cubicBezTo>
                  <a:cubicBezTo>
                    <a:pt x="281148" y="761028"/>
                    <a:pt x="292317" y="760267"/>
                    <a:pt x="301544" y="757223"/>
                  </a:cubicBezTo>
                  <a:cubicBezTo>
                    <a:pt x="310757" y="754179"/>
                    <a:pt x="320092" y="748051"/>
                    <a:pt x="326927" y="741080"/>
                  </a:cubicBezTo>
                  <a:cubicBezTo>
                    <a:pt x="333749" y="734095"/>
                    <a:pt x="339565" y="724611"/>
                    <a:pt x="342500" y="715316"/>
                  </a:cubicBezTo>
                  <a:cubicBezTo>
                    <a:pt x="345435" y="706021"/>
                    <a:pt x="345204" y="695273"/>
                    <a:pt x="344538" y="685312"/>
                  </a:cubicBezTo>
                  <a:cubicBezTo>
                    <a:pt x="343872" y="675352"/>
                    <a:pt x="340584" y="665446"/>
                    <a:pt x="338491" y="655526"/>
                  </a:cubicBezTo>
                  <a:cubicBezTo>
                    <a:pt x="336412" y="645607"/>
                    <a:pt x="334197" y="635728"/>
                    <a:pt x="332037" y="625822"/>
                  </a:cubicBezTo>
                  <a:cubicBezTo>
                    <a:pt x="329876" y="615929"/>
                    <a:pt x="327702" y="606023"/>
                    <a:pt x="325555" y="596131"/>
                  </a:cubicBezTo>
                  <a:cubicBezTo>
                    <a:pt x="323394" y="586225"/>
                    <a:pt x="321343" y="576305"/>
                    <a:pt x="319100" y="566426"/>
                  </a:cubicBezTo>
                  <a:cubicBezTo>
                    <a:pt x="316845" y="556547"/>
                    <a:pt x="314344" y="546723"/>
                    <a:pt x="312062" y="536857"/>
                  </a:cubicBezTo>
                  <a:cubicBezTo>
                    <a:pt x="309765" y="526978"/>
                    <a:pt x="307604" y="517086"/>
                    <a:pt x="305390" y="507207"/>
                  </a:cubicBezTo>
                  <a:cubicBezTo>
                    <a:pt x="303161" y="497315"/>
                    <a:pt x="300973" y="487422"/>
                    <a:pt x="298718" y="477543"/>
                  </a:cubicBezTo>
                  <a:cubicBezTo>
                    <a:pt x="296475" y="467664"/>
                    <a:pt x="294165" y="457799"/>
                    <a:pt x="291883" y="447934"/>
                  </a:cubicBezTo>
                  <a:cubicBezTo>
                    <a:pt x="289613" y="438055"/>
                    <a:pt x="287385" y="428176"/>
                    <a:pt x="285075" y="418311"/>
                  </a:cubicBezTo>
                  <a:cubicBezTo>
                    <a:pt x="282778" y="408445"/>
                    <a:pt x="280414" y="398580"/>
                    <a:pt x="278063" y="388728"/>
                  </a:cubicBezTo>
                  <a:cubicBezTo>
                    <a:pt x="275712" y="378877"/>
                    <a:pt x="273348" y="369025"/>
                    <a:pt x="270970" y="359173"/>
                  </a:cubicBezTo>
                  <a:cubicBezTo>
                    <a:pt x="268605" y="349321"/>
                    <a:pt x="266309" y="339456"/>
                    <a:pt x="263849" y="329618"/>
                  </a:cubicBezTo>
                  <a:cubicBezTo>
                    <a:pt x="261390" y="319793"/>
                    <a:pt x="258754" y="310010"/>
                    <a:pt x="256213" y="300199"/>
                  </a:cubicBezTo>
                  <a:cubicBezTo>
                    <a:pt x="253671" y="290388"/>
                    <a:pt x="251158" y="280577"/>
                    <a:pt x="248630" y="270766"/>
                  </a:cubicBezTo>
                  <a:cubicBezTo>
                    <a:pt x="246103" y="260955"/>
                    <a:pt x="243616" y="251130"/>
                    <a:pt x="241048" y="241333"/>
                  </a:cubicBezTo>
                  <a:cubicBezTo>
                    <a:pt x="238466" y="231536"/>
                    <a:pt x="235802" y="221765"/>
                    <a:pt x="233166" y="211982"/>
                  </a:cubicBezTo>
                  <a:cubicBezTo>
                    <a:pt x="230544" y="202184"/>
                    <a:pt x="227880" y="192414"/>
                    <a:pt x="225271" y="182617"/>
                  </a:cubicBezTo>
                  <a:cubicBezTo>
                    <a:pt x="222662" y="172833"/>
                    <a:pt x="220148" y="163022"/>
                    <a:pt x="217526" y="153225"/>
                  </a:cubicBezTo>
                  <a:cubicBezTo>
                    <a:pt x="214917" y="143441"/>
                    <a:pt x="212226" y="133671"/>
                    <a:pt x="209604" y="123887"/>
                  </a:cubicBezTo>
                  <a:cubicBezTo>
                    <a:pt x="206981" y="114103"/>
                    <a:pt x="204617" y="104224"/>
                    <a:pt x="201777" y="94509"/>
                  </a:cubicBezTo>
                  <a:cubicBezTo>
                    <a:pt x="198937" y="84793"/>
                    <a:pt x="196654" y="74751"/>
                    <a:pt x="192523" y="65606"/>
                  </a:cubicBezTo>
                  <a:cubicBezTo>
                    <a:pt x="188392" y="56461"/>
                    <a:pt x="183269" y="47411"/>
                    <a:pt x="177005" y="39611"/>
                  </a:cubicBezTo>
                  <a:cubicBezTo>
                    <a:pt x="170754" y="31797"/>
                    <a:pt x="163172" y="24514"/>
                    <a:pt x="154978" y="18793"/>
                  </a:cubicBezTo>
                  <a:cubicBezTo>
                    <a:pt x="146784" y="13059"/>
                    <a:pt x="137340" y="8371"/>
                    <a:pt x="127841" y="5272"/>
                  </a:cubicBezTo>
                  <a:cubicBezTo>
                    <a:pt x="118343" y="2174"/>
                    <a:pt x="107988" y="394"/>
                    <a:pt x="98014" y="190"/>
                  </a:cubicBezTo>
                  <a:close/>
                </a:path>
              </a:pathLst>
            </a:custGeom>
            <a:solidFill>
              <a:srgbClr val="000000"/>
            </a:solidFill>
            <a:ln/>
          </p:spPr>
        </p:sp>
        <p:sp>
          <p:nvSpPr>
            <p:cNvPr id="38" name="Inner left wave"/>
            <p:cNvSpPr/>
            <p:nvPr/>
          </p:nvSpPr>
          <p:spPr>
            <a:xfrm>
              <a:off x="5791460" y="4415888"/>
              <a:ext cx="180179" cy="649531"/>
            </a:xfrm>
            <a:custGeom>
              <a:avLst/>
              <a:gdLst/>
              <a:ahLst/>
              <a:cxnLst/>
              <a:rect l="l" t="t" r="r" b="b"/>
              <a:pathLst>
                <a:path w="180179" h="649531">
                  <a:moveTo>
                    <a:pt x="65214" y="602"/>
                  </a:moveTo>
                  <a:cubicBezTo>
                    <a:pt x="55428" y="1209"/>
                    <a:pt x="44788" y="4457"/>
                    <a:pt x="36254" y="9322"/>
                  </a:cubicBezTo>
                  <a:cubicBezTo>
                    <a:pt x="27721" y="14200"/>
                    <a:pt x="19758" y="21782"/>
                    <a:pt x="14051" y="29827"/>
                  </a:cubicBezTo>
                  <a:cubicBezTo>
                    <a:pt x="8343" y="37871"/>
                    <a:pt x="4077" y="47927"/>
                    <a:pt x="2038" y="57588"/>
                  </a:cubicBezTo>
                  <a:cubicBezTo>
                    <a:pt x="0" y="67250"/>
                    <a:pt x="842" y="77767"/>
                    <a:pt x="1821" y="87782"/>
                  </a:cubicBezTo>
                  <a:cubicBezTo>
                    <a:pt x="2786" y="97797"/>
                    <a:pt x="5789" y="107717"/>
                    <a:pt x="7868" y="117663"/>
                  </a:cubicBezTo>
                  <a:cubicBezTo>
                    <a:pt x="9947" y="127610"/>
                    <a:pt x="12189" y="137516"/>
                    <a:pt x="14309" y="147463"/>
                  </a:cubicBezTo>
                  <a:cubicBezTo>
                    <a:pt x="16429" y="157396"/>
                    <a:pt x="18494" y="167343"/>
                    <a:pt x="20560" y="177290"/>
                  </a:cubicBezTo>
                  <a:cubicBezTo>
                    <a:pt x="22639" y="187237"/>
                    <a:pt x="24650" y="197197"/>
                    <a:pt x="26756" y="207144"/>
                  </a:cubicBezTo>
                  <a:cubicBezTo>
                    <a:pt x="28849" y="217077"/>
                    <a:pt x="31036" y="226997"/>
                    <a:pt x="33156" y="236944"/>
                  </a:cubicBezTo>
                  <a:cubicBezTo>
                    <a:pt x="35276" y="246877"/>
                    <a:pt x="37423" y="256810"/>
                    <a:pt x="39488" y="266757"/>
                  </a:cubicBezTo>
                  <a:cubicBezTo>
                    <a:pt x="41567" y="276704"/>
                    <a:pt x="43538" y="286678"/>
                    <a:pt x="45617" y="296625"/>
                  </a:cubicBezTo>
                  <a:cubicBezTo>
                    <a:pt x="47682" y="306572"/>
                    <a:pt x="49884" y="316491"/>
                    <a:pt x="51922" y="326438"/>
                  </a:cubicBezTo>
                  <a:cubicBezTo>
                    <a:pt x="53974" y="336399"/>
                    <a:pt x="55944" y="346359"/>
                    <a:pt x="57887" y="356333"/>
                  </a:cubicBezTo>
                  <a:cubicBezTo>
                    <a:pt x="59817" y="366307"/>
                    <a:pt x="61706" y="376295"/>
                    <a:pt x="63567" y="386282"/>
                  </a:cubicBezTo>
                  <a:cubicBezTo>
                    <a:pt x="65429" y="396270"/>
                    <a:pt x="67250" y="406271"/>
                    <a:pt x="69071" y="416272"/>
                  </a:cubicBezTo>
                  <a:cubicBezTo>
                    <a:pt x="70892" y="426260"/>
                    <a:pt x="72712" y="436261"/>
                    <a:pt x="74479" y="446262"/>
                  </a:cubicBezTo>
                  <a:cubicBezTo>
                    <a:pt x="76259" y="456277"/>
                    <a:pt x="77998" y="466292"/>
                    <a:pt x="79697" y="476307"/>
                  </a:cubicBezTo>
                  <a:cubicBezTo>
                    <a:pt x="81396" y="486321"/>
                    <a:pt x="83081" y="496336"/>
                    <a:pt x="84698" y="506378"/>
                  </a:cubicBezTo>
                  <a:cubicBezTo>
                    <a:pt x="86315" y="516406"/>
                    <a:pt x="87809" y="526448"/>
                    <a:pt x="89413" y="536490"/>
                  </a:cubicBezTo>
                  <a:cubicBezTo>
                    <a:pt x="91030" y="546519"/>
                    <a:pt x="92756" y="556534"/>
                    <a:pt x="94345" y="566575"/>
                  </a:cubicBezTo>
                  <a:cubicBezTo>
                    <a:pt x="95935" y="576604"/>
                    <a:pt x="97077" y="586741"/>
                    <a:pt x="98966" y="596701"/>
                  </a:cubicBezTo>
                  <a:cubicBezTo>
                    <a:pt x="100868" y="606662"/>
                    <a:pt x="100977" y="618022"/>
                    <a:pt x="105719" y="626311"/>
                  </a:cubicBezTo>
                  <a:cubicBezTo>
                    <a:pt x="110461" y="634600"/>
                    <a:pt x="118859" y="643365"/>
                    <a:pt x="127420" y="646449"/>
                  </a:cubicBezTo>
                  <a:cubicBezTo>
                    <a:pt x="135981" y="649534"/>
                    <a:pt x="148890" y="648800"/>
                    <a:pt x="157070" y="644791"/>
                  </a:cubicBezTo>
                  <a:cubicBezTo>
                    <a:pt x="165251" y="640796"/>
                    <a:pt x="172860" y="631189"/>
                    <a:pt x="176516" y="622425"/>
                  </a:cubicBezTo>
                  <a:cubicBezTo>
                    <a:pt x="180184" y="613660"/>
                    <a:pt x="178608" y="602327"/>
                    <a:pt x="179016" y="592217"/>
                  </a:cubicBezTo>
                  <a:cubicBezTo>
                    <a:pt x="179437" y="582094"/>
                    <a:pt x="179016" y="571889"/>
                    <a:pt x="179016" y="561724"/>
                  </a:cubicBezTo>
                  <a:cubicBezTo>
                    <a:pt x="179016" y="551560"/>
                    <a:pt x="179016" y="541409"/>
                    <a:pt x="179016" y="531245"/>
                  </a:cubicBezTo>
                  <a:cubicBezTo>
                    <a:pt x="179016" y="521081"/>
                    <a:pt x="179016" y="510917"/>
                    <a:pt x="179016" y="500752"/>
                  </a:cubicBezTo>
                  <a:cubicBezTo>
                    <a:pt x="179016" y="490602"/>
                    <a:pt x="179016" y="480438"/>
                    <a:pt x="179016" y="470273"/>
                  </a:cubicBezTo>
                  <a:cubicBezTo>
                    <a:pt x="179016" y="460109"/>
                    <a:pt x="179016" y="449945"/>
                    <a:pt x="179016" y="439781"/>
                  </a:cubicBezTo>
                  <a:cubicBezTo>
                    <a:pt x="179016" y="429630"/>
                    <a:pt x="179016" y="419466"/>
                    <a:pt x="179016" y="409301"/>
                  </a:cubicBezTo>
                  <a:cubicBezTo>
                    <a:pt x="179016" y="399137"/>
                    <a:pt x="179016" y="388973"/>
                    <a:pt x="179016" y="378822"/>
                  </a:cubicBezTo>
                  <a:cubicBezTo>
                    <a:pt x="179016" y="368658"/>
                    <a:pt x="179016" y="358494"/>
                    <a:pt x="179016" y="348329"/>
                  </a:cubicBezTo>
                  <a:cubicBezTo>
                    <a:pt x="179016" y="338165"/>
                    <a:pt x="179016" y="328015"/>
                    <a:pt x="179016" y="317850"/>
                  </a:cubicBezTo>
                  <a:cubicBezTo>
                    <a:pt x="179016" y="307686"/>
                    <a:pt x="179016" y="297522"/>
                    <a:pt x="179016" y="287358"/>
                  </a:cubicBezTo>
                  <a:cubicBezTo>
                    <a:pt x="179016" y="277207"/>
                    <a:pt x="179288" y="267029"/>
                    <a:pt x="179016" y="256878"/>
                  </a:cubicBezTo>
                  <a:cubicBezTo>
                    <a:pt x="178744" y="246728"/>
                    <a:pt x="178554" y="236536"/>
                    <a:pt x="177372" y="226467"/>
                  </a:cubicBezTo>
                  <a:cubicBezTo>
                    <a:pt x="176176" y="216398"/>
                    <a:pt x="173934" y="206438"/>
                    <a:pt x="171882" y="196491"/>
                  </a:cubicBezTo>
                  <a:cubicBezTo>
                    <a:pt x="169830" y="186544"/>
                    <a:pt x="167343" y="176679"/>
                    <a:pt x="165060" y="166773"/>
                  </a:cubicBezTo>
                  <a:cubicBezTo>
                    <a:pt x="162764" y="156880"/>
                    <a:pt x="160440" y="146988"/>
                    <a:pt x="158157" y="137082"/>
                  </a:cubicBezTo>
                  <a:cubicBezTo>
                    <a:pt x="155875" y="127189"/>
                    <a:pt x="153632" y="117269"/>
                    <a:pt x="151350" y="107363"/>
                  </a:cubicBezTo>
                  <a:cubicBezTo>
                    <a:pt x="149067" y="97471"/>
                    <a:pt x="146947" y="87510"/>
                    <a:pt x="144460" y="77672"/>
                  </a:cubicBezTo>
                  <a:cubicBezTo>
                    <a:pt x="141987" y="67834"/>
                    <a:pt x="140560" y="57439"/>
                    <a:pt x="136456" y="48321"/>
                  </a:cubicBezTo>
                  <a:cubicBezTo>
                    <a:pt x="132353" y="39203"/>
                    <a:pt x="126754" y="30044"/>
                    <a:pt x="119838" y="22938"/>
                  </a:cubicBezTo>
                  <a:cubicBezTo>
                    <a:pt x="112935" y="15844"/>
                    <a:pt x="104102" y="9430"/>
                    <a:pt x="94984" y="5707"/>
                  </a:cubicBezTo>
                  <a:cubicBezTo>
                    <a:pt x="85880" y="1984"/>
                    <a:pt x="75009" y="0"/>
                    <a:pt x="65212" y="598"/>
                  </a:cubicBezTo>
                  <a:close/>
                </a:path>
              </a:pathLst>
            </a:custGeom>
            <a:solidFill>
              <a:srgbClr val="000000"/>
            </a:solidFill>
            <a:ln/>
          </p:spPr>
        </p:sp>
        <p:sp>
          <p:nvSpPr>
            <p:cNvPr id="39" name="Center wave"/>
            <p:cNvSpPr/>
            <p:nvPr/>
          </p:nvSpPr>
          <p:spPr>
            <a:xfrm>
              <a:off x="5998857" y="4657699"/>
              <a:ext cx="150288" cy="551727"/>
            </a:xfrm>
            <a:custGeom>
              <a:avLst/>
              <a:gdLst/>
              <a:ahLst/>
              <a:cxnLst/>
              <a:rect l="l" t="t" r="r" b="b"/>
              <a:pathLst>
                <a:path w="150288" h="551727">
                  <a:moveTo>
                    <a:pt x="69798" y="685"/>
                  </a:moveTo>
                  <a:cubicBezTo>
                    <a:pt x="60021" y="1372"/>
                    <a:pt x="49585" y="4308"/>
                    <a:pt x="40902" y="8860"/>
                  </a:cubicBezTo>
                  <a:cubicBezTo>
                    <a:pt x="32219" y="13412"/>
                    <a:pt x="23875" y="20356"/>
                    <a:pt x="17719" y="27992"/>
                  </a:cubicBezTo>
                  <a:cubicBezTo>
                    <a:pt x="11564" y="35616"/>
                    <a:pt x="6726" y="45236"/>
                    <a:pt x="3968" y="54680"/>
                  </a:cubicBezTo>
                  <a:cubicBezTo>
                    <a:pt x="1209" y="64124"/>
                    <a:pt x="1644" y="74615"/>
                    <a:pt x="1182" y="84643"/>
                  </a:cubicBezTo>
                  <a:cubicBezTo>
                    <a:pt x="707" y="94685"/>
                    <a:pt x="1182" y="104795"/>
                    <a:pt x="1182" y="114878"/>
                  </a:cubicBezTo>
                  <a:cubicBezTo>
                    <a:pt x="1182" y="124947"/>
                    <a:pt x="1182" y="135030"/>
                    <a:pt x="1182" y="145099"/>
                  </a:cubicBezTo>
                  <a:cubicBezTo>
                    <a:pt x="1182" y="155168"/>
                    <a:pt x="1182" y="165251"/>
                    <a:pt x="1182" y="175320"/>
                  </a:cubicBezTo>
                  <a:cubicBezTo>
                    <a:pt x="1182" y="185402"/>
                    <a:pt x="1182" y="195472"/>
                    <a:pt x="1182" y="205554"/>
                  </a:cubicBezTo>
                  <a:cubicBezTo>
                    <a:pt x="1182" y="215623"/>
                    <a:pt x="1182" y="225706"/>
                    <a:pt x="1182" y="235775"/>
                  </a:cubicBezTo>
                  <a:cubicBezTo>
                    <a:pt x="1182" y="245844"/>
                    <a:pt x="1182" y="255927"/>
                    <a:pt x="1182" y="265996"/>
                  </a:cubicBezTo>
                  <a:cubicBezTo>
                    <a:pt x="1182" y="276079"/>
                    <a:pt x="1182" y="286148"/>
                    <a:pt x="1182" y="296231"/>
                  </a:cubicBezTo>
                  <a:cubicBezTo>
                    <a:pt x="1182" y="306300"/>
                    <a:pt x="1182" y="316383"/>
                    <a:pt x="1182" y="326452"/>
                  </a:cubicBezTo>
                  <a:cubicBezTo>
                    <a:pt x="1182" y="336521"/>
                    <a:pt x="1182" y="346604"/>
                    <a:pt x="1182" y="356673"/>
                  </a:cubicBezTo>
                  <a:cubicBezTo>
                    <a:pt x="1182" y="366756"/>
                    <a:pt x="1182" y="376825"/>
                    <a:pt x="1182" y="386907"/>
                  </a:cubicBezTo>
                  <a:cubicBezTo>
                    <a:pt x="1182" y="396977"/>
                    <a:pt x="1182" y="407059"/>
                    <a:pt x="1182" y="417128"/>
                  </a:cubicBezTo>
                  <a:cubicBezTo>
                    <a:pt x="1182" y="427198"/>
                    <a:pt x="1182" y="437280"/>
                    <a:pt x="1182" y="447349"/>
                  </a:cubicBezTo>
                  <a:cubicBezTo>
                    <a:pt x="1169" y="457432"/>
                    <a:pt x="0" y="467651"/>
                    <a:pt x="1101" y="477570"/>
                  </a:cubicBezTo>
                  <a:cubicBezTo>
                    <a:pt x="2215" y="487490"/>
                    <a:pt x="3818" y="497885"/>
                    <a:pt x="7813" y="506867"/>
                  </a:cubicBezTo>
                  <a:cubicBezTo>
                    <a:pt x="11795" y="515849"/>
                    <a:pt x="17883" y="524736"/>
                    <a:pt x="25030" y="531449"/>
                  </a:cubicBezTo>
                  <a:cubicBezTo>
                    <a:pt x="32164" y="538148"/>
                    <a:pt x="41404" y="543855"/>
                    <a:pt x="50631" y="547117"/>
                  </a:cubicBezTo>
                  <a:cubicBezTo>
                    <a:pt x="59871" y="550364"/>
                    <a:pt x="70647" y="551723"/>
                    <a:pt x="80431" y="550989"/>
                  </a:cubicBezTo>
                  <a:cubicBezTo>
                    <a:pt x="90201" y="550256"/>
                    <a:pt x="100623" y="547280"/>
                    <a:pt x="109279" y="542700"/>
                  </a:cubicBezTo>
                  <a:cubicBezTo>
                    <a:pt x="117922" y="538121"/>
                    <a:pt x="126197" y="531137"/>
                    <a:pt x="132326" y="523486"/>
                  </a:cubicBezTo>
                  <a:cubicBezTo>
                    <a:pt x="138454" y="515849"/>
                    <a:pt x="143305" y="506242"/>
                    <a:pt x="146077" y="496812"/>
                  </a:cubicBezTo>
                  <a:cubicBezTo>
                    <a:pt x="148836" y="487368"/>
                    <a:pt x="148469" y="476891"/>
                    <a:pt x="148958" y="466863"/>
                  </a:cubicBezTo>
                  <a:cubicBezTo>
                    <a:pt x="149434" y="456834"/>
                    <a:pt x="148958" y="446711"/>
                    <a:pt x="148958" y="436642"/>
                  </a:cubicBezTo>
                  <a:cubicBezTo>
                    <a:pt x="148958" y="426559"/>
                    <a:pt x="148904" y="416490"/>
                    <a:pt x="148958" y="406421"/>
                  </a:cubicBezTo>
                  <a:cubicBezTo>
                    <a:pt x="148999" y="396338"/>
                    <a:pt x="149189" y="386269"/>
                    <a:pt x="149243" y="376200"/>
                  </a:cubicBezTo>
                  <a:cubicBezTo>
                    <a:pt x="149284" y="366117"/>
                    <a:pt x="149243" y="356048"/>
                    <a:pt x="149243" y="345979"/>
                  </a:cubicBezTo>
                  <a:cubicBezTo>
                    <a:pt x="149243" y="335909"/>
                    <a:pt x="149270" y="325840"/>
                    <a:pt x="149216" y="315758"/>
                  </a:cubicBezTo>
                  <a:cubicBezTo>
                    <a:pt x="149175" y="305689"/>
                    <a:pt x="148985" y="295619"/>
                    <a:pt x="148958" y="285550"/>
                  </a:cubicBezTo>
                  <a:cubicBezTo>
                    <a:pt x="148917" y="275468"/>
                    <a:pt x="149012" y="265398"/>
                    <a:pt x="149026" y="255329"/>
                  </a:cubicBezTo>
                  <a:cubicBezTo>
                    <a:pt x="149053" y="245260"/>
                    <a:pt x="149067" y="235177"/>
                    <a:pt x="149053" y="225108"/>
                  </a:cubicBezTo>
                  <a:cubicBezTo>
                    <a:pt x="149039" y="215039"/>
                    <a:pt x="148917" y="204970"/>
                    <a:pt x="148958" y="194887"/>
                  </a:cubicBezTo>
                  <a:cubicBezTo>
                    <a:pt x="148985" y="184818"/>
                    <a:pt x="149175" y="174749"/>
                    <a:pt x="149230" y="164666"/>
                  </a:cubicBezTo>
                  <a:cubicBezTo>
                    <a:pt x="149284" y="154597"/>
                    <a:pt x="149338" y="144528"/>
                    <a:pt x="149298" y="134459"/>
                  </a:cubicBezTo>
                  <a:cubicBezTo>
                    <a:pt x="149243" y="124376"/>
                    <a:pt x="148972" y="114307"/>
                    <a:pt x="148958" y="104238"/>
                  </a:cubicBezTo>
                  <a:cubicBezTo>
                    <a:pt x="148958" y="94155"/>
                    <a:pt x="150290" y="83923"/>
                    <a:pt x="149243" y="74017"/>
                  </a:cubicBezTo>
                  <a:cubicBezTo>
                    <a:pt x="148197" y="64097"/>
                    <a:pt x="146689" y="53661"/>
                    <a:pt x="142680" y="44734"/>
                  </a:cubicBezTo>
                  <a:cubicBezTo>
                    <a:pt x="138658" y="35806"/>
                    <a:pt x="132339" y="27068"/>
                    <a:pt x="125151" y="20410"/>
                  </a:cubicBezTo>
                  <a:cubicBezTo>
                    <a:pt x="117962" y="13752"/>
                    <a:pt x="108790" y="8044"/>
                    <a:pt x="99563" y="4756"/>
                  </a:cubicBezTo>
                  <a:cubicBezTo>
                    <a:pt x="90350" y="1468"/>
                    <a:pt x="79575" y="0"/>
                    <a:pt x="69804" y="679"/>
                  </a:cubicBezTo>
                  <a:close/>
                </a:path>
              </a:pathLst>
            </a:custGeom>
            <a:solidFill>
              <a:srgbClr val="000000"/>
            </a:solidFill>
            <a:ln/>
          </p:spPr>
        </p:sp>
        <p:sp>
          <p:nvSpPr>
            <p:cNvPr id="40" name="Inner right wave"/>
            <p:cNvSpPr/>
            <p:nvPr/>
          </p:nvSpPr>
          <p:spPr>
            <a:xfrm>
              <a:off x="6176601" y="4416001"/>
              <a:ext cx="180061" cy="649521"/>
            </a:xfrm>
            <a:custGeom>
              <a:avLst/>
              <a:gdLst/>
              <a:ahLst/>
              <a:cxnLst/>
              <a:rect l="l" t="t" r="r" b="b"/>
              <a:pathLst>
                <a:path w="180061" h="649521">
                  <a:moveTo>
                    <a:pt x="105056" y="912"/>
                  </a:moveTo>
                  <a:cubicBezTo>
                    <a:pt x="95297" y="1821"/>
                    <a:pt x="84874" y="5422"/>
                    <a:pt x="76368" y="10409"/>
                  </a:cubicBezTo>
                  <a:cubicBezTo>
                    <a:pt x="67861" y="15396"/>
                    <a:pt x="59980" y="22924"/>
                    <a:pt x="54015" y="30860"/>
                  </a:cubicBezTo>
                  <a:cubicBezTo>
                    <a:pt x="48049" y="38782"/>
                    <a:pt x="43945" y="48511"/>
                    <a:pt x="40575" y="57982"/>
                  </a:cubicBezTo>
                  <a:cubicBezTo>
                    <a:pt x="37192" y="67454"/>
                    <a:pt x="36050" y="77795"/>
                    <a:pt x="33781" y="87687"/>
                  </a:cubicBezTo>
                  <a:cubicBezTo>
                    <a:pt x="31512" y="97580"/>
                    <a:pt x="29215" y="107486"/>
                    <a:pt x="26933" y="117378"/>
                  </a:cubicBezTo>
                  <a:cubicBezTo>
                    <a:pt x="24636" y="127271"/>
                    <a:pt x="22326" y="137163"/>
                    <a:pt x="20016" y="147056"/>
                  </a:cubicBezTo>
                  <a:cubicBezTo>
                    <a:pt x="17692" y="156948"/>
                    <a:pt x="15287" y="166813"/>
                    <a:pt x="13018" y="176719"/>
                  </a:cubicBezTo>
                  <a:cubicBezTo>
                    <a:pt x="10735" y="186612"/>
                    <a:pt x="8235" y="196477"/>
                    <a:pt x="6359" y="206451"/>
                  </a:cubicBezTo>
                  <a:cubicBezTo>
                    <a:pt x="4484" y="216425"/>
                    <a:pt x="2609" y="226467"/>
                    <a:pt x="1739" y="236550"/>
                  </a:cubicBezTo>
                  <a:cubicBezTo>
                    <a:pt x="870" y="246646"/>
                    <a:pt x="1209" y="256851"/>
                    <a:pt x="1101" y="267002"/>
                  </a:cubicBezTo>
                  <a:cubicBezTo>
                    <a:pt x="992" y="277153"/>
                    <a:pt x="1101" y="287317"/>
                    <a:pt x="1101" y="297481"/>
                  </a:cubicBezTo>
                  <a:cubicBezTo>
                    <a:pt x="1101" y="307632"/>
                    <a:pt x="1101" y="317796"/>
                    <a:pt x="1101" y="327947"/>
                  </a:cubicBezTo>
                  <a:cubicBezTo>
                    <a:pt x="1101" y="338111"/>
                    <a:pt x="1101" y="348262"/>
                    <a:pt x="1101" y="358426"/>
                  </a:cubicBezTo>
                  <a:cubicBezTo>
                    <a:pt x="1101" y="368576"/>
                    <a:pt x="1101" y="378741"/>
                    <a:pt x="1101" y="388891"/>
                  </a:cubicBezTo>
                  <a:cubicBezTo>
                    <a:pt x="1101" y="399056"/>
                    <a:pt x="1101" y="409206"/>
                    <a:pt x="1101" y="419371"/>
                  </a:cubicBezTo>
                  <a:cubicBezTo>
                    <a:pt x="1101" y="429521"/>
                    <a:pt x="1101" y="439685"/>
                    <a:pt x="1101" y="449836"/>
                  </a:cubicBezTo>
                  <a:cubicBezTo>
                    <a:pt x="1101" y="460000"/>
                    <a:pt x="1101" y="470151"/>
                    <a:pt x="1101" y="480315"/>
                  </a:cubicBezTo>
                  <a:cubicBezTo>
                    <a:pt x="1101" y="490466"/>
                    <a:pt x="1101" y="500630"/>
                    <a:pt x="1101" y="510781"/>
                  </a:cubicBezTo>
                  <a:cubicBezTo>
                    <a:pt x="1101" y="520945"/>
                    <a:pt x="1101" y="531096"/>
                    <a:pt x="1101" y="541260"/>
                  </a:cubicBezTo>
                  <a:cubicBezTo>
                    <a:pt x="1101" y="551411"/>
                    <a:pt x="1101" y="561575"/>
                    <a:pt x="1101" y="571726"/>
                  </a:cubicBezTo>
                  <a:cubicBezTo>
                    <a:pt x="1101" y="581890"/>
                    <a:pt x="0" y="592258"/>
                    <a:pt x="1101" y="602205"/>
                  </a:cubicBezTo>
                  <a:cubicBezTo>
                    <a:pt x="2201" y="612152"/>
                    <a:pt x="2514" y="623824"/>
                    <a:pt x="7718" y="631420"/>
                  </a:cubicBezTo>
                  <a:cubicBezTo>
                    <a:pt x="12936" y="639030"/>
                    <a:pt x="23440" y="646109"/>
                    <a:pt x="32382" y="647808"/>
                  </a:cubicBezTo>
                  <a:cubicBezTo>
                    <a:pt x="41336" y="649520"/>
                    <a:pt x="53919" y="646911"/>
                    <a:pt x="61407" y="641680"/>
                  </a:cubicBezTo>
                  <a:cubicBezTo>
                    <a:pt x="68880" y="636448"/>
                    <a:pt x="73800" y="625645"/>
                    <a:pt x="77278" y="616418"/>
                  </a:cubicBezTo>
                  <a:cubicBezTo>
                    <a:pt x="80743" y="607205"/>
                    <a:pt x="80594" y="596389"/>
                    <a:pt x="82224" y="586360"/>
                  </a:cubicBezTo>
                  <a:cubicBezTo>
                    <a:pt x="83855" y="576346"/>
                    <a:pt x="85472" y="566304"/>
                    <a:pt x="87076" y="556275"/>
                  </a:cubicBezTo>
                  <a:cubicBezTo>
                    <a:pt x="88679" y="546247"/>
                    <a:pt x="90242" y="536219"/>
                    <a:pt x="91859" y="526190"/>
                  </a:cubicBezTo>
                  <a:cubicBezTo>
                    <a:pt x="93476" y="516162"/>
                    <a:pt x="95120" y="506134"/>
                    <a:pt x="96805" y="496119"/>
                  </a:cubicBezTo>
                  <a:cubicBezTo>
                    <a:pt x="98490" y="486104"/>
                    <a:pt x="100229" y="476103"/>
                    <a:pt x="101996" y="466088"/>
                  </a:cubicBezTo>
                  <a:cubicBezTo>
                    <a:pt x="103762" y="456087"/>
                    <a:pt x="105610" y="446099"/>
                    <a:pt x="107390" y="436098"/>
                  </a:cubicBezTo>
                  <a:cubicBezTo>
                    <a:pt x="109157" y="426097"/>
                    <a:pt x="110828" y="416082"/>
                    <a:pt x="112663" y="406094"/>
                  </a:cubicBezTo>
                  <a:cubicBezTo>
                    <a:pt x="114484" y="396107"/>
                    <a:pt x="116454" y="386133"/>
                    <a:pt x="118356" y="376159"/>
                  </a:cubicBezTo>
                  <a:cubicBezTo>
                    <a:pt x="120272" y="366185"/>
                    <a:pt x="122107" y="356197"/>
                    <a:pt x="124091" y="346237"/>
                  </a:cubicBezTo>
                  <a:cubicBezTo>
                    <a:pt x="126075" y="336263"/>
                    <a:pt x="128195" y="326330"/>
                    <a:pt x="130246" y="316383"/>
                  </a:cubicBezTo>
                  <a:cubicBezTo>
                    <a:pt x="132298" y="306436"/>
                    <a:pt x="134269" y="296475"/>
                    <a:pt x="136388" y="286542"/>
                  </a:cubicBezTo>
                  <a:cubicBezTo>
                    <a:pt x="138495" y="276609"/>
                    <a:pt x="140737" y="266703"/>
                    <a:pt x="142911" y="256783"/>
                  </a:cubicBezTo>
                  <a:cubicBezTo>
                    <a:pt x="145085" y="246864"/>
                    <a:pt x="147314" y="236944"/>
                    <a:pt x="149447" y="227011"/>
                  </a:cubicBezTo>
                  <a:cubicBezTo>
                    <a:pt x="151567" y="217077"/>
                    <a:pt x="153578" y="207131"/>
                    <a:pt x="155657" y="197184"/>
                  </a:cubicBezTo>
                  <a:cubicBezTo>
                    <a:pt x="157736" y="187237"/>
                    <a:pt x="159842" y="177304"/>
                    <a:pt x="161935" y="167370"/>
                  </a:cubicBezTo>
                  <a:cubicBezTo>
                    <a:pt x="164028" y="157424"/>
                    <a:pt x="166134" y="147490"/>
                    <a:pt x="168240" y="137557"/>
                  </a:cubicBezTo>
                  <a:cubicBezTo>
                    <a:pt x="170346" y="127610"/>
                    <a:pt x="172616" y="117704"/>
                    <a:pt x="174559" y="107744"/>
                  </a:cubicBezTo>
                  <a:cubicBezTo>
                    <a:pt x="176502" y="97783"/>
                    <a:pt x="179736" y="87741"/>
                    <a:pt x="179899" y="77754"/>
                  </a:cubicBezTo>
                  <a:cubicBezTo>
                    <a:pt x="180062" y="67766"/>
                    <a:pt x="178839" y="57140"/>
                    <a:pt x="175510" y="47818"/>
                  </a:cubicBezTo>
                  <a:cubicBezTo>
                    <a:pt x="172194" y="38510"/>
                    <a:pt x="166745" y="29025"/>
                    <a:pt x="159978" y="21878"/>
                  </a:cubicBezTo>
                  <a:cubicBezTo>
                    <a:pt x="153211" y="14730"/>
                    <a:pt x="144093" y="8439"/>
                    <a:pt x="134935" y="4946"/>
                  </a:cubicBezTo>
                  <a:cubicBezTo>
                    <a:pt x="125776" y="1440"/>
                    <a:pt x="114823" y="0"/>
                    <a:pt x="105053" y="910"/>
                  </a:cubicBezTo>
                  <a:close/>
                </a:path>
              </a:pathLst>
            </a:custGeom>
            <a:solidFill>
              <a:srgbClr val="000000"/>
            </a:solidFill>
            <a:ln/>
          </p:spPr>
        </p:sp>
        <p:sp>
          <p:nvSpPr>
            <p:cNvPr id="41" name="Outer right wave"/>
            <p:cNvSpPr/>
            <p:nvPr/>
          </p:nvSpPr>
          <p:spPr>
            <a:xfrm>
              <a:off x="6300016" y="4208894"/>
              <a:ext cx="345843" cy="760894"/>
            </a:xfrm>
            <a:custGeom>
              <a:avLst/>
              <a:gdLst/>
              <a:ahLst/>
              <a:cxnLst/>
              <a:rect l="l" t="t" r="r" b="b"/>
              <a:pathLst>
                <a:path w="345843" h="760894">
                  <a:moveTo>
                    <a:pt x="243221" y="743"/>
                  </a:moveTo>
                  <a:cubicBezTo>
                    <a:pt x="233275" y="1481"/>
                    <a:pt x="223043" y="3995"/>
                    <a:pt x="213735" y="7610"/>
                  </a:cubicBezTo>
                  <a:cubicBezTo>
                    <a:pt x="204426" y="11238"/>
                    <a:pt x="195281" y="16374"/>
                    <a:pt x="187346" y="22435"/>
                  </a:cubicBezTo>
                  <a:cubicBezTo>
                    <a:pt x="179410" y="28509"/>
                    <a:pt x="172113" y="36023"/>
                    <a:pt x="166134" y="44041"/>
                  </a:cubicBezTo>
                  <a:cubicBezTo>
                    <a:pt x="160155" y="52058"/>
                    <a:pt x="155358" y="61284"/>
                    <a:pt x="151458" y="70538"/>
                  </a:cubicBezTo>
                  <a:cubicBezTo>
                    <a:pt x="147558" y="79806"/>
                    <a:pt x="145493" y="89888"/>
                    <a:pt x="142734" y="99618"/>
                  </a:cubicBezTo>
                  <a:cubicBezTo>
                    <a:pt x="139976" y="109361"/>
                    <a:pt x="137530" y="119199"/>
                    <a:pt x="134921" y="128983"/>
                  </a:cubicBezTo>
                  <a:cubicBezTo>
                    <a:pt x="132326" y="138780"/>
                    <a:pt x="129717" y="148564"/>
                    <a:pt x="127108" y="158348"/>
                  </a:cubicBezTo>
                  <a:cubicBezTo>
                    <a:pt x="124498" y="168131"/>
                    <a:pt x="121903" y="177929"/>
                    <a:pt x="119280" y="187713"/>
                  </a:cubicBezTo>
                  <a:cubicBezTo>
                    <a:pt x="116644" y="197496"/>
                    <a:pt x="113954" y="207253"/>
                    <a:pt x="111345" y="217037"/>
                  </a:cubicBezTo>
                  <a:cubicBezTo>
                    <a:pt x="108736" y="226820"/>
                    <a:pt x="106168" y="236631"/>
                    <a:pt x="103613" y="246429"/>
                  </a:cubicBezTo>
                  <a:cubicBezTo>
                    <a:pt x="101072" y="256226"/>
                    <a:pt x="98585" y="266051"/>
                    <a:pt x="96058" y="275862"/>
                  </a:cubicBezTo>
                  <a:cubicBezTo>
                    <a:pt x="93530" y="285673"/>
                    <a:pt x="90989" y="295470"/>
                    <a:pt x="88475" y="305281"/>
                  </a:cubicBezTo>
                  <a:cubicBezTo>
                    <a:pt x="85975" y="315092"/>
                    <a:pt x="83475" y="324916"/>
                    <a:pt x="81042" y="334741"/>
                  </a:cubicBezTo>
                  <a:cubicBezTo>
                    <a:pt x="78596" y="344579"/>
                    <a:pt x="76259" y="354431"/>
                    <a:pt x="73854" y="364269"/>
                  </a:cubicBezTo>
                  <a:cubicBezTo>
                    <a:pt x="71449" y="374107"/>
                    <a:pt x="68948" y="383918"/>
                    <a:pt x="66584" y="393770"/>
                  </a:cubicBezTo>
                  <a:cubicBezTo>
                    <a:pt x="64220" y="403621"/>
                    <a:pt x="61950" y="413487"/>
                    <a:pt x="59695" y="423366"/>
                  </a:cubicBezTo>
                  <a:cubicBezTo>
                    <a:pt x="57425" y="433231"/>
                    <a:pt x="55251" y="443123"/>
                    <a:pt x="52995" y="453002"/>
                  </a:cubicBezTo>
                  <a:cubicBezTo>
                    <a:pt x="50740" y="462881"/>
                    <a:pt x="48443" y="472733"/>
                    <a:pt x="46160" y="482612"/>
                  </a:cubicBezTo>
                  <a:cubicBezTo>
                    <a:pt x="43877" y="492477"/>
                    <a:pt x="41567" y="502342"/>
                    <a:pt x="39312" y="512208"/>
                  </a:cubicBezTo>
                  <a:cubicBezTo>
                    <a:pt x="37042" y="522087"/>
                    <a:pt x="34814" y="531965"/>
                    <a:pt x="32599" y="541844"/>
                  </a:cubicBezTo>
                  <a:cubicBezTo>
                    <a:pt x="30370" y="551723"/>
                    <a:pt x="28183" y="561616"/>
                    <a:pt x="25954" y="571495"/>
                  </a:cubicBezTo>
                  <a:cubicBezTo>
                    <a:pt x="23739" y="581373"/>
                    <a:pt x="21470" y="591252"/>
                    <a:pt x="19269" y="601131"/>
                  </a:cubicBezTo>
                  <a:cubicBezTo>
                    <a:pt x="17067" y="611024"/>
                    <a:pt x="14934" y="620930"/>
                    <a:pt x="12760" y="630822"/>
                  </a:cubicBezTo>
                  <a:cubicBezTo>
                    <a:pt x="10585" y="640701"/>
                    <a:pt x="8289" y="650580"/>
                    <a:pt x="6210" y="660486"/>
                  </a:cubicBezTo>
                  <a:cubicBezTo>
                    <a:pt x="4117" y="670392"/>
                    <a:pt x="503" y="680339"/>
                    <a:pt x="245" y="690259"/>
                  </a:cubicBezTo>
                  <a:cubicBezTo>
                    <a:pt x="0" y="700192"/>
                    <a:pt x="1060" y="711022"/>
                    <a:pt x="4702" y="720086"/>
                  </a:cubicBezTo>
                  <a:cubicBezTo>
                    <a:pt x="8343" y="729149"/>
                    <a:pt x="14757" y="738226"/>
                    <a:pt x="22081" y="744640"/>
                  </a:cubicBezTo>
                  <a:cubicBezTo>
                    <a:pt x="29419" y="751054"/>
                    <a:pt x="39271" y="756286"/>
                    <a:pt x="48701" y="758596"/>
                  </a:cubicBezTo>
                  <a:cubicBezTo>
                    <a:pt x="58145" y="760892"/>
                    <a:pt x="69329" y="760878"/>
                    <a:pt x="78732" y="758460"/>
                  </a:cubicBezTo>
                  <a:cubicBezTo>
                    <a:pt x="88135" y="756027"/>
                    <a:pt x="97607" y="750429"/>
                    <a:pt x="105108" y="744056"/>
                  </a:cubicBezTo>
                  <a:cubicBezTo>
                    <a:pt x="112622" y="737683"/>
                    <a:pt x="118452" y="728728"/>
                    <a:pt x="123792" y="720208"/>
                  </a:cubicBezTo>
                  <a:cubicBezTo>
                    <a:pt x="129146" y="711701"/>
                    <a:pt x="133263" y="702285"/>
                    <a:pt x="137231" y="692990"/>
                  </a:cubicBezTo>
                  <a:cubicBezTo>
                    <a:pt x="141199" y="683695"/>
                    <a:pt x="144134" y="673939"/>
                    <a:pt x="147585" y="664427"/>
                  </a:cubicBezTo>
                  <a:cubicBezTo>
                    <a:pt x="151051" y="654915"/>
                    <a:pt x="154556" y="645403"/>
                    <a:pt x="158008" y="635877"/>
                  </a:cubicBezTo>
                  <a:cubicBezTo>
                    <a:pt x="161459" y="626365"/>
                    <a:pt x="164884" y="616826"/>
                    <a:pt x="168322" y="607300"/>
                  </a:cubicBezTo>
                  <a:cubicBezTo>
                    <a:pt x="171760" y="597775"/>
                    <a:pt x="175211" y="588249"/>
                    <a:pt x="178635" y="578724"/>
                  </a:cubicBezTo>
                  <a:cubicBezTo>
                    <a:pt x="182060" y="569185"/>
                    <a:pt x="185443" y="559645"/>
                    <a:pt x="188868" y="550106"/>
                  </a:cubicBezTo>
                  <a:cubicBezTo>
                    <a:pt x="192278" y="540567"/>
                    <a:pt x="195703" y="531041"/>
                    <a:pt x="199113" y="521502"/>
                  </a:cubicBezTo>
                  <a:cubicBezTo>
                    <a:pt x="202538" y="511977"/>
                    <a:pt x="205962" y="502437"/>
                    <a:pt x="209373" y="492898"/>
                  </a:cubicBezTo>
                  <a:cubicBezTo>
                    <a:pt x="212783" y="483373"/>
                    <a:pt x="216167" y="473820"/>
                    <a:pt x="219591" y="464294"/>
                  </a:cubicBezTo>
                  <a:cubicBezTo>
                    <a:pt x="223016" y="454755"/>
                    <a:pt x="226494" y="445243"/>
                    <a:pt x="229932" y="435718"/>
                  </a:cubicBezTo>
                  <a:cubicBezTo>
                    <a:pt x="233370" y="426192"/>
                    <a:pt x="236794" y="416653"/>
                    <a:pt x="240205" y="407127"/>
                  </a:cubicBezTo>
                  <a:cubicBezTo>
                    <a:pt x="243630" y="397588"/>
                    <a:pt x="247067" y="388062"/>
                    <a:pt x="250478" y="378523"/>
                  </a:cubicBezTo>
                  <a:cubicBezTo>
                    <a:pt x="253889" y="368984"/>
                    <a:pt x="257272" y="359445"/>
                    <a:pt x="260683" y="349906"/>
                  </a:cubicBezTo>
                  <a:cubicBezTo>
                    <a:pt x="264094" y="340367"/>
                    <a:pt x="267545" y="330841"/>
                    <a:pt x="270970" y="321315"/>
                  </a:cubicBezTo>
                  <a:cubicBezTo>
                    <a:pt x="274394" y="311790"/>
                    <a:pt x="277805" y="302251"/>
                    <a:pt x="281243" y="292725"/>
                  </a:cubicBezTo>
                  <a:cubicBezTo>
                    <a:pt x="284681" y="283199"/>
                    <a:pt x="288186" y="273687"/>
                    <a:pt x="291624" y="264162"/>
                  </a:cubicBezTo>
                  <a:cubicBezTo>
                    <a:pt x="295062" y="254636"/>
                    <a:pt x="298446" y="245097"/>
                    <a:pt x="301870" y="235558"/>
                  </a:cubicBezTo>
                  <a:cubicBezTo>
                    <a:pt x="305281" y="226019"/>
                    <a:pt x="308732" y="216493"/>
                    <a:pt x="312089" y="206940"/>
                  </a:cubicBezTo>
                  <a:cubicBezTo>
                    <a:pt x="315445" y="197388"/>
                    <a:pt x="318706" y="187794"/>
                    <a:pt x="322022" y="178228"/>
                  </a:cubicBezTo>
                  <a:cubicBezTo>
                    <a:pt x="325351" y="168661"/>
                    <a:pt x="328775" y="159122"/>
                    <a:pt x="332010" y="149529"/>
                  </a:cubicBezTo>
                  <a:cubicBezTo>
                    <a:pt x="335230" y="139922"/>
                    <a:pt x="339144" y="130423"/>
                    <a:pt x="341386" y="120626"/>
                  </a:cubicBezTo>
                  <a:cubicBezTo>
                    <a:pt x="343628" y="110815"/>
                    <a:pt x="345843" y="100623"/>
                    <a:pt x="345476" y="90704"/>
                  </a:cubicBezTo>
                  <a:cubicBezTo>
                    <a:pt x="345095" y="80784"/>
                    <a:pt x="342731" y="70402"/>
                    <a:pt x="339144" y="61108"/>
                  </a:cubicBezTo>
                  <a:cubicBezTo>
                    <a:pt x="335556" y="51813"/>
                    <a:pt x="330257" y="42641"/>
                    <a:pt x="323952" y="34936"/>
                  </a:cubicBezTo>
                  <a:cubicBezTo>
                    <a:pt x="317646" y="27231"/>
                    <a:pt x="309711" y="20179"/>
                    <a:pt x="301286" y="14879"/>
                  </a:cubicBezTo>
                  <a:cubicBezTo>
                    <a:pt x="292861" y="9580"/>
                    <a:pt x="283064" y="5517"/>
                    <a:pt x="273388" y="3153"/>
                  </a:cubicBezTo>
                  <a:cubicBezTo>
                    <a:pt x="263713" y="802"/>
                    <a:pt x="253169" y="0"/>
                    <a:pt x="243222" y="747"/>
                  </a:cubicBezTo>
                  <a:close/>
                </a:path>
              </a:pathLst>
            </a:custGeom>
            <a:solidFill>
              <a:srgbClr val="000000"/>
            </a:solidFill>
            <a:ln/>
          </p:spPr>
        </p:sp>
      </p:grpSp>
      <p:sp>
        <p:nvSpPr>
          <p:cNvPr id="42" name="Text 40"/>
          <p:cNvSpPr txBox="1"/>
          <p:nvPr/>
        </p:nvSpPr>
        <p:spPr>
          <a:xfrm>
            <a:off x="4300423" y="55778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Black one-color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300423" y="585216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White / Black</a:t>
            </a:r>
            <a:endParaRPr lang="en-US" sz="1100" dirty="0"/>
          </a:p>
        </p:txBody>
      </p:sp>
      <p:sp>
        <p:nvSpPr>
          <p:cNvPr id="44" name="Background 06 Navy one-color"/>
          <p:cNvSpPr/>
          <p:nvPr/>
        </p:nvSpPr>
        <p:spPr>
          <a:xfrm>
            <a:off x="8052206" y="3931920"/>
            <a:ext cx="3547872" cy="1554480"/>
          </a:xfrm>
          <a:prstGeom prst="roundRect">
            <a:avLst>
              <a:gd name="adj" fmla="val 7059"/>
            </a:avLst>
          </a:prstGeom>
          <a:solidFill>
            <a:schemeClr val="accent6"/>
          </a:solidFill>
          <a:ln/>
        </p:spPr>
      </p:sp>
      <p:grpSp>
        <p:nvGrpSpPr>
          <p:cNvPr id="57" name="VCA symbol (Navy one-color)"/>
          <p:cNvGrpSpPr/>
          <p:nvPr/>
        </p:nvGrpSpPr>
        <p:grpSpPr>
          <a:xfrm>
            <a:off x="9254642" y="4208894"/>
            <a:ext cx="1143000" cy="1000532"/>
            <a:chOff x="9254642" y="4208894"/>
            <a:chExt cx="1143000" cy="1000532"/>
          </a:xfrm>
        </p:grpSpPr>
        <p:sp>
          <p:nvSpPr>
            <p:cNvPr id="45" name="Outer left wave"/>
            <p:cNvSpPr/>
            <p:nvPr/>
          </p:nvSpPr>
          <p:spPr>
            <a:xfrm>
              <a:off x="9254642" y="4209093"/>
              <a:ext cx="345440" cy="761027"/>
            </a:xfrm>
            <a:custGeom>
              <a:avLst/>
              <a:gdLst/>
              <a:ahLst/>
              <a:cxnLst/>
              <a:rect l="l" t="t" r="r" b="b"/>
              <a:pathLst>
                <a:path w="345440" h="761027">
                  <a:moveTo>
                    <a:pt x="98010" y="196"/>
                  </a:moveTo>
                  <a:cubicBezTo>
                    <a:pt x="88040" y="0"/>
                    <a:pt x="77550" y="1250"/>
                    <a:pt x="67997" y="4090"/>
                  </a:cubicBezTo>
                  <a:cubicBezTo>
                    <a:pt x="58444" y="6944"/>
                    <a:pt x="48878" y="11564"/>
                    <a:pt x="40711" y="17271"/>
                  </a:cubicBezTo>
                  <a:cubicBezTo>
                    <a:pt x="32558" y="22978"/>
                    <a:pt x="24949" y="30357"/>
                    <a:pt x="18997" y="38347"/>
                  </a:cubicBezTo>
                  <a:cubicBezTo>
                    <a:pt x="13045" y="46337"/>
                    <a:pt x="8140" y="55754"/>
                    <a:pt x="5001" y="65212"/>
                  </a:cubicBezTo>
                  <a:cubicBezTo>
                    <a:pt x="1862" y="74669"/>
                    <a:pt x="0" y="85173"/>
                    <a:pt x="136" y="95106"/>
                  </a:cubicBezTo>
                  <a:cubicBezTo>
                    <a:pt x="285" y="105040"/>
                    <a:pt x="3302" y="115054"/>
                    <a:pt x="5857" y="124811"/>
                  </a:cubicBezTo>
                  <a:cubicBezTo>
                    <a:pt x="8398" y="134568"/>
                    <a:pt x="12175" y="144066"/>
                    <a:pt x="15423" y="153660"/>
                  </a:cubicBezTo>
                  <a:cubicBezTo>
                    <a:pt x="18657" y="163267"/>
                    <a:pt x="22000" y="172833"/>
                    <a:pt x="25329" y="182399"/>
                  </a:cubicBezTo>
                  <a:cubicBezTo>
                    <a:pt x="28645" y="191966"/>
                    <a:pt x="32001" y="201532"/>
                    <a:pt x="35371" y="211085"/>
                  </a:cubicBezTo>
                  <a:cubicBezTo>
                    <a:pt x="38741" y="220651"/>
                    <a:pt x="42152" y="230177"/>
                    <a:pt x="45535" y="239730"/>
                  </a:cubicBezTo>
                  <a:cubicBezTo>
                    <a:pt x="48919" y="249282"/>
                    <a:pt x="52275" y="258849"/>
                    <a:pt x="55672" y="268388"/>
                  </a:cubicBezTo>
                  <a:cubicBezTo>
                    <a:pt x="59070" y="277941"/>
                    <a:pt x="62467" y="287480"/>
                    <a:pt x="65891" y="297019"/>
                  </a:cubicBezTo>
                  <a:cubicBezTo>
                    <a:pt x="69315" y="306545"/>
                    <a:pt x="72808" y="316057"/>
                    <a:pt x="76245" y="325596"/>
                  </a:cubicBezTo>
                  <a:cubicBezTo>
                    <a:pt x="79683" y="335121"/>
                    <a:pt x="83094" y="344674"/>
                    <a:pt x="86518" y="354200"/>
                  </a:cubicBezTo>
                  <a:cubicBezTo>
                    <a:pt x="89943" y="363739"/>
                    <a:pt x="93367" y="373278"/>
                    <a:pt x="96819" y="382804"/>
                  </a:cubicBezTo>
                  <a:cubicBezTo>
                    <a:pt x="100270" y="392329"/>
                    <a:pt x="103803" y="401828"/>
                    <a:pt x="107227" y="411353"/>
                  </a:cubicBezTo>
                  <a:cubicBezTo>
                    <a:pt x="110665" y="420892"/>
                    <a:pt x="113981" y="430459"/>
                    <a:pt x="117392" y="439998"/>
                  </a:cubicBezTo>
                  <a:cubicBezTo>
                    <a:pt x="120816" y="449537"/>
                    <a:pt x="124322" y="459049"/>
                    <a:pt x="127746" y="468575"/>
                  </a:cubicBezTo>
                  <a:cubicBezTo>
                    <a:pt x="131157" y="478114"/>
                    <a:pt x="134513" y="487680"/>
                    <a:pt x="137910" y="497219"/>
                  </a:cubicBezTo>
                  <a:cubicBezTo>
                    <a:pt x="141321" y="506759"/>
                    <a:pt x="144759" y="516298"/>
                    <a:pt x="148183" y="525823"/>
                  </a:cubicBezTo>
                  <a:cubicBezTo>
                    <a:pt x="151608" y="535363"/>
                    <a:pt x="155046" y="544902"/>
                    <a:pt x="158470" y="554441"/>
                  </a:cubicBezTo>
                  <a:cubicBezTo>
                    <a:pt x="161881" y="563966"/>
                    <a:pt x="165291" y="573519"/>
                    <a:pt x="168716" y="583045"/>
                  </a:cubicBezTo>
                  <a:cubicBezTo>
                    <a:pt x="172140" y="592584"/>
                    <a:pt x="175564" y="602123"/>
                    <a:pt x="179016" y="611649"/>
                  </a:cubicBezTo>
                  <a:cubicBezTo>
                    <a:pt x="182467" y="621174"/>
                    <a:pt x="185960" y="630686"/>
                    <a:pt x="189398" y="640212"/>
                  </a:cubicBezTo>
                  <a:cubicBezTo>
                    <a:pt x="192835" y="649751"/>
                    <a:pt x="196151" y="659318"/>
                    <a:pt x="199616" y="668843"/>
                  </a:cubicBezTo>
                  <a:cubicBezTo>
                    <a:pt x="203068" y="678369"/>
                    <a:pt x="206016" y="688125"/>
                    <a:pt x="210134" y="697352"/>
                  </a:cubicBezTo>
                  <a:cubicBezTo>
                    <a:pt x="214251" y="706579"/>
                    <a:pt x="218654" y="715914"/>
                    <a:pt x="224334" y="724203"/>
                  </a:cubicBezTo>
                  <a:cubicBezTo>
                    <a:pt x="230000" y="732478"/>
                    <a:pt x="236278" y="741216"/>
                    <a:pt x="244146" y="747072"/>
                  </a:cubicBezTo>
                  <a:cubicBezTo>
                    <a:pt x="252027" y="752929"/>
                    <a:pt x="262028" y="757644"/>
                    <a:pt x="271581" y="759329"/>
                  </a:cubicBezTo>
                  <a:cubicBezTo>
                    <a:pt x="281148" y="761028"/>
                    <a:pt x="292317" y="760267"/>
                    <a:pt x="301544" y="757223"/>
                  </a:cubicBezTo>
                  <a:cubicBezTo>
                    <a:pt x="310757" y="754179"/>
                    <a:pt x="320092" y="748051"/>
                    <a:pt x="326927" y="741080"/>
                  </a:cubicBezTo>
                  <a:cubicBezTo>
                    <a:pt x="333749" y="734095"/>
                    <a:pt x="339565" y="724611"/>
                    <a:pt x="342500" y="715316"/>
                  </a:cubicBezTo>
                  <a:cubicBezTo>
                    <a:pt x="345435" y="706021"/>
                    <a:pt x="345204" y="695273"/>
                    <a:pt x="344538" y="685312"/>
                  </a:cubicBezTo>
                  <a:cubicBezTo>
                    <a:pt x="343872" y="675352"/>
                    <a:pt x="340584" y="665446"/>
                    <a:pt x="338491" y="655526"/>
                  </a:cubicBezTo>
                  <a:cubicBezTo>
                    <a:pt x="336412" y="645607"/>
                    <a:pt x="334197" y="635728"/>
                    <a:pt x="332037" y="625822"/>
                  </a:cubicBezTo>
                  <a:cubicBezTo>
                    <a:pt x="329876" y="615929"/>
                    <a:pt x="327702" y="606023"/>
                    <a:pt x="325555" y="596131"/>
                  </a:cubicBezTo>
                  <a:cubicBezTo>
                    <a:pt x="323394" y="586225"/>
                    <a:pt x="321343" y="576305"/>
                    <a:pt x="319100" y="566426"/>
                  </a:cubicBezTo>
                  <a:cubicBezTo>
                    <a:pt x="316845" y="556547"/>
                    <a:pt x="314344" y="546723"/>
                    <a:pt x="312062" y="536857"/>
                  </a:cubicBezTo>
                  <a:cubicBezTo>
                    <a:pt x="309765" y="526978"/>
                    <a:pt x="307604" y="517086"/>
                    <a:pt x="305390" y="507207"/>
                  </a:cubicBezTo>
                  <a:cubicBezTo>
                    <a:pt x="303161" y="497315"/>
                    <a:pt x="300973" y="487422"/>
                    <a:pt x="298718" y="477543"/>
                  </a:cubicBezTo>
                  <a:cubicBezTo>
                    <a:pt x="296475" y="467664"/>
                    <a:pt x="294165" y="457799"/>
                    <a:pt x="291883" y="447934"/>
                  </a:cubicBezTo>
                  <a:cubicBezTo>
                    <a:pt x="289613" y="438055"/>
                    <a:pt x="287385" y="428176"/>
                    <a:pt x="285075" y="418311"/>
                  </a:cubicBezTo>
                  <a:cubicBezTo>
                    <a:pt x="282778" y="408445"/>
                    <a:pt x="280414" y="398580"/>
                    <a:pt x="278063" y="388728"/>
                  </a:cubicBezTo>
                  <a:cubicBezTo>
                    <a:pt x="275712" y="378877"/>
                    <a:pt x="273348" y="369025"/>
                    <a:pt x="270970" y="359173"/>
                  </a:cubicBezTo>
                  <a:cubicBezTo>
                    <a:pt x="268605" y="349321"/>
                    <a:pt x="266309" y="339456"/>
                    <a:pt x="263849" y="329618"/>
                  </a:cubicBezTo>
                  <a:cubicBezTo>
                    <a:pt x="261390" y="319793"/>
                    <a:pt x="258754" y="310010"/>
                    <a:pt x="256213" y="300199"/>
                  </a:cubicBezTo>
                  <a:cubicBezTo>
                    <a:pt x="253671" y="290388"/>
                    <a:pt x="251158" y="280577"/>
                    <a:pt x="248630" y="270766"/>
                  </a:cubicBezTo>
                  <a:cubicBezTo>
                    <a:pt x="246103" y="260955"/>
                    <a:pt x="243616" y="251130"/>
                    <a:pt x="241048" y="241333"/>
                  </a:cubicBezTo>
                  <a:cubicBezTo>
                    <a:pt x="238466" y="231536"/>
                    <a:pt x="235802" y="221765"/>
                    <a:pt x="233166" y="211982"/>
                  </a:cubicBezTo>
                  <a:cubicBezTo>
                    <a:pt x="230544" y="202184"/>
                    <a:pt x="227880" y="192414"/>
                    <a:pt x="225271" y="182617"/>
                  </a:cubicBezTo>
                  <a:cubicBezTo>
                    <a:pt x="222662" y="172833"/>
                    <a:pt x="220148" y="163022"/>
                    <a:pt x="217526" y="153225"/>
                  </a:cubicBezTo>
                  <a:cubicBezTo>
                    <a:pt x="214917" y="143441"/>
                    <a:pt x="212226" y="133671"/>
                    <a:pt x="209604" y="123887"/>
                  </a:cubicBezTo>
                  <a:cubicBezTo>
                    <a:pt x="206981" y="114103"/>
                    <a:pt x="204617" y="104224"/>
                    <a:pt x="201777" y="94509"/>
                  </a:cubicBezTo>
                  <a:cubicBezTo>
                    <a:pt x="198937" y="84793"/>
                    <a:pt x="196654" y="74751"/>
                    <a:pt x="192523" y="65606"/>
                  </a:cubicBezTo>
                  <a:cubicBezTo>
                    <a:pt x="188392" y="56461"/>
                    <a:pt x="183269" y="47411"/>
                    <a:pt x="177005" y="39611"/>
                  </a:cubicBezTo>
                  <a:cubicBezTo>
                    <a:pt x="170754" y="31797"/>
                    <a:pt x="163172" y="24514"/>
                    <a:pt x="154978" y="18793"/>
                  </a:cubicBezTo>
                  <a:cubicBezTo>
                    <a:pt x="146784" y="13059"/>
                    <a:pt x="137340" y="8371"/>
                    <a:pt x="127841" y="5272"/>
                  </a:cubicBezTo>
                  <a:cubicBezTo>
                    <a:pt x="118343" y="2174"/>
                    <a:pt x="107988" y="394"/>
                    <a:pt x="98014" y="190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</p:sp>
        <p:sp>
          <p:nvSpPr>
            <p:cNvPr id="46" name="Inner left wave"/>
            <p:cNvSpPr/>
            <p:nvPr/>
          </p:nvSpPr>
          <p:spPr>
            <a:xfrm>
              <a:off x="9543243" y="4415888"/>
              <a:ext cx="180179" cy="649531"/>
            </a:xfrm>
            <a:custGeom>
              <a:avLst/>
              <a:gdLst/>
              <a:ahLst/>
              <a:cxnLst/>
              <a:rect l="l" t="t" r="r" b="b"/>
              <a:pathLst>
                <a:path w="180179" h="649531">
                  <a:moveTo>
                    <a:pt x="65214" y="602"/>
                  </a:moveTo>
                  <a:cubicBezTo>
                    <a:pt x="55428" y="1209"/>
                    <a:pt x="44788" y="4457"/>
                    <a:pt x="36254" y="9322"/>
                  </a:cubicBezTo>
                  <a:cubicBezTo>
                    <a:pt x="27721" y="14200"/>
                    <a:pt x="19758" y="21782"/>
                    <a:pt x="14051" y="29827"/>
                  </a:cubicBezTo>
                  <a:cubicBezTo>
                    <a:pt x="8343" y="37871"/>
                    <a:pt x="4077" y="47927"/>
                    <a:pt x="2038" y="57588"/>
                  </a:cubicBezTo>
                  <a:cubicBezTo>
                    <a:pt x="0" y="67250"/>
                    <a:pt x="842" y="77767"/>
                    <a:pt x="1821" y="87782"/>
                  </a:cubicBezTo>
                  <a:cubicBezTo>
                    <a:pt x="2786" y="97797"/>
                    <a:pt x="5789" y="107717"/>
                    <a:pt x="7868" y="117663"/>
                  </a:cubicBezTo>
                  <a:cubicBezTo>
                    <a:pt x="9947" y="127610"/>
                    <a:pt x="12189" y="137516"/>
                    <a:pt x="14309" y="147463"/>
                  </a:cubicBezTo>
                  <a:cubicBezTo>
                    <a:pt x="16429" y="157396"/>
                    <a:pt x="18494" y="167343"/>
                    <a:pt x="20560" y="177290"/>
                  </a:cubicBezTo>
                  <a:cubicBezTo>
                    <a:pt x="22639" y="187237"/>
                    <a:pt x="24650" y="197197"/>
                    <a:pt x="26756" y="207144"/>
                  </a:cubicBezTo>
                  <a:cubicBezTo>
                    <a:pt x="28849" y="217077"/>
                    <a:pt x="31036" y="226997"/>
                    <a:pt x="33156" y="236944"/>
                  </a:cubicBezTo>
                  <a:cubicBezTo>
                    <a:pt x="35276" y="246877"/>
                    <a:pt x="37423" y="256810"/>
                    <a:pt x="39488" y="266757"/>
                  </a:cubicBezTo>
                  <a:cubicBezTo>
                    <a:pt x="41567" y="276704"/>
                    <a:pt x="43538" y="286678"/>
                    <a:pt x="45617" y="296625"/>
                  </a:cubicBezTo>
                  <a:cubicBezTo>
                    <a:pt x="47682" y="306572"/>
                    <a:pt x="49884" y="316491"/>
                    <a:pt x="51922" y="326438"/>
                  </a:cubicBezTo>
                  <a:cubicBezTo>
                    <a:pt x="53974" y="336399"/>
                    <a:pt x="55944" y="346359"/>
                    <a:pt x="57887" y="356333"/>
                  </a:cubicBezTo>
                  <a:cubicBezTo>
                    <a:pt x="59817" y="366307"/>
                    <a:pt x="61706" y="376295"/>
                    <a:pt x="63567" y="386282"/>
                  </a:cubicBezTo>
                  <a:cubicBezTo>
                    <a:pt x="65429" y="396270"/>
                    <a:pt x="67250" y="406271"/>
                    <a:pt x="69071" y="416272"/>
                  </a:cubicBezTo>
                  <a:cubicBezTo>
                    <a:pt x="70892" y="426260"/>
                    <a:pt x="72712" y="436261"/>
                    <a:pt x="74479" y="446262"/>
                  </a:cubicBezTo>
                  <a:cubicBezTo>
                    <a:pt x="76259" y="456277"/>
                    <a:pt x="77998" y="466292"/>
                    <a:pt x="79697" y="476307"/>
                  </a:cubicBezTo>
                  <a:cubicBezTo>
                    <a:pt x="81396" y="486321"/>
                    <a:pt x="83081" y="496336"/>
                    <a:pt x="84698" y="506378"/>
                  </a:cubicBezTo>
                  <a:cubicBezTo>
                    <a:pt x="86315" y="516406"/>
                    <a:pt x="87809" y="526448"/>
                    <a:pt x="89413" y="536490"/>
                  </a:cubicBezTo>
                  <a:cubicBezTo>
                    <a:pt x="91030" y="546519"/>
                    <a:pt x="92756" y="556534"/>
                    <a:pt x="94345" y="566575"/>
                  </a:cubicBezTo>
                  <a:cubicBezTo>
                    <a:pt x="95935" y="576604"/>
                    <a:pt x="97077" y="586741"/>
                    <a:pt x="98966" y="596701"/>
                  </a:cubicBezTo>
                  <a:cubicBezTo>
                    <a:pt x="100868" y="606662"/>
                    <a:pt x="100977" y="618022"/>
                    <a:pt x="105719" y="626311"/>
                  </a:cubicBezTo>
                  <a:cubicBezTo>
                    <a:pt x="110461" y="634600"/>
                    <a:pt x="118859" y="643365"/>
                    <a:pt x="127420" y="646449"/>
                  </a:cubicBezTo>
                  <a:cubicBezTo>
                    <a:pt x="135981" y="649534"/>
                    <a:pt x="148890" y="648800"/>
                    <a:pt x="157070" y="644791"/>
                  </a:cubicBezTo>
                  <a:cubicBezTo>
                    <a:pt x="165251" y="640796"/>
                    <a:pt x="172860" y="631189"/>
                    <a:pt x="176516" y="622425"/>
                  </a:cubicBezTo>
                  <a:cubicBezTo>
                    <a:pt x="180184" y="613660"/>
                    <a:pt x="178608" y="602327"/>
                    <a:pt x="179016" y="592217"/>
                  </a:cubicBezTo>
                  <a:cubicBezTo>
                    <a:pt x="179437" y="582094"/>
                    <a:pt x="179016" y="571889"/>
                    <a:pt x="179016" y="561724"/>
                  </a:cubicBezTo>
                  <a:cubicBezTo>
                    <a:pt x="179016" y="551560"/>
                    <a:pt x="179016" y="541409"/>
                    <a:pt x="179016" y="531245"/>
                  </a:cubicBezTo>
                  <a:cubicBezTo>
                    <a:pt x="179016" y="521081"/>
                    <a:pt x="179016" y="510917"/>
                    <a:pt x="179016" y="500752"/>
                  </a:cubicBezTo>
                  <a:cubicBezTo>
                    <a:pt x="179016" y="490602"/>
                    <a:pt x="179016" y="480438"/>
                    <a:pt x="179016" y="470273"/>
                  </a:cubicBezTo>
                  <a:cubicBezTo>
                    <a:pt x="179016" y="460109"/>
                    <a:pt x="179016" y="449945"/>
                    <a:pt x="179016" y="439781"/>
                  </a:cubicBezTo>
                  <a:cubicBezTo>
                    <a:pt x="179016" y="429630"/>
                    <a:pt x="179016" y="419466"/>
                    <a:pt x="179016" y="409301"/>
                  </a:cubicBezTo>
                  <a:cubicBezTo>
                    <a:pt x="179016" y="399137"/>
                    <a:pt x="179016" y="388973"/>
                    <a:pt x="179016" y="378822"/>
                  </a:cubicBezTo>
                  <a:cubicBezTo>
                    <a:pt x="179016" y="368658"/>
                    <a:pt x="179016" y="358494"/>
                    <a:pt x="179016" y="348329"/>
                  </a:cubicBezTo>
                  <a:cubicBezTo>
                    <a:pt x="179016" y="338165"/>
                    <a:pt x="179016" y="328015"/>
                    <a:pt x="179016" y="317850"/>
                  </a:cubicBezTo>
                  <a:cubicBezTo>
                    <a:pt x="179016" y="307686"/>
                    <a:pt x="179016" y="297522"/>
                    <a:pt x="179016" y="287358"/>
                  </a:cubicBezTo>
                  <a:cubicBezTo>
                    <a:pt x="179016" y="277207"/>
                    <a:pt x="179288" y="267029"/>
                    <a:pt x="179016" y="256878"/>
                  </a:cubicBezTo>
                  <a:cubicBezTo>
                    <a:pt x="178744" y="246728"/>
                    <a:pt x="178554" y="236536"/>
                    <a:pt x="177372" y="226467"/>
                  </a:cubicBezTo>
                  <a:cubicBezTo>
                    <a:pt x="176176" y="216398"/>
                    <a:pt x="173934" y="206438"/>
                    <a:pt x="171882" y="196491"/>
                  </a:cubicBezTo>
                  <a:cubicBezTo>
                    <a:pt x="169830" y="186544"/>
                    <a:pt x="167343" y="176679"/>
                    <a:pt x="165060" y="166773"/>
                  </a:cubicBezTo>
                  <a:cubicBezTo>
                    <a:pt x="162764" y="156880"/>
                    <a:pt x="160440" y="146988"/>
                    <a:pt x="158157" y="137082"/>
                  </a:cubicBezTo>
                  <a:cubicBezTo>
                    <a:pt x="155875" y="127189"/>
                    <a:pt x="153632" y="117269"/>
                    <a:pt x="151350" y="107363"/>
                  </a:cubicBezTo>
                  <a:cubicBezTo>
                    <a:pt x="149067" y="97471"/>
                    <a:pt x="146947" y="87510"/>
                    <a:pt x="144460" y="77672"/>
                  </a:cubicBezTo>
                  <a:cubicBezTo>
                    <a:pt x="141987" y="67834"/>
                    <a:pt x="140560" y="57439"/>
                    <a:pt x="136456" y="48321"/>
                  </a:cubicBezTo>
                  <a:cubicBezTo>
                    <a:pt x="132353" y="39203"/>
                    <a:pt x="126754" y="30044"/>
                    <a:pt x="119838" y="22938"/>
                  </a:cubicBezTo>
                  <a:cubicBezTo>
                    <a:pt x="112935" y="15844"/>
                    <a:pt x="104102" y="9430"/>
                    <a:pt x="94984" y="5707"/>
                  </a:cubicBezTo>
                  <a:cubicBezTo>
                    <a:pt x="85880" y="1984"/>
                    <a:pt x="75009" y="0"/>
                    <a:pt x="65212" y="598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</p:sp>
        <p:sp>
          <p:nvSpPr>
            <p:cNvPr id="47" name="Center wave"/>
            <p:cNvSpPr/>
            <p:nvPr/>
          </p:nvSpPr>
          <p:spPr>
            <a:xfrm>
              <a:off x="9750640" y="4657699"/>
              <a:ext cx="150288" cy="551727"/>
            </a:xfrm>
            <a:custGeom>
              <a:avLst/>
              <a:gdLst/>
              <a:ahLst/>
              <a:cxnLst/>
              <a:rect l="l" t="t" r="r" b="b"/>
              <a:pathLst>
                <a:path w="150288" h="551727">
                  <a:moveTo>
                    <a:pt x="69798" y="685"/>
                  </a:moveTo>
                  <a:cubicBezTo>
                    <a:pt x="60021" y="1372"/>
                    <a:pt x="49585" y="4308"/>
                    <a:pt x="40902" y="8860"/>
                  </a:cubicBezTo>
                  <a:cubicBezTo>
                    <a:pt x="32219" y="13412"/>
                    <a:pt x="23875" y="20356"/>
                    <a:pt x="17719" y="27992"/>
                  </a:cubicBezTo>
                  <a:cubicBezTo>
                    <a:pt x="11564" y="35616"/>
                    <a:pt x="6726" y="45236"/>
                    <a:pt x="3968" y="54680"/>
                  </a:cubicBezTo>
                  <a:cubicBezTo>
                    <a:pt x="1209" y="64124"/>
                    <a:pt x="1644" y="74615"/>
                    <a:pt x="1182" y="84643"/>
                  </a:cubicBezTo>
                  <a:cubicBezTo>
                    <a:pt x="707" y="94685"/>
                    <a:pt x="1182" y="104795"/>
                    <a:pt x="1182" y="114878"/>
                  </a:cubicBezTo>
                  <a:cubicBezTo>
                    <a:pt x="1182" y="124947"/>
                    <a:pt x="1182" y="135030"/>
                    <a:pt x="1182" y="145099"/>
                  </a:cubicBezTo>
                  <a:cubicBezTo>
                    <a:pt x="1182" y="155168"/>
                    <a:pt x="1182" y="165251"/>
                    <a:pt x="1182" y="175320"/>
                  </a:cubicBezTo>
                  <a:cubicBezTo>
                    <a:pt x="1182" y="185402"/>
                    <a:pt x="1182" y="195472"/>
                    <a:pt x="1182" y="205554"/>
                  </a:cubicBezTo>
                  <a:cubicBezTo>
                    <a:pt x="1182" y="215623"/>
                    <a:pt x="1182" y="225706"/>
                    <a:pt x="1182" y="235775"/>
                  </a:cubicBezTo>
                  <a:cubicBezTo>
                    <a:pt x="1182" y="245844"/>
                    <a:pt x="1182" y="255927"/>
                    <a:pt x="1182" y="265996"/>
                  </a:cubicBezTo>
                  <a:cubicBezTo>
                    <a:pt x="1182" y="276079"/>
                    <a:pt x="1182" y="286148"/>
                    <a:pt x="1182" y="296231"/>
                  </a:cubicBezTo>
                  <a:cubicBezTo>
                    <a:pt x="1182" y="306300"/>
                    <a:pt x="1182" y="316383"/>
                    <a:pt x="1182" y="326452"/>
                  </a:cubicBezTo>
                  <a:cubicBezTo>
                    <a:pt x="1182" y="336521"/>
                    <a:pt x="1182" y="346604"/>
                    <a:pt x="1182" y="356673"/>
                  </a:cubicBezTo>
                  <a:cubicBezTo>
                    <a:pt x="1182" y="366756"/>
                    <a:pt x="1182" y="376825"/>
                    <a:pt x="1182" y="386907"/>
                  </a:cubicBezTo>
                  <a:cubicBezTo>
                    <a:pt x="1182" y="396977"/>
                    <a:pt x="1182" y="407059"/>
                    <a:pt x="1182" y="417128"/>
                  </a:cubicBezTo>
                  <a:cubicBezTo>
                    <a:pt x="1182" y="427198"/>
                    <a:pt x="1182" y="437280"/>
                    <a:pt x="1182" y="447349"/>
                  </a:cubicBezTo>
                  <a:cubicBezTo>
                    <a:pt x="1169" y="457432"/>
                    <a:pt x="0" y="467651"/>
                    <a:pt x="1101" y="477570"/>
                  </a:cubicBezTo>
                  <a:cubicBezTo>
                    <a:pt x="2215" y="487490"/>
                    <a:pt x="3818" y="497885"/>
                    <a:pt x="7813" y="506867"/>
                  </a:cubicBezTo>
                  <a:cubicBezTo>
                    <a:pt x="11795" y="515849"/>
                    <a:pt x="17883" y="524736"/>
                    <a:pt x="25030" y="531449"/>
                  </a:cubicBezTo>
                  <a:cubicBezTo>
                    <a:pt x="32164" y="538148"/>
                    <a:pt x="41404" y="543855"/>
                    <a:pt x="50631" y="547117"/>
                  </a:cubicBezTo>
                  <a:cubicBezTo>
                    <a:pt x="59871" y="550364"/>
                    <a:pt x="70647" y="551723"/>
                    <a:pt x="80431" y="550989"/>
                  </a:cubicBezTo>
                  <a:cubicBezTo>
                    <a:pt x="90201" y="550256"/>
                    <a:pt x="100623" y="547280"/>
                    <a:pt x="109279" y="542700"/>
                  </a:cubicBezTo>
                  <a:cubicBezTo>
                    <a:pt x="117922" y="538121"/>
                    <a:pt x="126197" y="531137"/>
                    <a:pt x="132326" y="523486"/>
                  </a:cubicBezTo>
                  <a:cubicBezTo>
                    <a:pt x="138454" y="515849"/>
                    <a:pt x="143305" y="506242"/>
                    <a:pt x="146077" y="496812"/>
                  </a:cubicBezTo>
                  <a:cubicBezTo>
                    <a:pt x="148836" y="487368"/>
                    <a:pt x="148469" y="476891"/>
                    <a:pt x="148958" y="466863"/>
                  </a:cubicBezTo>
                  <a:cubicBezTo>
                    <a:pt x="149434" y="456834"/>
                    <a:pt x="148958" y="446711"/>
                    <a:pt x="148958" y="436642"/>
                  </a:cubicBezTo>
                  <a:cubicBezTo>
                    <a:pt x="148958" y="426559"/>
                    <a:pt x="148904" y="416490"/>
                    <a:pt x="148958" y="406421"/>
                  </a:cubicBezTo>
                  <a:cubicBezTo>
                    <a:pt x="148999" y="396338"/>
                    <a:pt x="149189" y="386269"/>
                    <a:pt x="149243" y="376200"/>
                  </a:cubicBezTo>
                  <a:cubicBezTo>
                    <a:pt x="149284" y="366117"/>
                    <a:pt x="149243" y="356048"/>
                    <a:pt x="149243" y="345979"/>
                  </a:cubicBezTo>
                  <a:cubicBezTo>
                    <a:pt x="149243" y="335909"/>
                    <a:pt x="149270" y="325840"/>
                    <a:pt x="149216" y="315758"/>
                  </a:cubicBezTo>
                  <a:cubicBezTo>
                    <a:pt x="149175" y="305689"/>
                    <a:pt x="148985" y="295619"/>
                    <a:pt x="148958" y="285550"/>
                  </a:cubicBezTo>
                  <a:cubicBezTo>
                    <a:pt x="148917" y="275468"/>
                    <a:pt x="149012" y="265398"/>
                    <a:pt x="149026" y="255329"/>
                  </a:cubicBezTo>
                  <a:cubicBezTo>
                    <a:pt x="149053" y="245260"/>
                    <a:pt x="149067" y="235177"/>
                    <a:pt x="149053" y="225108"/>
                  </a:cubicBezTo>
                  <a:cubicBezTo>
                    <a:pt x="149039" y="215039"/>
                    <a:pt x="148917" y="204970"/>
                    <a:pt x="148958" y="194887"/>
                  </a:cubicBezTo>
                  <a:cubicBezTo>
                    <a:pt x="148985" y="184818"/>
                    <a:pt x="149175" y="174749"/>
                    <a:pt x="149230" y="164666"/>
                  </a:cubicBezTo>
                  <a:cubicBezTo>
                    <a:pt x="149284" y="154597"/>
                    <a:pt x="149338" y="144528"/>
                    <a:pt x="149298" y="134459"/>
                  </a:cubicBezTo>
                  <a:cubicBezTo>
                    <a:pt x="149243" y="124376"/>
                    <a:pt x="148972" y="114307"/>
                    <a:pt x="148958" y="104238"/>
                  </a:cubicBezTo>
                  <a:cubicBezTo>
                    <a:pt x="148958" y="94155"/>
                    <a:pt x="150290" y="83923"/>
                    <a:pt x="149243" y="74017"/>
                  </a:cubicBezTo>
                  <a:cubicBezTo>
                    <a:pt x="148197" y="64097"/>
                    <a:pt x="146689" y="53661"/>
                    <a:pt x="142680" y="44734"/>
                  </a:cubicBezTo>
                  <a:cubicBezTo>
                    <a:pt x="138658" y="35806"/>
                    <a:pt x="132339" y="27068"/>
                    <a:pt x="125151" y="20410"/>
                  </a:cubicBezTo>
                  <a:cubicBezTo>
                    <a:pt x="117962" y="13752"/>
                    <a:pt x="108790" y="8044"/>
                    <a:pt x="99563" y="4756"/>
                  </a:cubicBezTo>
                  <a:cubicBezTo>
                    <a:pt x="90350" y="1468"/>
                    <a:pt x="79575" y="0"/>
                    <a:pt x="69804" y="679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</p:sp>
        <p:sp>
          <p:nvSpPr>
            <p:cNvPr id="48" name="Inner right wave"/>
            <p:cNvSpPr/>
            <p:nvPr/>
          </p:nvSpPr>
          <p:spPr>
            <a:xfrm>
              <a:off x="9928384" y="4416001"/>
              <a:ext cx="180061" cy="649521"/>
            </a:xfrm>
            <a:custGeom>
              <a:avLst/>
              <a:gdLst/>
              <a:ahLst/>
              <a:cxnLst/>
              <a:rect l="l" t="t" r="r" b="b"/>
              <a:pathLst>
                <a:path w="180061" h="649521">
                  <a:moveTo>
                    <a:pt x="105056" y="912"/>
                  </a:moveTo>
                  <a:cubicBezTo>
                    <a:pt x="95297" y="1821"/>
                    <a:pt x="84874" y="5422"/>
                    <a:pt x="76368" y="10409"/>
                  </a:cubicBezTo>
                  <a:cubicBezTo>
                    <a:pt x="67861" y="15396"/>
                    <a:pt x="59980" y="22924"/>
                    <a:pt x="54015" y="30860"/>
                  </a:cubicBezTo>
                  <a:cubicBezTo>
                    <a:pt x="48049" y="38782"/>
                    <a:pt x="43945" y="48511"/>
                    <a:pt x="40575" y="57982"/>
                  </a:cubicBezTo>
                  <a:cubicBezTo>
                    <a:pt x="37192" y="67454"/>
                    <a:pt x="36050" y="77795"/>
                    <a:pt x="33781" y="87687"/>
                  </a:cubicBezTo>
                  <a:cubicBezTo>
                    <a:pt x="31512" y="97580"/>
                    <a:pt x="29215" y="107486"/>
                    <a:pt x="26933" y="117378"/>
                  </a:cubicBezTo>
                  <a:cubicBezTo>
                    <a:pt x="24636" y="127271"/>
                    <a:pt x="22326" y="137163"/>
                    <a:pt x="20016" y="147056"/>
                  </a:cubicBezTo>
                  <a:cubicBezTo>
                    <a:pt x="17692" y="156948"/>
                    <a:pt x="15287" y="166813"/>
                    <a:pt x="13018" y="176719"/>
                  </a:cubicBezTo>
                  <a:cubicBezTo>
                    <a:pt x="10735" y="186612"/>
                    <a:pt x="8235" y="196477"/>
                    <a:pt x="6359" y="206451"/>
                  </a:cubicBezTo>
                  <a:cubicBezTo>
                    <a:pt x="4484" y="216425"/>
                    <a:pt x="2609" y="226467"/>
                    <a:pt x="1739" y="236550"/>
                  </a:cubicBezTo>
                  <a:cubicBezTo>
                    <a:pt x="870" y="246646"/>
                    <a:pt x="1209" y="256851"/>
                    <a:pt x="1101" y="267002"/>
                  </a:cubicBezTo>
                  <a:cubicBezTo>
                    <a:pt x="992" y="277153"/>
                    <a:pt x="1101" y="287317"/>
                    <a:pt x="1101" y="297481"/>
                  </a:cubicBezTo>
                  <a:cubicBezTo>
                    <a:pt x="1101" y="307632"/>
                    <a:pt x="1101" y="317796"/>
                    <a:pt x="1101" y="327947"/>
                  </a:cubicBezTo>
                  <a:cubicBezTo>
                    <a:pt x="1101" y="338111"/>
                    <a:pt x="1101" y="348262"/>
                    <a:pt x="1101" y="358426"/>
                  </a:cubicBezTo>
                  <a:cubicBezTo>
                    <a:pt x="1101" y="368576"/>
                    <a:pt x="1101" y="378741"/>
                    <a:pt x="1101" y="388891"/>
                  </a:cubicBezTo>
                  <a:cubicBezTo>
                    <a:pt x="1101" y="399056"/>
                    <a:pt x="1101" y="409206"/>
                    <a:pt x="1101" y="419371"/>
                  </a:cubicBezTo>
                  <a:cubicBezTo>
                    <a:pt x="1101" y="429521"/>
                    <a:pt x="1101" y="439685"/>
                    <a:pt x="1101" y="449836"/>
                  </a:cubicBezTo>
                  <a:cubicBezTo>
                    <a:pt x="1101" y="460000"/>
                    <a:pt x="1101" y="470151"/>
                    <a:pt x="1101" y="480315"/>
                  </a:cubicBezTo>
                  <a:cubicBezTo>
                    <a:pt x="1101" y="490466"/>
                    <a:pt x="1101" y="500630"/>
                    <a:pt x="1101" y="510781"/>
                  </a:cubicBezTo>
                  <a:cubicBezTo>
                    <a:pt x="1101" y="520945"/>
                    <a:pt x="1101" y="531096"/>
                    <a:pt x="1101" y="541260"/>
                  </a:cubicBezTo>
                  <a:cubicBezTo>
                    <a:pt x="1101" y="551411"/>
                    <a:pt x="1101" y="561575"/>
                    <a:pt x="1101" y="571726"/>
                  </a:cubicBezTo>
                  <a:cubicBezTo>
                    <a:pt x="1101" y="581890"/>
                    <a:pt x="0" y="592258"/>
                    <a:pt x="1101" y="602205"/>
                  </a:cubicBezTo>
                  <a:cubicBezTo>
                    <a:pt x="2201" y="612152"/>
                    <a:pt x="2514" y="623824"/>
                    <a:pt x="7718" y="631420"/>
                  </a:cubicBezTo>
                  <a:cubicBezTo>
                    <a:pt x="12936" y="639030"/>
                    <a:pt x="23440" y="646109"/>
                    <a:pt x="32382" y="647808"/>
                  </a:cubicBezTo>
                  <a:cubicBezTo>
                    <a:pt x="41336" y="649520"/>
                    <a:pt x="53919" y="646911"/>
                    <a:pt x="61407" y="641680"/>
                  </a:cubicBezTo>
                  <a:cubicBezTo>
                    <a:pt x="68880" y="636448"/>
                    <a:pt x="73800" y="625645"/>
                    <a:pt x="77278" y="616418"/>
                  </a:cubicBezTo>
                  <a:cubicBezTo>
                    <a:pt x="80743" y="607205"/>
                    <a:pt x="80594" y="596389"/>
                    <a:pt x="82224" y="586360"/>
                  </a:cubicBezTo>
                  <a:cubicBezTo>
                    <a:pt x="83855" y="576346"/>
                    <a:pt x="85472" y="566304"/>
                    <a:pt x="87076" y="556275"/>
                  </a:cubicBezTo>
                  <a:cubicBezTo>
                    <a:pt x="88679" y="546247"/>
                    <a:pt x="90242" y="536219"/>
                    <a:pt x="91859" y="526190"/>
                  </a:cubicBezTo>
                  <a:cubicBezTo>
                    <a:pt x="93476" y="516162"/>
                    <a:pt x="95120" y="506134"/>
                    <a:pt x="96805" y="496119"/>
                  </a:cubicBezTo>
                  <a:cubicBezTo>
                    <a:pt x="98490" y="486104"/>
                    <a:pt x="100229" y="476103"/>
                    <a:pt x="101996" y="466088"/>
                  </a:cubicBezTo>
                  <a:cubicBezTo>
                    <a:pt x="103762" y="456087"/>
                    <a:pt x="105610" y="446099"/>
                    <a:pt x="107390" y="436098"/>
                  </a:cubicBezTo>
                  <a:cubicBezTo>
                    <a:pt x="109157" y="426097"/>
                    <a:pt x="110828" y="416082"/>
                    <a:pt x="112663" y="406094"/>
                  </a:cubicBezTo>
                  <a:cubicBezTo>
                    <a:pt x="114484" y="396107"/>
                    <a:pt x="116454" y="386133"/>
                    <a:pt x="118356" y="376159"/>
                  </a:cubicBezTo>
                  <a:cubicBezTo>
                    <a:pt x="120272" y="366185"/>
                    <a:pt x="122107" y="356197"/>
                    <a:pt x="124091" y="346237"/>
                  </a:cubicBezTo>
                  <a:cubicBezTo>
                    <a:pt x="126075" y="336263"/>
                    <a:pt x="128195" y="326330"/>
                    <a:pt x="130246" y="316383"/>
                  </a:cubicBezTo>
                  <a:cubicBezTo>
                    <a:pt x="132298" y="306436"/>
                    <a:pt x="134269" y="296475"/>
                    <a:pt x="136388" y="286542"/>
                  </a:cubicBezTo>
                  <a:cubicBezTo>
                    <a:pt x="138495" y="276609"/>
                    <a:pt x="140737" y="266703"/>
                    <a:pt x="142911" y="256783"/>
                  </a:cubicBezTo>
                  <a:cubicBezTo>
                    <a:pt x="145085" y="246864"/>
                    <a:pt x="147314" y="236944"/>
                    <a:pt x="149447" y="227011"/>
                  </a:cubicBezTo>
                  <a:cubicBezTo>
                    <a:pt x="151567" y="217077"/>
                    <a:pt x="153578" y="207131"/>
                    <a:pt x="155657" y="197184"/>
                  </a:cubicBezTo>
                  <a:cubicBezTo>
                    <a:pt x="157736" y="187237"/>
                    <a:pt x="159842" y="177304"/>
                    <a:pt x="161935" y="167370"/>
                  </a:cubicBezTo>
                  <a:cubicBezTo>
                    <a:pt x="164028" y="157424"/>
                    <a:pt x="166134" y="147490"/>
                    <a:pt x="168240" y="137557"/>
                  </a:cubicBezTo>
                  <a:cubicBezTo>
                    <a:pt x="170346" y="127610"/>
                    <a:pt x="172616" y="117704"/>
                    <a:pt x="174559" y="107744"/>
                  </a:cubicBezTo>
                  <a:cubicBezTo>
                    <a:pt x="176502" y="97783"/>
                    <a:pt x="179736" y="87741"/>
                    <a:pt x="179899" y="77754"/>
                  </a:cubicBezTo>
                  <a:cubicBezTo>
                    <a:pt x="180062" y="67766"/>
                    <a:pt x="178839" y="57140"/>
                    <a:pt x="175510" y="47818"/>
                  </a:cubicBezTo>
                  <a:cubicBezTo>
                    <a:pt x="172194" y="38510"/>
                    <a:pt x="166745" y="29025"/>
                    <a:pt x="159978" y="21878"/>
                  </a:cubicBezTo>
                  <a:cubicBezTo>
                    <a:pt x="153211" y="14730"/>
                    <a:pt x="144093" y="8439"/>
                    <a:pt x="134935" y="4946"/>
                  </a:cubicBezTo>
                  <a:cubicBezTo>
                    <a:pt x="125776" y="1440"/>
                    <a:pt x="114823" y="0"/>
                    <a:pt x="105053" y="910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</p:sp>
        <p:sp>
          <p:nvSpPr>
            <p:cNvPr id="49" name="Outer right wave"/>
            <p:cNvSpPr/>
            <p:nvPr/>
          </p:nvSpPr>
          <p:spPr>
            <a:xfrm>
              <a:off x="10051799" y="4208894"/>
              <a:ext cx="345843" cy="760894"/>
            </a:xfrm>
            <a:custGeom>
              <a:avLst/>
              <a:gdLst/>
              <a:ahLst/>
              <a:cxnLst/>
              <a:rect l="l" t="t" r="r" b="b"/>
              <a:pathLst>
                <a:path w="345843" h="760894">
                  <a:moveTo>
                    <a:pt x="243221" y="743"/>
                  </a:moveTo>
                  <a:cubicBezTo>
                    <a:pt x="233275" y="1481"/>
                    <a:pt x="223043" y="3995"/>
                    <a:pt x="213735" y="7610"/>
                  </a:cubicBezTo>
                  <a:cubicBezTo>
                    <a:pt x="204426" y="11238"/>
                    <a:pt x="195281" y="16374"/>
                    <a:pt x="187346" y="22435"/>
                  </a:cubicBezTo>
                  <a:cubicBezTo>
                    <a:pt x="179410" y="28509"/>
                    <a:pt x="172113" y="36023"/>
                    <a:pt x="166134" y="44041"/>
                  </a:cubicBezTo>
                  <a:cubicBezTo>
                    <a:pt x="160155" y="52058"/>
                    <a:pt x="155358" y="61284"/>
                    <a:pt x="151458" y="70538"/>
                  </a:cubicBezTo>
                  <a:cubicBezTo>
                    <a:pt x="147558" y="79806"/>
                    <a:pt x="145493" y="89888"/>
                    <a:pt x="142734" y="99618"/>
                  </a:cubicBezTo>
                  <a:cubicBezTo>
                    <a:pt x="139976" y="109361"/>
                    <a:pt x="137530" y="119199"/>
                    <a:pt x="134921" y="128983"/>
                  </a:cubicBezTo>
                  <a:cubicBezTo>
                    <a:pt x="132326" y="138780"/>
                    <a:pt x="129717" y="148564"/>
                    <a:pt x="127108" y="158348"/>
                  </a:cubicBezTo>
                  <a:cubicBezTo>
                    <a:pt x="124498" y="168131"/>
                    <a:pt x="121903" y="177929"/>
                    <a:pt x="119280" y="187713"/>
                  </a:cubicBezTo>
                  <a:cubicBezTo>
                    <a:pt x="116644" y="197496"/>
                    <a:pt x="113954" y="207253"/>
                    <a:pt x="111345" y="217037"/>
                  </a:cubicBezTo>
                  <a:cubicBezTo>
                    <a:pt x="108736" y="226820"/>
                    <a:pt x="106168" y="236631"/>
                    <a:pt x="103613" y="246429"/>
                  </a:cubicBezTo>
                  <a:cubicBezTo>
                    <a:pt x="101072" y="256226"/>
                    <a:pt x="98585" y="266051"/>
                    <a:pt x="96058" y="275862"/>
                  </a:cubicBezTo>
                  <a:cubicBezTo>
                    <a:pt x="93530" y="285673"/>
                    <a:pt x="90989" y="295470"/>
                    <a:pt x="88475" y="305281"/>
                  </a:cubicBezTo>
                  <a:cubicBezTo>
                    <a:pt x="85975" y="315092"/>
                    <a:pt x="83475" y="324916"/>
                    <a:pt x="81042" y="334741"/>
                  </a:cubicBezTo>
                  <a:cubicBezTo>
                    <a:pt x="78596" y="344579"/>
                    <a:pt x="76259" y="354431"/>
                    <a:pt x="73854" y="364269"/>
                  </a:cubicBezTo>
                  <a:cubicBezTo>
                    <a:pt x="71449" y="374107"/>
                    <a:pt x="68948" y="383918"/>
                    <a:pt x="66584" y="393770"/>
                  </a:cubicBezTo>
                  <a:cubicBezTo>
                    <a:pt x="64220" y="403621"/>
                    <a:pt x="61950" y="413487"/>
                    <a:pt x="59695" y="423366"/>
                  </a:cubicBezTo>
                  <a:cubicBezTo>
                    <a:pt x="57425" y="433231"/>
                    <a:pt x="55251" y="443123"/>
                    <a:pt x="52995" y="453002"/>
                  </a:cubicBezTo>
                  <a:cubicBezTo>
                    <a:pt x="50740" y="462881"/>
                    <a:pt x="48443" y="472733"/>
                    <a:pt x="46160" y="482612"/>
                  </a:cubicBezTo>
                  <a:cubicBezTo>
                    <a:pt x="43877" y="492477"/>
                    <a:pt x="41567" y="502342"/>
                    <a:pt x="39312" y="512208"/>
                  </a:cubicBezTo>
                  <a:cubicBezTo>
                    <a:pt x="37042" y="522087"/>
                    <a:pt x="34814" y="531965"/>
                    <a:pt x="32599" y="541844"/>
                  </a:cubicBezTo>
                  <a:cubicBezTo>
                    <a:pt x="30370" y="551723"/>
                    <a:pt x="28183" y="561616"/>
                    <a:pt x="25954" y="571495"/>
                  </a:cubicBezTo>
                  <a:cubicBezTo>
                    <a:pt x="23739" y="581373"/>
                    <a:pt x="21470" y="591252"/>
                    <a:pt x="19269" y="601131"/>
                  </a:cubicBezTo>
                  <a:cubicBezTo>
                    <a:pt x="17067" y="611024"/>
                    <a:pt x="14934" y="620930"/>
                    <a:pt x="12760" y="630822"/>
                  </a:cubicBezTo>
                  <a:cubicBezTo>
                    <a:pt x="10585" y="640701"/>
                    <a:pt x="8289" y="650580"/>
                    <a:pt x="6210" y="660486"/>
                  </a:cubicBezTo>
                  <a:cubicBezTo>
                    <a:pt x="4117" y="670392"/>
                    <a:pt x="503" y="680339"/>
                    <a:pt x="245" y="690259"/>
                  </a:cubicBezTo>
                  <a:cubicBezTo>
                    <a:pt x="0" y="700192"/>
                    <a:pt x="1060" y="711022"/>
                    <a:pt x="4702" y="720086"/>
                  </a:cubicBezTo>
                  <a:cubicBezTo>
                    <a:pt x="8343" y="729149"/>
                    <a:pt x="14757" y="738226"/>
                    <a:pt x="22081" y="744640"/>
                  </a:cubicBezTo>
                  <a:cubicBezTo>
                    <a:pt x="29419" y="751054"/>
                    <a:pt x="39271" y="756286"/>
                    <a:pt x="48701" y="758596"/>
                  </a:cubicBezTo>
                  <a:cubicBezTo>
                    <a:pt x="58145" y="760892"/>
                    <a:pt x="69329" y="760878"/>
                    <a:pt x="78732" y="758460"/>
                  </a:cubicBezTo>
                  <a:cubicBezTo>
                    <a:pt x="88135" y="756027"/>
                    <a:pt x="97607" y="750429"/>
                    <a:pt x="105108" y="744056"/>
                  </a:cubicBezTo>
                  <a:cubicBezTo>
                    <a:pt x="112622" y="737683"/>
                    <a:pt x="118452" y="728728"/>
                    <a:pt x="123792" y="720208"/>
                  </a:cubicBezTo>
                  <a:cubicBezTo>
                    <a:pt x="129146" y="711701"/>
                    <a:pt x="133263" y="702285"/>
                    <a:pt x="137231" y="692990"/>
                  </a:cubicBezTo>
                  <a:cubicBezTo>
                    <a:pt x="141199" y="683695"/>
                    <a:pt x="144134" y="673939"/>
                    <a:pt x="147585" y="664427"/>
                  </a:cubicBezTo>
                  <a:cubicBezTo>
                    <a:pt x="151051" y="654915"/>
                    <a:pt x="154556" y="645403"/>
                    <a:pt x="158008" y="635877"/>
                  </a:cubicBezTo>
                  <a:cubicBezTo>
                    <a:pt x="161459" y="626365"/>
                    <a:pt x="164884" y="616826"/>
                    <a:pt x="168322" y="607300"/>
                  </a:cubicBezTo>
                  <a:cubicBezTo>
                    <a:pt x="171760" y="597775"/>
                    <a:pt x="175211" y="588249"/>
                    <a:pt x="178635" y="578724"/>
                  </a:cubicBezTo>
                  <a:cubicBezTo>
                    <a:pt x="182060" y="569185"/>
                    <a:pt x="185443" y="559645"/>
                    <a:pt x="188868" y="550106"/>
                  </a:cubicBezTo>
                  <a:cubicBezTo>
                    <a:pt x="192278" y="540567"/>
                    <a:pt x="195703" y="531041"/>
                    <a:pt x="199113" y="521502"/>
                  </a:cubicBezTo>
                  <a:cubicBezTo>
                    <a:pt x="202538" y="511977"/>
                    <a:pt x="205962" y="502437"/>
                    <a:pt x="209373" y="492898"/>
                  </a:cubicBezTo>
                  <a:cubicBezTo>
                    <a:pt x="212783" y="483373"/>
                    <a:pt x="216167" y="473820"/>
                    <a:pt x="219591" y="464294"/>
                  </a:cubicBezTo>
                  <a:cubicBezTo>
                    <a:pt x="223016" y="454755"/>
                    <a:pt x="226494" y="445243"/>
                    <a:pt x="229932" y="435718"/>
                  </a:cubicBezTo>
                  <a:cubicBezTo>
                    <a:pt x="233370" y="426192"/>
                    <a:pt x="236794" y="416653"/>
                    <a:pt x="240205" y="407127"/>
                  </a:cubicBezTo>
                  <a:cubicBezTo>
                    <a:pt x="243630" y="397588"/>
                    <a:pt x="247067" y="388062"/>
                    <a:pt x="250478" y="378523"/>
                  </a:cubicBezTo>
                  <a:cubicBezTo>
                    <a:pt x="253889" y="368984"/>
                    <a:pt x="257272" y="359445"/>
                    <a:pt x="260683" y="349906"/>
                  </a:cubicBezTo>
                  <a:cubicBezTo>
                    <a:pt x="264094" y="340367"/>
                    <a:pt x="267545" y="330841"/>
                    <a:pt x="270970" y="321315"/>
                  </a:cubicBezTo>
                  <a:cubicBezTo>
                    <a:pt x="274394" y="311790"/>
                    <a:pt x="277805" y="302251"/>
                    <a:pt x="281243" y="292725"/>
                  </a:cubicBezTo>
                  <a:cubicBezTo>
                    <a:pt x="284681" y="283199"/>
                    <a:pt x="288186" y="273687"/>
                    <a:pt x="291624" y="264162"/>
                  </a:cubicBezTo>
                  <a:cubicBezTo>
                    <a:pt x="295062" y="254636"/>
                    <a:pt x="298446" y="245097"/>
                    <a:pt x="301870" y="235558"/>
                  </a:cubicBezTo>
                  <a:cubicBezTo>
                    <a:pt x="305281" y="226019"/>
                    <a:pt x="308732" y="216493"/>
                    <a:pt x="312089" y="206940"/>
                  </a:cubicBezTo>
                  <a:cubicBezTo>
                    <a:pt x="315445" y="197388"/>
                    <a:pt x="318706" y="187794"/>
                    <a:pt x="322022" y="178228"/>
                  </a:cubicBezTo>
                  <a:cubicBezTo>
                    <a:pt x="325351" y="168661"/>
                    <a:pt x="328775" y="159122"/>
                    <a:pt x="332010" y="149529"/>
                  </a:cubicBezTo>
                  <a:cubicBezTo>
                    <a:pt x="335230" y="139922"/>
                    <a:pt x="339144" y="130423"/>
                    <a:pt x="341386" y="120626"/>
                  </a:cubicBezTo>
                  <a:cubicBezTo>
                    <a:pt x="343628" y="110815"/>
                    <a:pt x="345843" y="100623"/>
                    <a:pt x="345476" y="90704"/>
                  </a:cubicBezTo>
                  <a:cubicBezTo>
                    <a:pt x="345095" y="80784"/>
                    <a:pt x="342731" y="70402"/>
                    <a:pt x="339144" y="61108"/>
                  </a:cubicBezTo>
                  <a:cubicBezTo>
                    <a:pt x="335556" y="51813"/>
                    <a:pt x="330257" y="42641"/>
                    <a:pt x="323952" y="34936"/>
                  </a:cubicBezTo>
                  <a:cubicBezTo>
                    <a:pt x="317646" y="27231"/>
                    <a:pt x="309711" y="20179"/>
                    <a:pt x="301286" y="14879"/>
                  </a:cubicBezTo>
                  <a:cubicBezTo>
                    <a:pt x="292861" y="9580"/>
                    <a:pt x="283064" y="5517"/>
                    <a:pt x="273388" y="3153"/>
                  </a:cubicBezTo>
                  <a:cubicBezTo>
                    <a:pt x="263713" y="802"/>
                    <a:pt x="253169" y="0"/>
                    <a:pt x="243222" y="747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</p:sp>
      </p:grpSp>
      <p:sp>
        <p:nvSpPr>
          <p:cNvPr id="50" name="Text 48"/>
          <p:cNvSpPr txBox="1"/>
          <p:nvPr/>
        </p:nvSpPr>
        <p:spPr>
          <a:xfrm>
            <a:off x="8052206" y="55778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Navy one-color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8052206" y="585216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Light blue / Deep Navy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 · App icon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Safe area and platforms</a:t>
            </a:r>
            <a:endParaRPr lang="en-US" sz="3400" dirty="0"/>
          </a:p>
        </p:txBody>
      </p:sp>
      <p:sp>
        <p:nvSpPr>
          <p:cNvPr id="4" name="App icon 1024"/>
          <p:cNvSpPr/>
          <p:nvPr/>
        </p:nvSpPr>
        <p:spPr>
          <a:xfrm>
            <a:off x="914400" y="1783080"/>
            <a:ext cx="3657600" cy="3657600"/>
          </a:xfrm>
          <a:prstGeom prst="roundRect">
            <a:avLst>
              <a:gd name="adj" fmla="val 22500"/>
            </a:avLst>
          </a:prstGeom>
          <a:solidFill>
            <a:schemeClr val="tx1"/>
          </a:solidFill>
          <a:ln/>
        </p:spPr>
      </p:sp>
      <p:sp>
        <p:nvSpPr>
          <p:cNvPr id="5" name="Safe area guide (67%)"/>
          <p:cNvSpPr/>
          <p:nvPr/>
        </p:nvSpPr>
        <p:spPr>
          <a:xfrm>
            <a:off x="1508760" y="2377440"/>
            <a:ext cx="2468880" cy="2468880"/>
          </a:xfrm>
          <a:prstGeom prst="rect">
            <a:avLst/>
          </a:prstGeom>
          <a:ln w="12700">
            <a:solidFill>
              <a:schemeClr val="accent2"/>
            </a:solidFill>
            <a:prstDash val="dash"/>
          </a:ln>
        </p:spPr>
      </p:sp>
      <p:grpSp>
        <p:nvGrpSpPr>
          <p:cNvPr id="34" name="VCA symbol (app icon)"/>
          <p:cNvGrpSpPr/>
          <p:nvPr/>
        </p:nvGrpSpPr>
        <p:grpSpPr>
          <a:xfrm>
            <a:off x="1508760" y="2531306"/>
            <a:ext cx="2468880" cy="2161148"/>
            <a:chOff x="1508760" y="2531306"/>
            <a:chExt cx="2468880" cy="2161148"/>
          </a:xfrm>
        </p:grpSpPr>
        <p:sp>
          <p:nvSpPr>
            <p:cNvPr id="6" name="Outer left wave"/>
            <p:cNvSpPr/>
            <p:nvPr/>
          </p:nvSpPr>
          <p:spPr>
            <a:xfrm>
              <a:off x="1508760" y="2531735"/>
              <a:ext cx="746151" cy="1643819"/>
            </a:xfrm>
            <a:custGeom>
              <a:avLst/>
              <a:gdLst/>
              <a:ahLst/>
              <a:cxnLst/>
              <a:rect l="l" t="t" r="r" b="b"/>
              <a:pathLst>
                <a:path w="746151" h="1643819">
                  <a:moveTo>
                    <a:pt x="211701" y="422"/>
                  </a:moveTo>
                  <a:cubicBezTo>
                    <a:pt x="190167" y="0"/>
                    <a:pt x="167508" y="2700"/>
                    <a:pt x="146874" y="8835"/>
                  </a:cubicBezTo>
                  <a:cubicBezTo>
                    <a:pt x="126240" y="14999"/>
                    <a:pt x="105577" y="24978"/>
                    <a:pt x="87937" y="37306"/>
                  </a:cubicBezTo>
                  <a:cubicBezTo>
                    <a:pt x="70326" y="49633"/>
                    <a:pt x="53889" y="65571"/>
                    <a:pt x="41033" y="82829"/>
                  </a:cubicBezTo>
                  <a:cubicBezTo>
                    <a:pt x="28177" y="100088"/>
                    <a:pt x="17581" y="120428"/>
                    <a:pt x="10801" y="140857"/>
                  </a:cubicBezTo>
                  <a:cubicBezTo>
                    <a:pt x="4021" y="161285"/>
                    <a:pt x="0" y="183974"/>
                    <a:pt x="294" y="205430"/>
                  </a:cubicBezTo>
                  <a:cubicBezTo>
                    <a:pt x="616" y="226886"/>
                    <a:pt x="7132" y="248518"/>
                    <a:pt x="12650" y="269592"/>
                  </a:cubicBezTo>
                  <a:cubicBezTo>
                    <a:pt x="18139" y="290666"/>
                    <a:pt x="26299" y="311183"/>
                    <a:pt x="33314" y="331905"/>
                  </a:cubicBezTo>
                  <a:cubicBezTo>
                    <a:pt x="40299" y="352656"/>
                    <a:pt x="47520" y="373319"/>
                    <a:pt x="54711" y="393983"/>
                  </a:cubicBezTo>
                  <a:cubicBezTo>
                    <a:pt x="61873" y="414646"/>
                    <a:pt x="69122" y="435309"/>
                    <a:pt x="76401" y="455943"/>
                  </a:cubicBezTo>
                  <a:cubicBezTo>
                    <a:pt x="83681" y="476607"/>
                    <a:pt x="91048" y="497182"/>
                    <a:pt x="98356" y="517816"/>
                  </a:cubicBezTo>
                  <a:cubicBezTo>
                    <a:pt x="105665" y="538450"/>
                    <a:pt x="112915" y="559113"/>
                    <a:pt x="120252" y="579718"/>
                  </a:cubicBezTo>
                  <a:cubicBezTo>
                    <a:pt x="127590" y="600352"/>
                    <a:pt x="134928" y="620956"/>
                    <a:pt x="142325" y="641561"/>
                  </a:cubicBezTo>
                  <a:cubicBezTo>
                    <a:pt x="149721" y="662136"/>
                    <a:pt x="157264" y="682682"/>
                    <a:pt x="164690" y="703287"/>
                  </a:cubicBezTo>
                  <a:cubicBezTo>
                    <a:pt x="172116" y="723862"/>
                    <a:pt x="179483" y="744496"/>
                    <a:pt x="186880" y="765071"/>
                  </a:cubicBezTo>
                  <a:cubicBezTo>
                    <a:pt x="194276" y="785676"/>
                    <a:pt x="201673" y="806281"/>
                    <a:pt x="209128" y="826856"/>
                  </a:cubicBezTo>
                  <a:cubicBezTo>
                    <a:pt x="216583" y="847431"/>
                    <a:pt x="224215" y="867948"/>
                    <a:pt x="231611" y="888523"/>
                  </a:cubicBezTo>
                  <a:cubicBezTo>
                    <a:pt x="239037" y="909128"/>
                    <a:pt x="246199" y="929791"/>
                    <a:pt x="253566" y="950396"/>
                  </a:cubicBezTo>
                  <a:cubicBezTo>
                    <a:pt x="260963" y="971000"/>
                    <a:pt x="268535" y="991546"/>
                    <a:pt x="275932" y="1012121"/>
                  </a:cubicBezTo>
                  <a:cubicBezTo>
                    <a:pt x="283299" y="1032726"/>
                    <a:pt x="290549" y="1053389"/>
                    <a:pt x="297886" y="1073994"/>
                  </a:cubicBezTo>
                  <a:cubicBezTo>
                    <a:pt x="305254" y="1094599"/>
                    <a:pt x="312680" y="1115203"/>
                    <a:pt x="320076" y="1135778"/>
                  </a:cubicBezTo>
                  <a:cubicBezTo>
                    <a:pt x="327473" y="1156383"/>
                    <a:pt x="334899" y="1176988"/>
                    <a:pt x="342295" y="1197592"/>
                  </a:cubicBezTo>
                  <a:cubicBezTo>
                    <a:pt x="349662" y="1218168"/>
                    <a:pt x="357029" y="1238802"/>
                    <a:pt x="364426" y="1259377"/>
                  </a:cubicBezTo>
                  <a:cubicBezTo>
                    <a:pt x="371822" y="1279981"/>
                    <a:pt x="379219" y="1300586"/>
                    <a:pt x="386674" y="1321161"/>
                  </a:cubicBezTo>
                  <a:cubicBezTo>
                    <a:pt x="394129" y="1341737"/>
                    <a:pt x="401673" y="1362283"/>
                    <a:pt x="409099" y="1382858"/>
                  </a:cubicBezTo>
                  <a:cubicBezTo>
                    <a:pt x="416525" y="1403462"/>
                    <a:pt x="423686" y="1424126"/>
                    <a:pt x="431171" y="1444701"/>
                  </a:cubicBezTo>
                  <a:cubicBezTo>
                    <a:pt x="438626" y="1465276"/>
                    <a:pt x="444995" y="1486351"/>
                    <a:pt x="453889" y="1506280"/>
                  </a:cubicBezTo>
                  <a:cubicBezTo>
                    <a:pt x="462782" y="1526210"/>
                    <a:pt x="472292" y="1546374"/>
                    <a:pt x="484561" y="1564278"/>
                  </a:cubicBezTo>
                  <a:cubicBezTo>
                    <a:pt x="496800" y="1582153"/>
                    <a:pt x="510361" y="1601026"/>
                    <a:pt x="527355" y="1613677"/>
                  </a:cubicBezTo>
                  <a:cubicBezTo>
                    <a:pt x="544379" y="1626327"/>
                    <a:pt x="565981" y="1636512"/>
                    <a:pt x="586615" y="1640151"/>
                  </a:cubicBezTo>
                  <a:cubicBezTo>
                    <a:pt x="607279" y="1643820"/>
                    <a:pt x="631405" y="1642177"/>
                    <a:pt x="651335" y="1635602"/>
                  </a:cubicBezTo>
                  <a:cubicBezTo>
                    <a:pt x="671235" y="1629027"/>
                    <a:pt x="691400" y="1615790"/>
                    <a:pt x="706163" y="1600733"/>
                  </a:cubicBezTo>
                  <a:cubicBezTo>
                    <a:pt x="720898" y="1585646"/>
                    <a:pt x="733460" y="1565159"/>
                    <a:pt x="739800" y="1545083"/>
                  </a:cubicBezTo>
                  <a:cubicBezTo>
                    <a:pt x="746140" y="1525006"/>
                    <a:pt x="745641" y="1501789"/>
                    <a:pt x="744203" y="1480275"/>
                  </a:cubicBezTo>
                  <a:cubicBezTo>
                    <a:pt x="742764" y="1458760"/>
                    <a:pt x="735661" y="1437363"/>
                    <a:pt x="731141" y="1415937"/>
                  </a:cubicBezTo>
                  <a:cubicBezTo>
                    <a:pt x="726651" y="1394510"/>
                    <a:pt x="721866" y="1373172"/>
                    <a:pt x="717199" y="1351775"/>
                  </a:cubicBezTo>
                  <a:cubicBezTo>
                    <a:pt x="712533" y="1330407"/>
                    <a:pt x="707836" y="1309010"/>
                    <a:pt x="703199" y="1287642"/>
                  </a:cubicBezTo>
                  <a:cubicBezTo>
                    <a:pt x="698532" y="1266245"/>
                    <a:pt x="694100" y="1244819"/>
                    <a:pt x="689257" y="1223480"/>
                  </a:cubicBezTo>
                  <a:cubicBezTo>
                    <a:pt x="684385" y="1202142"/>
                    <a:pt x="678984" y="1180921"/>
                    <a:pt x="674053" y="1159612"/>
                  </a:cubicBezTo>
                  <a:cubicBezTo>
                    <a:pt x="669093" y="1138273"/>
                    <a:pt x="664426" y="1116906"/>
                    <a:pt x="659641" y="1095567"/>
                  </a:cubicBezTo>
                  <a:cubicBezTo>
                    <a:pt x="654828" y="1074199"/>
                    <a:pt x="650102" y="1052832"/>
                    <a:pt x="645230" y="1031493"/>
                  </a:cubicBezTo>
                  <a:cubicBezTo>
                    <a:pt x="640387" y="1010155"/>
                    <a:pt x="635397" y="988846"/>
                    <a:pt x="630466" y="967537"/>
                  </a:cubicBezTo>
                  <a:cubicBezTo>
                    <a:pt x="625565" y="946198"/>
                    <a:pt x="620751" y="924860"/>
                    <a:pt x="615761" y="903551"/>
                  </a:cubicBezTo>
                  <a:cubicBezTo>
                    <a:pt x="610801" y="882242"/>
                    <a:pt x="605694" y="860933"/>
                    <a:pt x="600616" y="839653"/>
                  </a:cubicBezTo>
                  <a:cubicBezTo>
                    <a:pt x="595538" y="818373"/>
                    <a:pt x="590431" y="797094"/>
                    <a:pt x="585295" y="775814"/>
                  </a:cubicBezTo>
                  <a:cubicBezTo>
                    <a:pt x="580187" y="754534"/>
                    <a:pt x="575227" y="733225"/>
                    <a:pt x="569914" y="711975"/>
                  </a:cubicBezTo>
                  <a:cubicBezTo>
                    <a:pt x="564602" y="690754"/>
                    <a:pt x="558908" y="669621"/>
                    <a:pt x="553419" y="648429"/>
                  </a:cubicBezTo>
                  <a:cubicBezTo>
                    <a:pt x="547930" y="627238"/>
                    <a:pt x="542500" y="606046"/>
                    <a:pt x="537041" y="584854"/>
                  </a:cubicBezTo>
                  <a:cubicBezTo>
                    <a:pt x="531582" y="563663"/>
                    <a:pt x="526210" y="542442"/>
                    <a:pt x="520663" y="521279"/>
                  </a:cubicBezTo>
                  <a:cubicBezTo>
                    <a:pt x="515086" y="500117"/>
                    <a:pt x="509333" y="479013"/>
                    <a:pt x="503639" y="457881"/>
                  </a:cubicBezTo>
                  <a:cubicBezTo>
                    <a:pt x="497974" y="436718"/>
                    <a:pt x="492222" y="415615"/>
                    <a:pt x="486586" y="394452"/>
                  </a:cubicBezTo>
                  <a:cubicBezTo>
                    <a:pt x="480951" y="373319"/>
                    <a:pt x="475521" y="352128"/>
                    <a:pt x="469856" y="330965"/>
                  </a:cubicBezTo>
                  <a:cubicBezTo>
                    <a:pt x="464220" y="309832"/>
                    <a:pt x="458409" y="288729"/>
                    <a:pt x="452744" y="267596"/>
                  </a:cubicBezTo>
                  <a:cubicBezTo>
                    <a:pt x="447079" y="246463"/>
                    <a:pt x="441972" y="225125"/>
                    <a:pt x="435838" y="204138"/>
                  </a:cubicBezTo>
                  <a:cubicBezTo>
                    <a:pt x="429703" y="183152"/>
                    <a:pt x="424772" y="161462"/>
                    <a:pt x="415849" y="141708"/>
                  </a:cubicBezTo>
                  <a:cubicBezTo>
                    <a:pt x="406927" y="121955"/>
                    <a:pt x="395861" y="102407"/>
                    <a:pt x="382330" y="85559"/>
                  </a:cubicBezTo>
                  <a:cubicBezTo>
                    <a:pt x="368829" y="68682"/>
                    <a:pt x="352451" y="52950"/>
                    <a:pt x="334752" y="40593"/>
                  </a:cubicBezTo>
                  <a:cubicBezTo>
                    <a:pt x="317053" y="28207"/>
                    <a:pt x="296654" y="18080"/>
                    <a:pt x="276137" y="11388"/>
                  </a:cubicBezTo>
                  <a:cubicBezTo>
                    <a:pt x="255621" y="4696"/>
                    <a:pt x="233255" y="851"/>
                    <a:pt x="211711" y="41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7" name="Inner left wave"/>
            <p:cNvSpPr/>
            <p:nvPr/>
          </p:nvSpPr>
          <p:spPr>
            <a:xfrm>
              <a:off x="2132138" y="2978413"/>
              <a:ext cx="389188" cy="1402987"/>
            </a:xfrm>
            <a:custGeom>
              <a:avLst/>
              <a:gdLst/>
              <a:ahLst/>
              <a:cxnLst/>
              <a:rect l="l" t="t" r="r" b="b"/>
              <a:pathLst>
                <a:path w="389188" h="1402987">
                  <a:moveTo>
                    <a:pt x="140862" y="1301"/>
                  </a:moveTo>
                  <a:cubicBezTo>
                    <a:pt x="119724" y="2612"/>
                    <a:pt x="96742" y="9627"/>
                    <a:pt x="78309" y="20135"/>
                  </a:cubicBezTo>
                  <a:cubicBezTo>
                    <a:pt x="59877" y="30672"/>
                    <a:pt x="42677" y="47050"/>
                    <a:pt x="30349" y="64426"/>
                  </a:cubicBezTo>
                  <a:cubicBezTo>
                    <a:pt x="18022" y="81802"/>
                    <a:pt x="8805" y="103522"/>
                    <a:pt x="4403" y="124391"/>
                  </a:cubicBezTo>
                  <a:cubicBezTo>
                    <a:pt x="0" y="145260"/>
                    <a:pt x="1820" y="167978"/>
                    <a:pt x="3933" y="189609"/>
                  </a:cubicBezTo>
                  <a:cubicBezTo>
                    <a:pt x="6017" y="211241"/>
                    <a:pt x="12504" y="232668"/>
                    <a:pt x="16994" y="254153"/>
                  </a:cubicBezTo>
                  <a:cubicBezTo>
                    <a:pt x="21485" y="275638"/>
                    <a:pt x="26328" y="297035"/>
                    <a:pt x="30907" y="318520"/>
                  </a:cubicBezTo>
                  <a:cubicBezTo>
                    <a:pt x="35486" y="339976"/>
                    <a:pt x="39947" y="361461"/>
                    <a:pt x="44409" y="382947"/>
                  </a:cubicBezTo>
                  <a:cubicBezTo>
                    <a:pt x="48899" y="404432"/>
                    <a:pt x="53243" y="425946"/>
                    <a:pt x="57793" y="447431"/>
                  </a:cubicBezTo>
                  <a:cubicBezTo>
                    <a:pt x="62313" y="468887"/>
                    <a:pt x="67038" y="490314"/>
                    <a:pt x="71617" y="511799"/>
                  </a:cubicBezTo>
                  <a:cubicBezTo>
                    <a:pt x="76196" y="533255"/>
                    <a:pt x="80834" y="554711"/>
                    <a:pt x="85295" y="576196"/>
                  </a:cubicBezTo>
                  <a:cubicBezTo>
                    <a:pt x="89786" y="597681"/>
                    <a:pt x="94042" y="619225"/>
                    <a:pt x="98532" y="640710"/>
                  </a:cubicBezTo>
                  <a:cubicBezTo>
                    <a:pt x="102994" y="662195"/>
                    <a:pt x="107749" y="683621"/>
                    <a:pt x="112151" y="705107"/>
                  </a:cubicBezTo>
                  <a:cubicBezTo>
                    <a:pt x="116583" y="726621"/>
                    <a:pt x="120839" y="748136"/>
                    <a:pt x="125037" y="769680"/>
                  </a:cubicBezTo>
                  <a:cubicBezTo>
                    <a:pt x="129204" y="791223"/>
                    <a:pt x="133284" y="812797"/>
                    <a:pt x="137305" y="834370"/>
                  </a:cubicBezTo>
                  <a:cubicBezTo>
                    <a:pt x="141327" y="855943"/>
                    <a:pt x="145260" y="877546"/>
                    <a:pt x="149193" y="899148"/>
                  </a:cubicBezTo>
                  <a:cubicBezTo>
                    <a:pt x="153126" y="920721"/>
                    <a:pt x="157059" y="942324"/>
                    <a:pt x="160875" y="963927"/>
                  </a:cubicBezTo>
                  <a:cubicBezTo>
                    <a:pt x="164720" y="985558"/>
                    <a:pt x="168477" y="1007190"/>
                    <a:pt x="172145" y="1028822"/>
                  </a:cubicBezTo>
                  <a:cubicBezTo>
                    <a:pt x="175814" y="1050454"/>
                    <a:pt x="179454" y="1072086"/>
                    <a:pt x="182947" y="1093777"/>
                  </a:cubicBezTo>
                  <a:cubicBezTo>
                    <a:pt x="186440" y="1115438"/>
                    <a:pt x="189668" y="1137129"/>
                    <a:pt x="193132" y="1158819"/>
                  </a:cubicBezTo>
                  <a:cubicBezTo>
                    <a:pt x="196624" y="1180481"/>
                    <a:pt x="200352" y="1202112"/>
                    <a:pt x="203786" y="1223803"/>
                  </a:cubicBezTo>
                  <a:cubicBezTo>
                    <a:pt x="207220" y="1245464"/>
                    <a:pt x="209686" y="1267360"/>
                    <a:pt x="213766" y="1288875"/>
                  </a:cubicBezTo>
                  <a:cubicBezTo>
                    <a:pt x="217875" y="1310389"/>
                    <a:pt x="218110" y="1334927"/>
                    <a:pt x="228353" y="1352831"/>
                  </a:cubicBezTo>
                  <a:cubicBezTo>
                    <a:pt x="238597" y="1370736"/>
                    <a:pt x="256736" y="1389667"/>
                    <a:pt x="275227" y="1396330"/>
                  </a:cubicBezTo>
                  <a:cubicBezTo>
                    <a:pt x="293719" y="1402993"/>
                    <a:pt x="321602" y="1401408"/>
                    <a:pt x="339272" y="1392749"/>
                  </a:cubicBezTo>
                  <a:cubicBezTo>
                    <a:pt x="356941" y="1384120"/>
                    <a:pt x="373378" y="1363369"/>
                    <a:pt x="381274" y="1344437"/>
                  </a:cubicBezTo>
                  <a:cubicBezTo>
                    <a:pt x="389198" y="1325505"/>
                    <a:pt x="385794" y="1301026"/>
                    <a:pt x="386674" y="1279189"/>
                  </a:cubicBezTo>
                  <a:cubicBezTo>
                    <a:pt x="387584" y="1257322"/>
                    <a:pt x="386674" y="1235279"/>
                    <a:pt x="386674" y="1213325"/>
                  </a:cubicBezTo>
                  <a:cubicBezTo>
                    <a:pt x="386674" y="1191370"/>
                    <a:pt x="386674" y="1169444"/>
                    <a:pt x="386674" y="1147490"/>
                  </a:cubicBezTo>
                  <a:cubicBezTo>
                    <a:pt x="386674" y="1125535"/>
                    <a:pt x="386674" y="1103580"/>
                    <a:pt x="386674" y="1081625"/>
                  </a:cubicBezTo>
                  <a:cubicBezTo>
                    <a:pt x="386674" y="1059700"/>
                    <a:pt x="386674" y="1037745"/>
                    <a:pt x="386674" y="1015790"/>
                  </a:cubicBezTo>
                  <a:cubicBezTo>
                    <a:pt x="386674" y="993836"/>
                    <a:pt x="386674" y="971881"/>
                    <a:pt x="386674" y="949926"/>
                  </a:cubicBezTo>
                  <a:cubicBezTo>
                    <a:pt x="386674" y="928001"/>
                    <a:pt x="386674" y="906046"/>
                    <a:pt x="386674" y="884091"/>
                  </a:cubicBezTo>
                  <a:cubicBezTo>
                    <a:pt x="386674" y="862136"/>
                    <a:pt x="386674" y="840181"/>
                    <a:pt x="386674" y="818256"/>
                  </a:cubicBezTo>
                  <a:cubicBezTo>
                    <a:pt x="386674" y="796301"/>
                    <a:pt x="386674" y="774346"/>
                    <a:pt x="386674" y="752392"/>
                  </a:cubicBezTo>
                  <a:cubicBezTo>
                    <a:pt x="386674" y="730437"/>
                    <a:pt x="386674" y="708511"/>
                    <a:pt x="386674" y="686557"/>
                  </a:cubicBezTo>
                  <a:cubicBezTo>
                    <a:pt x="386674" y="664602"/>
                    <a:pt x="386674" y="642647"/>
                    <a:pt x="386674" y="620692"/>
                  </a:cubicBezTo>
                  <a:cubicBezTo>
                    <a:pt x="386674" y="598767"/>
                    <a:pt x="387261" y="576783"/>
                    <a:pt x="386674" y="554857"/>
                  </a:cubicBezTo>
                  <a:cubicBezTo>
                    <a:pt x="386087" y="532932"/>
                    <a:pt x="385676" y="510918"/>
                    <a:pt x="383123" y="489169"/>
                  </a:cubicBezTo>
                  <a:cubicBezTo>
                    <a:pt x="380540" y="467420"/>
                    <a:pt x="375697" y="445905"/>
                    <a:pt x="371265" y="424420"/>
                  </a:cubicBezTo>
                  <a:cubicBezTo>
                    <a:pt x="366833" y="402935"/>
                    <a:pt x="361461" y="381626"/>
                    <a:pt x="356530" y="360229"/>
                  </a:cubicBezTo>
                  <a:cubicBezTo>
                    <a:pt x="351570" y="338861"/>
                    <a:pt x="346551" y="317493"/>
                    <a:pt x="341620" y="296096"/>
                  </a:cubicBezTo>
                  <a:cubicBezTo>
                    <a:pt x="336689" y="274728"/>
                    <a:pt x="331846" y="253302"/>
                    <a:pt x="326915" y="231905"/>
                  </a:cubicBezTo>
                  <a:cubicBezTo>
                    <a:pt x="321984" y="210537"/>
                    <a:pt x="317405" y="189022"/>
                    <a:pt x="312034" y="167772"/>
                  </a:cubicBezTo>
                  <a:cubicBezTo>
                    <a:pt x="306692" y="146522"/>
                    <a:pt x="303610" y="124068"/>
                    <a:pt x="294746" y="104373"/>
                  </a:cubicBezTo>
                  <a:cubicBezTo>
                    <a:pt x="285882" y="84679"/>
                    <a:pt x="273789" y="64896"/>
                    <a:pt x="258849" y="49545"/>
                  </a:cubicBezTo>
                  <a:cubicBezTo>
                    <a:pt x="243939" y="34224"/>
                    <a:pt x="224860" y="20370"/>
                    <a:pt x="205166" y="12328"/>
                  </a:cubicBezTo>
                  <a:cubicBezTo>
                    <a:pt x="185500" y="4285"/>
                    <a:pt x="162019" y="0"/>
                    <a:pt x="140857" y="129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8" name="Center wave"/>
            <p:cNvSpPr/>
            <p:nvPr/>
          </p:nvSpPr>
          <p:spPr>
            <a:xfrm>
              <a:off x="2580116" y="3500724"/>
              <a:ext cx="324623" cy="1191730"/>
            </a:xfrm>
            <a:custGeom>
              <a:avLst/>
              <a:gdLst/>
              <a:ahLst/>
              <a:cxnLst/>
              <a:rect l="l" t="t" r="r" b="b"/>
              <a:pathLst>
                <a:path w="324623" h="1191730">
                  <a:moveTo>
                    <a:pt x="150764" y="1479"/>
                  </a:moveTo>
                  <a:cubicBezTo>
                    <a:pt x="129645" y="2964"/>
                    <a:pt x="107103" y="9304"/>
                    <a:pt x="88347" y="19137"/>
                  </a:cubicBezTo>
                  <a:cubicBezTo>
                    <a:pt x="69592" y="28970"/>
                    <a:pt x="51570" y="43968"/>
                    <a:pt x="38274" y="60464"/>
                  </a:cubicBezTo>
                  <a:cubicBezTo>
                    <a:pt x="24978" y="76930"/>
                    <a:pt x="14529" y="97711"/>
                    <a:pt x="8571" y="118110"/>
                  </a:cubicBezTo>
                  <a:cubicBezTo>
                    <a:pt x="2612" y="138509"/>
                    <a:pt x="3552" y="161168"/>
                    <a:pt x="2554" y="182829"/>
                  </a:cubicBezTo>
                  <a:cubicBezTo>
                    <a:pt x="1526" y="204520"/>
                    <a:pt x="2554" y="226357"/>
                    <a:pt x="2554" y="248136"/>
                  </a:cubicBezTo>
                  <a:cubicBezTo>
                    <a:pt x="2554" y="269885"/>
                    <a:pt x="2554" y="291664"/>
                    <a:pt x="2554" y="313413"/>
                  </a:cubicBezTo>
                  <a:cubicBezTo>
                    <a:pt x="2554" y="335163"/>
                    <a:pt x="2554" y="356941"/>
                    <a:pt x="2554" y="378691"/>
                  </a:cubicBezTo>
                  <a:cubicBezTo>
                    <a:pt x="2554" y="400469"/>
                    <a:pt x="2554" y="422219"/>
                    <a:pt x="2554" y="443997"/>
                  </a:cubicBezTo>
                  <a:cubicBezTo>
                    <a:pt x="2554" y="465747"/>
                    <a:pt x="2554" y="487525"/>
                    <a:pt x="2554" y="509275"/>
                  </a:cubicBezTo>
                  <a:cubicBezTo>
                    <a:pt x="2554" y="531024"/>
                    <a:pt x="2554" y="552803"/>
                    <a:pt x="2554" y="574552"/>
                  </a:cubicBezTo>
                  <a:cubicBezTo>
                    <a:pt x="2554" y="596331"/>
                    <a:pt x="2554" y="618080"/>
                    <a:pt x="2554" y="639859"/>
                  </a:cubicBezTo>
                  <a:cubicBezTo>
                    <a:pt x="2554" y="661608"/>
                    <a:pt x="2554" y="683387"/>
                    <a:pt x="2554" y="705136"/>
                  </a:cubicBezTo>
                  <a:cubicBezTo>
                    <a:pt x="2554" y="726885"/>
                    <a:pt x="2554" y="748664"/>
                    <a:pt x="2554" y="770413"/>
                  </a:cubicBezTo>
                  <a:cubicBezTo>
                    <a:pt x="2554" y="792192"/>
                    <a:pt x="2554" y="813941"/>
                    <a:pt x="2554" y="835720"/>
                  </a:cubicBezTo>
                  <a:cubicBezTo>
                    <a:pt x="2554" y="857469"/>
                    <a:pt x="2554" y="879248"/>
                    <a:pt x="2554" y="900997"/>
                  </a:cubicBezTo>
                  <a:cubicBezTo>
                    <a:pt x="2554" y="922747"/>
                    <a:pt x="2554" y="944525"/>
                    <a:pt x="2554" y="966275"/>
                  </a:cubicBezTo>
                  <a:cubicBezTo>
                    <a:pt x="2524" y="988053"/>
                    <a:pt x="0" y="1010126"/>
                    <a:pt x="2377" y="1031552"/>
                  </a:cubicBezTo>
                  <a:cubicBezTo>
                    <a:pt x="4784" y="1052978"/>
                    <a:pt x="8248" y="1075432"/>
                    <a:pt x="16877" y="1094833"/>
                  </a:cubicBezTo>
                  <a:cubicBezTo>
                    <a:pt x="25477" y="1114235"/>
                    <a:pt x="38626" y="1133430"/>
                    <a:pt x="54065" y="1147930"/>
                  </a:cubicBezTo>
                  <a:cubicBezTo>
                    <a:pt x="69475" y="1162400"/>
                    <a:pt x="89433" y="1174728"/>
                    <a:pt x="109363" y="1181772"/>
                  </a:cubicBezTo>
                  <a:cubicBezTo>
                    <a:pt x="129322" y="1188787"/>
                    <a:pt x="152597" y="1191722"/>
                    <a:pt x="173730" y="1190137"/>
                  </a:cubicBezTo>
                  <a:cubicBezTo>
                    <a:pt x="194834" y="1188552"/>
                    <a:pt x="217346" y="1182124"/>
                    <a:pt x="236043" y="1172233"/>
                  </a:cubicBezTo>
                  <a:cubicBezTo>
                    <a:pt x="254711" y="1162341"/>
                    <a:pt x="272586" y="1147255"/>
                    <a:pt x="285823" y="1130730"/>
                  </a:cubicBezTo>
                  <a:cubicBezTo>
                    <a:pt x="299061" y="1114235"/>
                    <a:pt x="309539" y="1093483"/>
                    <a:pt x="315527" y="1073113"/>
                  </a:cubicBezTo>
                  <a:cubicBezTo>
                    <a:pt x="321485" y="1052714"/>
                    <a:pt x="320692" y="1030084"/>
                    <a:pt x="321749" y="1008423"/>
                  </a:cubicBezTo>
                  <a:cubicBezTo>
                    <a:pt x="322776" y="986762"/>
                    <a:pt x="321749" y="964895"/>
                    <a:pt x="321749" y="943146"/>
                  </a:cubicBezTo>
                  <a:cubicBezTo>
                    <a:pt x="321749" y="921367"/>
                    <a:pt x="321632" y="899618"/>
                    <a:pt x="321749" y="877868"/>
                  </a:cubicBezTo>
                  <a:cubicBezTo>
                    <a:pt x="321837" y="856090"/>
                    <a:pt x="322248" y="834340"/>
                    <a:pt x="322365" y="812591"/>
                  </a:cubicBezTo>
                  <a:cubicBezTo>
                    <a:pt x="322454" y="790812"/>
                    <a:pt x="322365" y="769063"/>
                    <a:pt x="322365" y="747314"/>
                  </a:cubicBezTo>
                  <a:cubicBezTo>
                    <a:pt x="322365" y="725565"/>
                    <a:pt x="322424" y="703815"/>
                    <a:pt x="322307" y="682037"/>
                  </a:cubicBezTo>
                  <a:cubicBezTo>
                    <a:pt x="322219" y="660287"/>
                    <a:pt x="321808" y="638538"/>
                    <a:pt x="321749" y="616789"/>
                  </a:cubicBezTo>
                  <a:cubicBezTo>
                    <a:pt x="321661" y="595010"/>
                    <a:pt x="321867" y="573261"/>
                    <a:pt x="321896" y="551511"/>
                  </a:cubicBezTo>
                  <a:cubicBezTo>
                    <a:pt x="321955" y="529762"/>
                    <a:pt x="321984" y="507983"/>
                    <a:pt x="321955" y="486234"/>
                  </a:cubicBezTo>
                  <a:cubicBezTo>
                    <a:pt x="321925" y="464485"/>
                    <a:pt x="321661" y="442735"/>
                    <a:pt x="321749" y="420957"/>
                  </a:cubicBezTo>
                  <a:cubicBezTo>
                    <a:pt x="321808" y="399207"/>
                    <a:pt x="322219" y="377458"/>
                    <a:pt x="322336" y="355679"/>
                  </a:cubicBezTo>
                  <a:cubicBezTo>
                    <a:pt x="322454" y="333930"/>
                    <a:pt x="322571" y="312181"/>
                    <a:pt x="322483" y="290431"/>
                  </a:cubicBezTo>
                  <a:cubicBezTo>
                    <a:pt x="322365" y="268653"/>
                    <a:pt x="321778" y="246903"/>
                    <a:pt x="321749" y="225154"/>
                  </a:cubicBezTo>
                  <a:cubicBezTo>
                    <a:pt x="321749" y="203375"/>
                    <a:pt x="324626" y="181274"/>
                    <a:pt x="322365" y="159877"/>
                  </a:cubicBezTo>
                  <a:cubicBezTo>
                    <a:pt x="320105" y="138450"/>
                    <a:pt x="316847" y="115908"/>
                    <a:pt x="308189" y="96625"/>
                  </a:cubicBezTo>
                  <a:cubicBezTo>
                    <a:pt x="299501" y="77341"/>
                    <a:pt x="285852" y="58468"/>
                    <a:pt x="270326" y="44086"/>
                  </a:cubicBezTo>
                  <a:cubicBezTo>
                    <a:pt x="254799" y="29704"/>
                    <a:pt x="234987" y="17376"/>
                    <a:pt x="215057" y="10273"/>
                  </a:cubicBezTo>
                  <a:cubicBezTo>
                    <a:pt x="195157" y="3170"/>
                    <a:pt x="171881" y="0"/>
                    <a:pt x="150778" y="1468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9" name="Inner right wave"/>
            <p:cNvSpPr/>
            <p:nvPr/>
          </p:nvSpPr>
          <p:spPr>
            <a:xfrm>
              <a:off x="2964042" y="2978656"/>
              <a:ext cx="388932" cy="1402966"/>
            </a:xfrm>
            <a:custGeom>
              <a:avLst/>
              <a:gdLst/>
              <a:ahLst/>
              <a:cxnLst/>
              <a:rect l="l" t="t" r="r" b="b"/>
              <a:pathLst>
                <a:path w="388932" h="1402966">
                  <a:moveTo>
                    <a:pt x="226920" y="1969"/>
                  </a:moveTo>
                  <a:cubicBezTo>
                    <a:pt x="205841" y="3933"/>
                    <a:pt x="183328" y="11711"/>
                    <a:pt x="164954" y="22483"/>
                  </a:cubicBezTo>
                  <a:cubicBezTo>
                    <a:pt x="146580" y="33255"/>
                    <a:pt x="129557" y="49516"/>
                    <a:pt x="116671" y="66657"/>
                  </a:cubicBezTo>
                  <a:cubicBezTo>
                    <a:pt x="103786" y="83769"/>
                    <a:pt x="94922" y="104784"/>
                    <a:pt x="87643" y="125242"/>
                  </a:cubicBezTo>
                  <a:cubicBezTo>
                    <a:pt x="80335" y="145700"/>
                    <a:pt x="77869" y="168036"/>
                    <a:pt x="72967" y="189404"/>
                  </a:cubicBezTo>
                  <a:cubicBezTo>
                    <a:pt x="68066" y="210772"/>
                    <a:pt x="63105" y="232169"/>
                    <a:pt x="58174" y="253537"/>
                  </a:cubicBezTo>
                  <a:cubicBezTo>
                    <a:pt x="53214" y="274904"/>
                    <a:pt x="48224" y="296272"/>
                    <a:pt x="43234" y="317640"/>
                  </a:cubicBezTo>
                  <a:cubicBezTo>
                    <a:pt x="38215" y="339008"/>
                    <a:pt x="33020" y="360317"/>
                    <a:pt x="28119" y="381714"/>
                  </a:cubicBezTo>
                  <a:cubicBezTo>
                    <a:pt x="23188" y="403082"/>
                    <a:pt x="17787" y="424391"/>
                    <a:pt x="13736" y="445935"/>
                  </a:cubicBezTo>
                  <a:cubicBezTo>
                    <a:pt x="9686" y="467478"/>
                    <a:pt x="5635" y="489169"/>
                    <a:pt x="3757" y="510948"/>
                  </a:cubicBezTo>
                  <a:cubicBezTo>
                    <a:pt x="1878" y="532756"/>
                    <a:pt x="2612" y="554799"/>
                    <a:pt x="2377" y="576724"/>
                  </a:cubicBezTo>
                  <a:cubicBezTo>
                    <a:pt x="2143" y="598649"/>
                    <a:pt x="2377" y="620604"/>
                    <a:pt x="2377" y="642559"/>
                  </a:cubicBezTo>
                  <a:cubicBezTo>
                    <a:pt x="2377" y="664484"/>
                    <a:pt x="2377" y="686439"/>
                    <a:pt x="2377" y="708365"/>
                  </a:cubicBezTo>
                  <a:cubicBezTo>
                    <a:pt x="2377" y="730319"/>
                    <a:pt x="2377" y="752245"/>
                    <a:pt x="2377" y="774200"/>
                  </a:cubicBezTo>
                  <a:cubicBezTo>
                    <a:pt x="2377" y="796125"/>
                    <a:pt x="2377" y="818080"/>
                    <a:pt x="2377" y="840005"/>
                  </a:cubicBezTo>
                  <a:cubicBezTo>
                    <a:pt x="2377" y="861960"/>
                    <a:pt x="2377" y="883885"/>
                    <a:pt x="2377" y="905840"/>
                  </a:cubicBezTo>
                  <a:cubicBezTo>
                    <a:pt x="2377" y="927766"/>
                    <a:pt x="2377" y="949720"/>
                    <a:pt x="2377" y="971646"/>
                  </a:cubicBezTo>
                  <a:cubicBezTo>
                    <a:pt x="2377" y="993601"/>
                    <a:pt x="2377" y="1015526"/>
                    <a:pt x="2377" y="1037481"/>
                  </a:cubicBezTo>
                  <a:cubicBezTo>
                    <a:pt x="2377" y="1059406"/>
                    <a:pt x="2377" y="1081361"/>
                    <a:pt x="2377" y="1103287"/>
                  </a:cubicBezTo>
                  <a:cubicBezTo>
                    <a:pt x="2377" y="1125241"/>
                    <a:pt x="2377" y="1147167"/>
                    <a:pt x="2377" y="1169122"/>
                  </a:cubicBezTo>
                  <a:cubicBezTo>
                    <a:pt x="2377" y="1191047"/>
                    <a:pt x="2377" y="1213002"/>
                    <a:pt x="2377" y="1234927"/>
                  </a:cubicBezTo>
                  <a:cubicBezTo>
                    <a:pt x="2377" y="1256882"/>
                    <a:pt x="0" y="1279277"/>
                    <a:pt x="2377" y="1300762"/>
                  </a:cubicBezTo>
                  <a:cubicBezTo>
                    <a:pt x="4755" y="1322247"/>
                    <a:pt x="5430" y="1347460"/>
                    <a:pt x="16672" y="1363868"/>
                  </a:cubicBezTo>
                  <a:cubicBezTo>
                    <a:pt x="27942" y="1380304"/>
                    <a:pt x="50631" y="1395596"/>
                    <a:pt x="69944" y="1399265"/>
                  </a:cubicBezTo>
                  <a:cubicBezTo>
                    <a:pt x="89287" y="1402964"/>
                    <a:pt x="116466" y="1397328"/>
                    <a:pt x="132639" y="1386028"/>
                  </a:cubicBezTo>
                  <a:cubicBezTo>
                    <a:pt x="148782" y="1374728"/>
                    <a:pt x="159407" y="1351393"/>
                    <a:pt x="166921" y="1331464"/>
                  </a:cubicBezTo>
                  <a:cubicBezTo>
                    <a:pt x="174406" y="1311564"/>
                    <a:pt x="174083" y="1288200"/>
                    <a:pt x="177605" y="1266539"/>
                  </a:cubicBezTo>
                  <a:cubicBezTo>
                    <a:pt x="181127" y="1244907"/>
                    <a:pt x="184620" y="1223216"/>
                    <a:pt x="188083" y="1201555"/>
                  </a:cubicBezTo>
                  <a:cubicBezTo>
                    <a:pt x="191547" y="1179894"/>
                    <a:pt x="194922" y="1158232"/>
                    <a:pt x="198415" y="1136571"/>
                  </a:cubicBezTo>
                  <a:cubicBezTo>
                    <a:pt x="201908" y="1114910"/>
                    <a:pt x="205459" y="1093248"/>
                    <a:pt x="209099" y="1071617"/>
                  </a:cubicBezTo>
                  <a:cubicBezTo>
                    <a:pt x="212738" y="1049985"/>
                    <a:pt x="216495" y="1028382"/>
                    <a:pt x="220311" y="1006750"/>
                  </a:cubicBezTo>
                  <a:cubicBezTo>
                    <a:pt x="224127" y="985148"/>
                    <a:pt x="228118" y="963574"/>
                    <a:pt x="231963" y="941972"/>
                  </a:cubicBezTo>
                  <a:cubicBezTo>
                    <a:pt x="235779" y="920369"/>
                    <a:pt x="239389" y="898737"/>
                    <a:pt x="243352" y="877164"/>
                  </a:cubicBezTo>
                  <a:cubicBezTo>
                    <a:pt x="247285" y="855591"/>
                    <a:pt x="251541" y="834047"/>
                    <a:pt x="255650" y="812503"/>
                  </a:cubicBezTo>
                  <a:cubicBezTo>
                    <a:pt x="259788" y="790959"/>
                    <a:pt x="263751" y="769386"/>
                    <a:pt x="268036" y="747872"/>
                  </a:cubicBezTo>
                  <a:cubicBezTo>
                    <a:pt x="272322" y="726328"/>
                    <a:pt x="276900" y="704872"/>
                    <a:pt x="281332" y="683387"/>
                  </a:cubicBezTo>
                  <a:cubicBezTo>
                    <a:pt x="285764" y="661902"/>
                    <a:pt x="290020" y="640387"/>
                    <a:pt x="294599" y="618931"/>
                  </a:cubicBezTo>
                  <a:cubicBezTo>
                    <a:pt x="299149" y="597475"/>
                    <a:pt x="303992" y="576078"/>
                    <a:pt x="308688" y="554652"/>
                  </a:cubicBezTo>
                  <a:cubicBezTo>
                    <a:pt x="313384" y="533225"/>
                    <a:pt x="318198" y="511799"/>
                    <a:pt x="322806" y="490343"/>
                  </a:cubicBezTo>
                  <a:cubicBezTo>
                    <a:pt x="327385" y="468887"/>
                    <a:pt x="331729" y="447402"/>
                    <a:pt x="336219" y="425917"/>
                  </a:cubicBezTo>
                  <a:cubicBezTo>
                    <a:pt x="340710" y="404432"/>
                    <a:pt x="345260" y="382976"/>
                    <a:pt x="349780" y="361520"/>
                  </a:cubicBezTo>
                  <a:cubicBezTo>
                    <a:pt x="354300" y="340035"/>
                    <a:pt x="358849" y="318579"/>
                    <a:pt x="363399" y="297123"/>
                  </a:cubicBezTo>
                  <a:cubicBezTo>
                    <a:pt x="367948" y="275638"/>
                    <a:pt x="372850" y="254241"/>
                    <a:pt x="377047" y="232727"/>
                  </a:cubicBezTo>
                  <a:cubicBezTo>
                    <a:pt x="381244" y="211212"/>
                    <a:pt x="388230" y="189521"/>
                    <a:pt x="388582" y="167948"/>
                  </a:cubicBezTo>
                  <a:cubicBezTo>
                    <a:pt x="388934" y="146375"/>
                    <a:pt x="386293" y="123422"/>
                    <a:pt x="379102" y="103287"/>
                  </a:cubicBezTo>
                  <a:cubicBezTo>
                    <a:pt x="371940" y="83182"/>
                    <a:pt x="360170" y="62694"/>
                    <a:pt x="345553" y="47256"/>
                  </a:cubicBezTo>
                  <a:cubicBezTo>
                    <a:pt x="330936" y="31817"/>
                    <a:pt x="311241" y="18227"/>
                    <a:pt x="291459" y="10684"/>
                  </a:cubicBezTo>
                  <a:cubicBezTo>
                    <a:pt x="271676" y="3111"/>
                    <a:pt x="248019" y="0"/>
                    <a:pt x="226915" y="196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0" name="Outer right wave"/>
            <p:cNvSpPr/>
            <p:nvPr/>
          </p:nvSpPr>
          <p:spPr>
            <a:xfrm>
              <a:off x="3230618" y="2531306"/>
              <a:ext cx="747022" cy="1643532"/>
            </a:xfrm>
            <a:custGeom>
              <a:avLst/>
              <a:gdLst/>
              <a:ahLst/>
              <a:cxnLst/>
              <a:rect l="l" t="t" r="r" b="b"/>
              <a:pathLst>
                <a:path w="747022" h="1643532">
                  <a:moveTo>
                    <a:pt x="525357" y="1605"/>
                  </a:moveTo>
                  <a:cubicBezTo>
                    <a:pt x="503874" y="3199"/>
                    <a:pt x="481772" y="8629"/>
                    <a:pt x="461667" y="16437"/>
                  </a:cubicBezTo>
                  <a:cubicBezTo>
                    <a:pt x="441561" y="24274"/>
                    <a:pt x="421808" y="35368"/>
                    <a:pt x="404667" y="48459"/>
                  </a:cubicBezTo>
                  <a:cubicBezTo>
                    <a:pt x="387525" y="61579"/>
                    <a:pt x="371764" y="77810"/>
                    <a:pt x="358849" y="95128"/>
                  </a:cubicBezTo>
                  <a:cubicBezTo>
                    <a:pt x="345935" y="112445"/>
                    <a:pt x="335574" y="132374"/>
                    <a:pt x="327150" y="152363"/>
                  </a:cubicBezTo>
                  <a:cubicBezTo>
                    <a:pt x="318726" y="172380"/>
                    <a:pt x="314265" y="194159"/>
                    <a:pt x="308306" y="215174"/>
                  </a:cubicBezTo>
                  <a:cubicBezTo>
                    <a:pt x="302348" y="236219"/>
                    <a:pt x="297065" y="257470"/>
                    <a:pt x="291429" y="278603"/>
                  </a:cubicBezTo>
                  <a:cubicBezTo>
                    <a:pt x="285823" y="299765"/>
                    <a:pt x="280188" y="320898"/>
                    <a:pt x="274552" y="342031"/>
                  </a:cubicBezTo>
                  <a:cubicBezTo>
                    <a:pt x="268917" y="363164"/>
                    <a:pt x="263311" y="384326"/>
                    <a:pt x="257646" y="405459"/>
                  </a:cubicBezTo>
                  <a:cubicBezTo>
                    <a:pt x="251952" y="426592"/>
                    <a:pt x="246140" y="447666"/>
                    <a:pt x="240505" y="468799"/>
                  </a:cubicBezTo>
                  <a:cubicBezTo>
                    <a:pt x="234869" y="489932"/>
                    <a:pt x="229322" y="511124"/>
                    <a:pt x="223804" y="532286"/>
                  </a:cubicBezTo>
                  <a:cubicBezTo>
                    <a:pt x="218315" y="553448"/>
                    <a:pt x="212944" y="574669"/>
                    <a:pt x="207484" y="595861"/>
                  </a:cubicBezTo>
                  <a:cubicBezTo>
                    <a:pt x="202025" y="617053"/>
                    <a:pt x="196536" y="638215"/>
                    <a:pt x="191106" y="659407"/>
                  </a:cubicBezTo>
                  <a:cubicBezTo>
                    <a:pt x="185706" y="680598"/>
                    <a:pt x="180305" y="701819"/>
                    <a:pt x="175051" y="723040"/>
                  </a:cubicBezTo>
                  <a:cubicBezTo>
                    <a:pt x="169768" y="744291"/>
                    <a:pt x="164720" y="765570"/>
                    <a:pt x="159524" y="786821"/>
                  </a:cubicBezTo>
                  <a:cubicBezTo>
                    <a:pt x="154329" y="808071"/>
                    <a:pt x="148929" y="829263"/>
                    <a:pt x="143821" y="850542"/>
                  </a:cubicBezTo>
                  <a:cubicBezTo>
                    <a:pt x="138714" y="871822"/>
                    <a:pt x="133813" y="893131"/>
                    <a:pt x="128940" y="914470"/>
                  </a:cubicBezTo>
                  <a:cubicBezTo>
                    <a:pt x="124039" y="935779"/>
                    <a:pt x="119342" y="957146"/>
                    <a:pt x="114470" y="978485"/>
                  </a:cubicBezTo>
                  <a:cubicBezTo>
                    <a:pt x="109598" y="999823"/>
                    <a:pt x="104637" y="1021103"/>
                    <a:pt x="99706" y="1042441"/>
                  </a:cubicBezTo>
                  <a:cubicBezTo>
                    <a:pt x="94775" y="1063750"/>
                    <a:pt x="89786" y="1085059"/>
                    <a:pt x="84913" y="1106368"/>
                  </a:cubicBezTo>
                  <a:cubicBezTo>
                    <a:pt x="80012" y="1127707"/>
                    <a:pt x="75198" y="1149045"/>
                    <a:pt x="70414" y="1170384"/>
                  </a:cubicBezTo>
                  <a:cubicBezTo>
                    <a:pt x="65600" y="1191722"/>
                    <a:pt x="60875" y="1213090"/>
                    <a:pt x="56061" y="1234428"/>
                  </a:cubicBezTo>
                  <a:cubicBezTo>
                    <a:pt x="51277" y="1255767"/>
                    <a:pt x="46375" y="1277105"/>
                    <a:pt x="41620" y="1298443"/>
                  </a:cubicBezTo>
                  <a:cubicBezTo>
                    <a:pt x="36865" y="1319811"/>
                    <a:pt x="32257" y="1341208"/>
                    <a:pt x="27561" y="1362576"/>
                  </a:cubicBezTo>
                  <a:cubicBezTo>
                    <a:pt x="22865" y="1383915"/>
                    <a:pt x="17904" y="1405253"/>
                    <a:pt x="13414" y="1426650"/>
                  </a:cubicBezTo>
                  <a:cubicBezTo>
                    <a:pt x="8893" y="1448047"/>
                    <a:pt x="1086" y="1469532"/>
                    <a:pt x="528" y="1490959"/>
                  </a:cubicBezTo>
                  <a:cubicBezTo>
                    <a:pt x="0" y="1512415"/>
                    <a:pt x="2289" y="1535808"/>
                    <a:pt x="10156" y="1555385"/>
                  </a:cubicBezTo>
                  <a:cubicBezTo>
                    <a:pt x="18022" y="1574962"/>
                    <a:pt x="31876" y="1594569"/>
                    <a:pt x="47696" y="1608423"/>
                  </a:cubicBezTo>
                  <a:cubicBezTo>
                    <a:pt x="63546" y="1622277"/>
                    <a:pt x="84825" y="1633577"/>
                    <a:pt x="105195" y="1638567"/>
                  </a:cubicBezTo>
                  <a:cubicBezTo>
                    <a:pt x="125594" y="1643527"/>
                    <a:pt x="149750" y="1643498"/>
                    <a:pt x="170062" y="1638273"/>
                  </a:cubicBezTo>
                  <a:cubicBezTo>
                    <a:pt x="190373" y="1633019"/>
                    <a:pt x="210830" y="1620926"/>
                    <a:pt x="227032" y="1607161"/>
                  </a:cubicBezTo>
                  <a:cubicBezTo>
                    <a:pt x="243264" y="1593395"/>
                    <a:pt x="255855" y="1574052"/>
                    <a:pt x="267390" y="1555649"/>
                  </a:cubicBezTo>
                  <a:cubicBezTo>
                    <a:pt x="278955" y="1537275"/>
                    <a:pt x="287848" y="1516935"/>
                    <a:pt x="296419" y="1496858"/>
                  </a:cubicBezTo>
                  <a:cubicBezTo>
                    <a:pt x="304990" y="1476782"/>
                    <a:pt x="311329" y="1455708"/>
                    <a:pt x="318785" y="1435162"/>
                  </a:cubicBezTo>
                  <a:cubicBezTo>
                    <a:pt x="326269" y="1414616"/>
                    <a:pt x="333842" y="1394070"/>
                    <a:pt x="341297" y="1373495"/>
                  </a:cubicBezTo>
                  <a:cubicBezTo>
                    <a:pt x="348752" y="1352949"/>
                    <a:pt x="356149" y="1332344"/>
                    <a:pt x="363575" y="1311769"/>
                  </a:cubicBezTo>
                  <a:cubicBezTo>
                    <a:pt x="371001" y="1291194"/>
                    <a:pt x="378456" y="1270618"/>
                    <a:pt x="385852" y="1250043"/>
                  </a:cubicBezTo>
                  <a:cubicBezTo>
                    <a:pt x="393249" y="1229439"/>
                    <a:pt x="400557" y="1208834"/>
                    <a:pt x="407954" y="1188229"/>
                  </a:cubicBezTo>
                  <a:cubicBezTo>
                    <a:pt x="415321" y="1167625"/>
                    <a:pt x="422718" y="1147049"/>
                    <a:pt x="430085" y="1126445"/>
                  </a:cubicBezTo>
                  <a:cubicBezTo>
                    <a:pt x="437481" y="1105869"/>
                    <a:pt x="444878" y="1085265"/>
                    <a:pt x="452245" y="1064660"/>
                  </a:cubicBezTo>
                  <a:cubicBezTo>
                    <a:pt x="459612" y="1044085"/>
                    <a:pt x="466921" y="1023451"/>
                    <a:pt x="474317" y="1002876"/>
                  </a:cubicBezTo>
                  <a:cubicBezTo>
                    <a:pt x="481714" y="982271"/>
                    <a:pt x="489228" y="961725"/>
                    <a:pt x="496654" y="941150"/>
                  </a:cubicBezTo>
                  <a:cubicBezTo>
                    <a:pt x="504079" y="920575"/>
                    <a:pt x="511476" y="899970"/>
                    <a:pt x="518843" y="879395"/>
                  </a:cubicBezTo>
                  <a:cubicBezTo>
                    <a:pt x="526240" y="858790"/>
                    <a:pt x="533666" y="838215"/>
                    <a:pt x="541033" y="817610"/>
                  </a:cubicBezTo>
                  <a:cubicBezTo>
                    <a:pt x="548400" y="797006"/>
                    <a:pt x="555708" y="776401"/>
                    <a:pt x="563076" y="755796"/>
                  </a:cubicBezTo>
                  <a:cubicBezTo>
                    <a:pt x="570443" y="735192"/>
                    <a:pt x="577898" y="714616"/>
                    <a:pt x="585295" y="694041"/>
                  </a:cubicBezTo>
                  <a:cubicBezTo>
                    <a:pt x="592691" y="673466"/>
                    <a:pt x="600058" y="652861"/>
                    <a:pt x="607484" y="632286"/>
                  </a:cubicBezTo>
                  <a:cubicBezTo>
                    <a:pt x="614910" y="611711"/>
                    <a:pt x="622483" y="591165"/>
                    <a:pt x="629909" y="570590"/>
                  </a:cubicBezTo>
                  <a:cubicBezTo>
                    <a:pt x="637334" y="550014"/>
                    <a:pt x="644643" y="529410"/>
                    <a:pt x="652039" y="508805"/>
                  </a:cubicBezTo>
                  <a:cubicBezTo>
                    <a:pt x="659407" y="488200"/>
                    <a:pt x="666862" y="467625"/>
                    <a:pt x="674112" y="446991"/>
                  </a:cubicBezTo>
                  <a:cubicBezTo>
                    <a:pt x="681361" y="426357"/>
                    <a:pt x="688406" y="405635"/>
                    <a:pt x="695567" y="384972"/>
                  </a:cubicBezTo>
                  <a:cubicBezTo>
                    <a:pt x="702759" y="364309"/>
                    <a:pt x="710155" y="343704"/>
                    <a:pt x="717141" y="322982"/>
                  </a:cubicBezTo>
                  <a:cubicBezTo>
                    <a:pt x="724097" y="302230"/>
                    <a:pt x="732550" y="281714"/>
                    <a:pt x="737393" y="260552"/>
                  </a:cubicBezTo>
                  <a:cubicBezTo>
                    <a:pt x="742236" y="239360"/>
                    <a:pt x="747020" y="217346"/>
                    <a:pt x="746228" y="195920"/>
                  </a:cubicBezTo>
                  <a:cubicBezTo>
                    <a:pt x="745406" y="174494"/>
                    <a:pt x="740299" y="152069"/>
                    <a:pt x="732550" y="131993"/>
                  </a:cubicBezTo>
                  <a:cubicBezTo>
                    <a:pt x="724801" y="111917"/>
                    <a:pt x="713354" y="92104"/>
                    <a:pt x="699735" y="75462"/>
                  </a:cubicBezTo>
                  <a:cubicBezTo>
                    <a:pt x="686116" y="58820"/>
                    <a:pt x="668975" y="43587"/>
                    <a:pt x="650777" y="32140"/>
                  </a:cubicBezTo>
                  <a:cubicBezTo>
                    <a:pt x="632580" y="20693"/>
                    <a:pt x="611417" y="11917"/>
                    <a:pt x="590519" y="6810"/>
                  </a:cubicBezTo>
                  <a:cubicBezTo>
                    <a:pt x="569621" y="1732"/>
                    <a:pt x="546844" y="0"/>
                    <a:pt x="525359" y="1614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11" name="Text 9"/>
          <p:cNvSpPr txBox="1"/>
          <p:nvPr/>
        </p:nvSpPr>
        <p:spPr>
          <a:xfrm>
            <a:off x="548640" y="5623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1024 × 1024 canvas · symbol width ≈ 65–70%</a:t>
            </a:r>
            <a:endParaRPr lang="en-US" sz="1200" dirty="0"/>
          </a:p>
        </p:txBody>
      </p:sp>
      <p:sp>
        <p:nvSpPr>
          <p:cNvPr id="12" name="Icon rules"/>
          <p:cNvSpPr txBox="1"/>
          <p:nvPr/>
        </p:nvSpPr>
        <p:spPr>
          <a:xfrm>
            <a:off x="5577840" y="1691640"/>
            <a:ext cx="6062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Place the symbol at about 65–70% of the square canvas.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Where the OS applies a mask, ship a full square background; don’t pre-cut transparent corners.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Split Android adaptive icons into foreground and background layers.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 the final visible area with platform templates.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Symbol consistency comes before platform-specific shapes.</a:t>
            </a:r>
            <a:endParaRPr lang="en-US" sz="1500" dirty="0"/>
          </a:p>
        </p:txBody>
      </p:sp>
      <p:sp>
        <p:nvSpPr>
          <p:cNvPr id="13" name="Source (square)"/>
          <p:cNvSpPr/>
          <p:nvPr/>
        </p:nvSpPr>
        <p:spPr>
          <a:xfrm>
            <a:off x="5760720" y="4572000"/>
            <a:ext cx="1005840" cy="100584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5" name="VCA symbol"/>
          <p:cNvGrpSpPr/>
          <p:nvPr/>
        </p:nvGrpSpPr>
        <p:grpSpPr>
          <a:xfrm>
            <a:off x="5941771" y="4793170"/>
            <a:ext cx="643738" cy="563500"/>
            <a:chOff x="5941771" y="4793170"/>
            <a:chExt cx="643738" cy="563500"/>
          </a:xfrm>
        </p:grpSpPr>
        <p:sp>
          <p:nvSpPr>
            <p:cNvPr id="14" name="Outer left wave"/>
            <p:cNvSpPr/>
            <p:nvPr/>
          </p:nvSpPr>
          <p:spPr>
            <a:xfrm>
              <a:off x="5941771" y="4793282"/>
              <a:ext cx="194552" cy="428610"/>
            </a:xfrm>
            <a:custGeom>
              <a:avLst/>
              <a:gdLst/>
              <a:ahLst/>
              <a:cxnLst/>
              <a:rect l="l" t="t" r="r" b="b"/>
              <a:pathLst>
                <a:path w="194552" h="428610">
                  <a:moveTo>
                    <a:pt x="55199" y="110"/>
                  </a:moveTo>
                  <a:cubicBezTo>
                    <a:pt x="49584" y="0"/>
                    <a:pt x="43676" y="704"/>
                    <a:pt x="38296" y="2304"/>
                  </a:cubicBezTo>
                  <a:cubicBezTo>
                    <a:pt x="32916" y="3911"/>
                    <a:pt x="27528" y="6513"/>
                    <a:pt x="22929" y="9727"/>
                  </a:cubicBezTo>
                  <a:cubicBezTo>
                    <a:pt x="18337" y="12941"/>
                    <a:pt x="14051" y="17097"/>
                    <a:pt x="10699" y="21597"/>
                  </a:cubicBezTo>
                  <a:cubicBezTo>
                    <a:pt x="7347" y="26097"/>
                    <a:pt x="4584" y="31401"/>
                    <a:pt x="2816" y="36727"/>
                  </a:cubicBezTo>
                  <a:cubicBezTo>
                    <a:pt x="1048" y="42054"/>
                    <a:pt x="0" y="47970"/>
                    <a:pt x="77" y="53564"/>
                  </a:cubicBezTo>
                  <a:cubicBezTo>
                    <a:pt x="161" y="59158"/>
                    <a:pt x="1860" y="64799"/>
                    <a:pt x="3298" y="70294"/>
                  </a:cubicBezTo>
                  <a:cubicBezTo>
                    <a:pt x="4730" y="75788"/>
                    <a:pt x="6857" y="81138"/>
                    <a:pt x="8686" y="86541"/>
                  </a:cubicBezTo>
                  <a:cubicBezTo>
                    <a:pt x="10508" y="91952"/>
                    <a:pt x="12390" y="97340"/>
                    <a:pt x="14265" y="102727"/>
                  </a:cubicBezTo>
                  <a:cubicBezTo>
                    <a:pt x="16133" y="108115"/>
                    <a:pt x="18023" y="113503"/>
                    <a:pt x="19921" y="118883"/>
                  </a:cubicBezTo>
                  <a:cubicBezTo>
                    <a:pt x="21819" y="124271"/>
                    <a:pt x="23740" y="129636"/>
                    <a:pt x="25645" y="135016"/>
                  </a:cubicBezTo>
                  <a:cubicBezTo>
                    <a:pt x="27551" y="140396"/>
                    <a:pt x="29441" y="145784"/>
                    <a:pt x="31355" y="151156"/>
                  </a:cubicBezTo>
                  <a:cubicBezTo>
                    <a:pt x="33268" y="156536"/>
                    <a:pt x="35181" y="161909"/>
                    <a:pt x="37110" y="167281"/>
                  </a:cubicBezTo>
                  <a:cubicBezTo>
                    <a:pt x="39038" y="172646"/>
                    <a:pt x="41005" y="178003"/>
                    <a:pt x="42941" y="183376"/>
                  </a:cubicBezTo>
                  <a:cubicBezTo>
                    <a:pt x="44878" y="188740"/>
                    <a:pt x="46799" y="194120"/>
                    <a:pt x="48727" y="199485"/>
                  </a:cubicBezTo>
                  <a:cubicBezTo>
                    <a:pt x="50656" y="204858"/>
                    <a:pt x="52584" y="210230"/>
                    <a:pt x="54528" y="215595"/>
                  </a:cubicBezTo>
                  <a:cubicBezTo>
                    <a:pt x="56472" y="220960"/>
                    <a:pt x="58462" y="226309"/>
                    <a:pt x="60390" y="231674"/>
                  </a:cubicBezTo>
                  <a:cubicBezTo>
                    <a:pt x="62327" y="237047"/>
                    <a:pt x="64194" y="242434"/>
                    <a:pt x="66115" y="247807"/>
                  </a:cubicBezTo>
                  <a:cubicBezTo>
                    <a:pt x="68044" y="253179"/>
                    <a:pt x="70018" y="258536"/>
                    <a:pt x="71947" y="263901"/>
                  </a:cubicBezTo>
                  <a:cubicBezTo>
                    <a:pt x="73868" y="269274"/>
                    <a:pt x="75758" y="274662"/>
                    <a:pt x="77671" y="280034"/>
                  </a:cubicBezTo>
                  <a:cubicBezTo>
                    <a:pt x="79592" y="285406"/>
                    <a:pt x="81528" y="290779"/>
                    <a:pt x="83457" y="296144"/>
                  </a:cubicBezTo>
                  <a:cubicBezTo>
                    <a:pt x="85385" y="301516"/>
                    <a:pt x="87322" y="306889"/>
                    <a:pt x="89250" y="312261"/>
                  </a:cubicBezTo>
                  <a:cubicBezTo>
                    <a:pt x="91171" y="317626"/>
                    <a:pt x="93092" y="323006"/>
                    <a:pt x="95021" y="328371"/>
                  </a:cubicBezTo>
                  <a:cubicBezTo>
                    <a:pt x="96949" y="333743"/>
                    <a:pt x="98878" y="339116"/>
                    <a:pt x="100822" y="344481"/>
                  </a:cubicBezTo>
                  <a:cubicBezTo>
                    <a:pt x="102766" y="349845"/>
                    <a:pt x="104732" y="355203"/>
                    <a:pt x="106669" y="360567"/>
                  </a:cubicBezTo>
                  <a:cubicBezTo>
                    <a:pt x="108605" y="365940"/>
                    <a:pt x="110472" y="371328"/>
                    <a:pt x="112424" y="376692"/>
                  </a:cubicBezTo>
                  <a:cubicBezTo>
                    <a:pt x="114368" y="382057"/>
                    <a:pt x="116028" y="387552"/>
                    <a:pt x="118347" y="392749"/>
                  </a:cubicBezTo>
                  <a:cubicBezTo>
                    <a:pt x="120666" y="397945"/>
                    <a:pt x="123146" y="403203"/>
                    <a:pt x="126345" y="407871"/>
                  </a:cubicBezTo>
                  <a:cubicBezTo>
                    <a:pt x="129536" y="412532"/>
                    <a:pt x="133072" y="417453"/>
                    <a:pt x="137503" y="420751"/>
                  </a:cubicBezTo>
                  <a:cubicBezTo>
                    <a:pt x="141942" y="424050"/>
                    <a:pt x="147574" y="426705"/>
                    <a:pt x="152955" y="427654"/>
                  </a:cubicBezTo>
                  <a:cubicBezTo>
                    <a:pt x="158342" y="428611"/>
                    <a:pt x="164633" y="428182"/>
                    <a:pt x="169830" y="426468"/>
                  </a:cubicBezTo>
                  <a:cubicBezTo>
                    <a:pt x="175018" y="424754"/>
                    <a:pt x="180276" y="421302"/>
                    <a:pt x="184126" y="417376"/>
                  </a:cubicBezTo>
                  <a:cubicBezTo>
                    <a:pt x="187967" y="413443"/>
                    <a:pt x="191243" y="408101"/>
                    <a:pt x="192896" y="402866"/>
                  </a:cubicBezTo>
                  <a:cubicBezTo>
                    <a:pt x="194549" y="397631"/>
                    <a:pt x="194419" y="391578"/>
                    <a:pt x="194044" y="385968"/>
                  </a:cubicBezTo>
                  <a:cubicBezTo>
                    <a:pt x="193669" y="380358"/>
                    <a:pt x="191817" y="374779"/>
                    <a:pt x="190638" y="369192"/>
                  </a:cubicBezTo>
                  <a:cubicBezTo>
                    <a:pt x="189467" y="363606"/>
                    <a:pt x="188220" y="358042"/>
                    <a:pt x="187003" y="352463"/>
                  </a:cubicBezTo>
                  <a:cubicBezTo>
                    <a:pt x="185786" y="346891"/>
                    <a:pt x="184562" y="341312"/>
                    <a:pt x="183353" y="335741"/>
                  </a:cubicBezTo>
                  <a:cubicBezTo>
                    <a:pt x="182136" y="330162"/>
                    <a:pt x="180980" y="324575"/>
                    <a:pt x="179717" y="319011"/>
                  </a:cubicBezTo>
                  <a:cubicBezTo>
                    <a:pt x="178447" y="313447"/>
                    <a:pt x="177039" y="307914"/>
                    <a:pt x="175753" y="302358"/>
                  </a:cubicBezTo>
                  <a:cubicBezTo>
                    <a:pt x="174460" y="296794"/>
                    <a:pt x="173243" y="291223"/>
                    <a:pt x="171995" y="285659"/>
                  </a:cubicBezTo>
                  <a:cubicBezTo>
                    <a:pt x="170740" y="280088"/>
                    <a:pt x="169508" y="274516"/>
                    <a:pt x="168238" y="268952"/>
                  </a:cubicBezTo>
                  <a:cubicBezTo>
                    <a:pt x="166975" y="263389"/>
                    <a:pt x="165674" y="257832"/>
                    <a:pt x="164388" y="252276"/>
                  </a:cubicBezTo>
                  <a:cubicBezTo>
                    <a:pt x="163110" y="246712"/>
                    <a:pt x="161855" y="241149"/>
                    <a:pt x="160554" y="235593"/>
                  </a:cubicBezTo>
                  <a:cubicBezTo>
                    <a:pt x="159261" y="230036"/>
                    <a:pt x="157929" y="224480"/>
                    <a:pt x="156605" y="218932"/>
                  </a:cubicBezTo>
                  <a:cubicBezTo>
                    <a:pt x="155281" y="213383"/>
                    <a:pt x="153949" y="207835"/>
                    <a:pt x="152610" y="202286"/>
                  </a:cubicBezTo>
                  <a:cubicBezTo>
                    <a:pt x="151279" y="196738"/>
                    <a:pt x="149985" y="191182"/>
                    <a:pt x="148600" y="185641"/>
                  </a:cubicBezTo>
                  <a:cubicBezTo>
                    <a:pt x="147215" y="180108"/>
                    <a:pt x="145730" y="174597"/>
                    <a:pt x="144299" y="169072"/>
                  </a:cubicBezTo>
                  <a:cubicBezTo>
                    <a:pt x="142868" y="163546"/>
                    <a:pt x="141452" y="158021"/>
                    <a:pt x="140028" y="152495"/>
                  </a:cubicBezTo>
                  <a:cubicBezTo>
                    <a:pt x="138605" y="146970"/>
                    <a:pt x="137204" y="141437"/>
                    <a:pt x="135758" y="135919"/>
                  </a:cubicBezTo>
                  <a:cubicBezTo>
                    <a:pt x="134304" y="130401"/>
                    <a:pt x="132804" y="124898"/>
                    <a:pt x="131319" y="119388"/>
                  </a:cubicBezTo>
                  <a:cubicBezTo>
                    <a:pt x="129842" y="113870"/>
                    <a:pt x="128342" y="108368"/>
                    <a:pt x="126873" y="102850"/>
                  </a:cubicBezTo>
                  <a:cubicBezTo>
                    <a:pt x="125403" y="97340"/>
                    <a:pt x="123988" y="91814"/>
                    <a:pt x="122511" y="86296"/>
                  </a:cubicBezTo>
                  <a:cubicBezTo>
                    <a:pt x="121041" y="80786"/>
                    <a:pt x="119526" y="75283"/>
                    <a:pt x="118049" y="69773"/>
                  </a:cubicBezTo>
                  <a:cubicBezTo>
                    <a:pt x="116572" y="64263"/>
                    <a:pt x="115240" y="58699"/>
                    <a:pt x="113641" y="53227"/>
                  </a:cubicBezTo>
                  <a:cubicBezTo>
                    <a:pt x="112041" y="47755"/>
                    <a:pt x="110755" y="42100"/>
                    <a:pt x="108429" y="36949"/>
                  </a:cubicBezTo>
                  <a:cubicBezTo>
                    <a:pt x="106102" y="31799"/>
                    <a:pt x="103217" y="26702"/>
                    <a:pt x="99689" y="22309"/>
                  </a:cubicBezTo>
                  <a:cubicBezTo>
                    <a:pt x="96169" y="17908"/>
                    <a:pt x="91898" y="13806"/>
                    <a:pt x="87283" y="10584"/>
                  </a:cubicBezTo>
                  <a:cubicBezTo>
                    <a:pt x="82669" y="7355"/>
                    <a:pt x="77350" y="4714"/>
                    <a:pt x="72000" y="2969"/>
                  </a:cubicBezTo>
                  <a:cubicBezTo>
                    <a:pt x="66651" y="1224"/>
                    <a:pt x="60819" y="222"/>
                    <a:pt x="55202" y="10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5" name="Inner left wave"/>
            <p:cNvSpPr/>
            <p:nvPr/>
          </p:nvSpPr>
          <p:spPr>
            <a:xfrm>
              <a:off x="6104311" y="4909749"/>
              <a:ext cx="101477" cy="365816"/>
            </a:xfrm>
            <a:custGeom>
              <a:avLst/>
              <a:gdLst/>
              <a:ahLst/>
              <a:cxnLst/>
              <a:rect l="l" t="t" r="r" b="b"/>
              <a:pathLst>
                <a:path w="101477" h="365816">
                  <a:moveTo>
                    <a:pt x="36728" y="339"/>
                  </a:moveTo>
                  <a:cubicBezTo>
                    <a:pt x="31217" y="681"/>
                    <a:pt x="25225" y="2510"/>
                    <a:pt x="20418" y="5250"/>
                  </a:cubicBezTo>
                  <a:cubicBezTo>
                    <a:pt x="15612" y="7997"/>
                    <a:pt x="11128" y="12268"/>
                    <a:pt x="7913" y="16799"/>
                  </a:cubicBezTo>
                  <a:cubicBezTo>
                    <a:pt x="4699" y="21329"/>
                    <a:pt x="2296" y="26992"/>
                    <a:pt x="1148" y="32434"/>
                  </a:cubicBezTo>
                  <a:cubicBezTo>
                    <a:pt x="0" y="37875"/>
                    <a:pt x="474" y="43799"/>
                    <a:pt x="1026" y="49439"/>
                  </a:cubicBezTo>
                  <a:cubicBezTo>
                    <a:pt x="1569" y="55079"/>
                    <a:pt x="3260" y="60666"/>
                    <a:pt x="4431" y="66268"/>
                  </a:cubicBezTo>
                  <a:cubicBezTo>
                    <a:pt x="5602" y="71870"/>
                    <a:pt x="6865" y="77449"/>
                    <a:pt x="8059" y="83051"/>
                  </a:cubicBezTo>
                  <a:cubicBezTo>
                    <a:pt x="9253" y="88646"/>
                    <a:pt x="10416" y="94248"/>
                    <a:pt x="11579" y="99850"/>
                  </a:cubicBezTo>
                  <a:cubicBezTo>
                    <a:pt x="12750" y="105452"/>
                    <a:pt x="13883" y="111062"/>
                    <a:pt x="15069" y="116664"/>
                  </a:cubicBezTo>
                  <a:cubicBezTo>
                    <a:pt x="16247" y="122258"/>
                    <a:pt x="17480" y="127845"/>
                    <a:pt x="18674" y="133447"/>
                  </a:cubicBezTo>
                  <a:cubicBezTo>
                    <a:pt x="19867" y="139041"/>
                    <a:pt x="21077" y="144636"/>
                    <a:pt x="22240" y="150238"/>
                  </a:cubicBezTo>
                  <a:cubicBezTo>
                    <a:pt x="23411" y="155840"/>
                    <a:pt x="24520" y="161457"/>
                    <a:pt x="25691" y="167059"/>
                  </a:cubicBezTo>
                  <a:cubicBezTo>
                    <a:pt x="26855" y="172661"/>
                    <a:pt x="28094" y="178248"/>
                    <a:pt x="29242" y="183850"/>
                  </a:cubicBezTo>
                  <a:cubicBezTo>
                    <a:pt x="30398" y="189460"/>
                    <a:pt x="31508" y="195069"/>
                    <a:pt x="32602" y="200687"/>
                  </a:cubicBezTo>
                  <a:cubicBezTo>
                    <a:pt x="33689" y="206304"/>
                    <a:pt x="34753" y="211929"/>
                    <a:pt x="35801" y="217554"/>
                  </a:cubicBezTo>
                  <a:cubicBezTo>
                    <a:pt x="36850" y="223179"/>
                    <a:pt x="37875" y="228812"/>
                    <a:pt x="38901" y="234445"/>
                  </a:cubicBezTo>
                  <a:cubicBezTo>
                    <a:pt x="39926" y="240070"/>
                    <a:pt x="40952" y="245702"/>
                    <a:pt x="41947" y="251335"/>
                  </a:cubicBezTo>
                  <a:cubicBezTo>
                    <a:pt x="42949" y="256975"/>
                    <a:pt x="43929" y="262616"/>
                    <a:pt x="44885" y="268256"/>
                  </a:cubicBezTo>
                  <a:cubicBezTo>
                    <a:pt x="45842" y="273896"/>
                    <a:pt x="46791" y="279537"/>
                    <a:pt x="47702" y="285192"/>
                  </a:cubicBezTo>
                  <a:cubicBezTo>
                    <a:pt x="48612" y="290840"/>
                    <a:pt x="49454" y="296496"/>
                    <a:pt x="50357" y="302151"/>
                  </a:cubicBezTo>
                  <a:cubicBezTo>
                    <a:pt x="51268" y="307799"/>
                    <a:pt x="52240" y="313440"/>
                    <a:pt x="53135" y="319095"/>
                  </a:cubicBezTo>
                  <a:cubicBezTo>
                    <a:pt x="54031" y="324743"/>
                    <a:pt x="54674" y="330452"/>
                    <a:pt x="55737" y="336062"/>
                  </a:cubicBezTo>
                  <a:cubicBezTo>
                    <a:pt x="56809" y="341672"/>
                    <a:pt x="56870" y="348070"/>
                    <a:pt x="59541" y="352738"/>
                  </a:cubicBezTo>
                  <a:cubicBezTo>
                    <a:pt x="62212" y="357407"/>
                    <a:pt x="66942" y="362343"/>
                    <a:pt x="71763" y="364080"/>
                  </a:cubicBezTo>
                  <a:cubicBezTo>
                    <a:pt x="76584" y="365817"/>
                    <a:pt x="83855" y="365404"/>
                    <a:pt x="88462" y="363146"/>
                  </a:cubicBezTo>
                  <a:cubicBezTo>
                    <a:pt x="93069" y="360896"/>
                    <a:pt x="97355" y="355486"/>
                    <a:pt x="99414" y="350549"/>
                  </a:cubicBezTo>
                  <a:cubicBezTo>
                    <a:pt x="101480" y="345613"/>
                    <a:pt x="100592" y="339231"/>
                    <a:pt x="100822" y="333537"/>
                  </a:cubicBezTo>
                  <a:cubicBezTo>
                    <a:pt x="101059" y="327835"/>
                    <a:pt x="100822" y="322088"/>
                    <a:pt x="100822" y="316363"/>
                  </a:cubicBezTo>
                  <a:cubicBezTo>
                    <a:pt x="100822" y="310639"/>
                    <a:pt x="100822" y="304922"/>
                    <a:pt x="100822" y="299197"/>
                  </a:cubicBezTo>
                  <a:cubicBezTo>
                    <a:pt x="100822" y="293473"/>
                    <a:pt x="100822" y="287748"/>
                    <a:pt x="100822" y="282024"/>
                  </a:cubicBezTo>
                  <a:cubicBezTo>
                    <a:pt x="100822" y="276307"/>
                    <a:pt x="100822" y="270582"/>
                    <a:pt x="100822" y="264858"/>
                  </a:cubicBezTo>
                  <a:cubicBezTo>
                    <a:pt x="100822" y="259133"/>
                    <a:pt x="100822" y="253409"/>
                    <a:pt x="100822" y="247684"/>
                  </a:cubicBezTo>
                  <a:cubicBezTo>
                    <a:pt x="100822" y="241968"/>
                    <a:pt x="100822" y="236243"/>
                    <a:pt x="100822" y="230519"/>
                  </a:cubicBezTo>
                  <a:cubicBezTo>
                    <a:pt x="100822" y="224794"/>
                    <a:pt x="100822" y="219070"/>
                    <a:pt x="100822" y="213353"/>
                  </a:cubicBezTo>
                  <a:cubicBezTo>
                    <a:pt x="100822" y="207628"/>
                    <a:pt x="100822" y="201904"/>
                    <a:pt x="100822" y="196179"/>
                  </a:cubicBezTo>
                  <a:cubicBezTo>
                    <a:pt x="100822" y="190455"/>
                    <a:pt x="100822" y="184738"/>
                    <a:pt x="100822" y="179013"/>
                  </a:cubicBezTo>
                  <a:cubicBezTo>
                    <a:pt x="100822" y="173289"/>
                    <a:pt x="100822" y="167564"/>
                    <a:pt x="100822" y="161840"/>
                  </a:cubicBezTo>
                  <a:cubicBezTo>
                    <a:pt x="100822" y="156123"/>
                    <a:pt x="100975" y="150391"/>
                    <a:pt x="100822" y="144674"/>
                  </a:cubicBezTo>
                  <a:cubicBezTo>
                    <a:pt x="100669" y="138957"/>
                    <a:pt x="100562" y="133217"/>
                    <a:pt x="99896" y="127546"/>
                  </a:cubicBezTo>
                  <a:cubicBezTo>
                    <a:pt x="99222" y="121875"/>
                    <a:pt x="97959" y="116266"/>
                    <a:pt x="96804" y="110664"/>
                  </a:cubicBezTo>
                  <a:cubicBezTo>
                    <a:pt x="95648" y="105062"/>
                    <a:pt x="94248" y="99505"/>
                    <a:pt x="92962" y="93926"/>
                  </a:cubicBezTo>
                  <a:cubicBezTo>
                    <a:pt x="91669" y="88355"/>
                    <a:pt x="90360" y="82783"/>
                    <a:pt x="89074" y="77204"/>
                  </a:cubicBezTo>
                  <a:cubicBezTo>
                    <a:pt x="87789" y="71633"/>
                    <a:pt x="86526" y="66046"/>
                    <a:pt x="85240" y="60467"/>
                  </a:cubicBezTo>
                  <a:cubicBezTo>
                    <a:pt x="83954" y="54896"/>
                    <a:pt x="82760" y="49286"/>
                    <a:pt x="81360" y="43745"/>
                  </a:cubicBezTo>
                  <a:cubicBezTo>
                    <a:pt x="79967" y="38204"/>
                    <a:pt x="79163" y="32350"/>
                    <a:pt x="76852" y="27214"/>
                  </a:cubicBezTo>
                  <a:cubicBezTo>
                    <a:pt x="74541" y="22079"/>
                    <a:pt x="71388" y="16921"/>
                    <a:pt x="67493" y="12918"/>
                  </a:cubicBezTo>
                  <a:cubicBezTo>
                    <a:pt x="63605" y="8923"/>
                    <a:pt x="58630" y="5311"/>
                    <a:pt x="53495" y="3214"/>
                  </a:cubicBezTo>
                  <a:cubicBezTo>
                    <a:pt x="48367" y="1117"/>
                    <a:pt x="42245" y="0"/>
                    <a:pt x="36727" y="33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6" name="Center wave"/>
            <p:cNvSpPr/>
            <p:nvPr/>
          </p:nvSpPr>
          <p:spPr>
            <a:xfrm>
              <a:off x="6221117" y="5045937"/>
              <a:ext cx="84642" cy="310733"/>
            </a:xfrm>
            <a:custGeom>
              <a:avLst/>
              <a:gdLst/>
              <a:ahLst/>
              <a:cxnLst/>
              <a:rect l="l" t="t" r="r" b="b"/>
              <a:pathLst>
                <a:path w="84642" h="310733">
                  <a:moveTo>
                    <a:pt x="39310" y="386"/>
                  </a:moveTo>
                  <a:cubicBezTo>
                    <a:pt x="33804" y="773"/>
                    <a:pt x="27926" y="2426"/>
                    <a:pt x="23036" y="4990"/>
                  </a:cubicBezTo>
                  <a:cubicBezTo>
                    <a:pt x="18145" y="7554"/>
                    <a:pt x="13446" y="11464"/>
                    <a:pt x="9980" y="15765"/>
                  </a:cubicBezTo>
                  <a:cubicBezTo>
                    <a:pt x="6513" y="20059"/>
                    <a:pt x="3788" y="25477"/>
                    <a:pt x="2235" y="30796"/>
                  </a:cubicBezTo>
                  <a:cubicBezTo>
                    <a:pt x="681" y="36115"/>
                    <a:pt x="926" y="42023"/>
                    <a:pt x="666" y="47671"/>
                  </a:cubicBezTo>
                  <a:cubicBezTo>
                    <a:pt x="398" y="53327"/>
                    <a:pt x="666" y="59021"/>
                    <a:pt x="666" y="64699"/>
                  </a:cubicBezTo>
                  <a:cubicBezTo>
                    <a:pt x="666" y="70370"/>
                    <a:pt x="666" y="76049"/>
                    <a:pt x="666" y="81720"/>
                  </a:cubicBezTo>
                  <a:cubicBezTo>
                    <a:pt x="666" y="87391"/>
                    <a:pt x="666" y="93069"/>
                    <a:pt x="666" y="98740"/>
                  </a:cubicBezTo>
                  <a:cubicBezTo>
                    <a:pt x="666" y="104419"/>
                    <a:pt x="666" y="110090"/>
                    <a:pt x="666" y="115768"/>
                  </a:cubicBezTo>
                  <a:cubicBezTo>
                    <a:pt x="666" y="121439"/>
                    <a:pt x="666" y="127118"/>
                    <a:pt x="666" y="132789"/>
                  </a:cubicBezTo>
                  <a:cubicBezTo>
                    <a:pt x="666" y="138460"/>
                    <a:pt x="666" y="144138"/>
                    <a:pt x="666" y="149809"/>
                  </a:cubicBezTo>
                  <a:cubicBezTo>
                    <a:pt x="666" y="155488"/>
                    <a:pt x="666" y="161159"/>
                    <a:pt x="666" y="166837"/>
                  </a:cubicBezTo>
                  <a:cubicBezTo>
                    <a:pt x="666" y="172508"/>
                    <a:pt x="666" y="178187"/>
                    <a:pt x="666" y="183858"/>
                  </a:cubicBezTo>
                  <a:cubicBezTo>
                    <a:pt x="666" y="189529"/>
                    <a:pt x="666" y="195207"/>
                    <a:pt x="666" y="200878"/>
                  </a:cubicBezTo>
                  <a:cubicBezTo>
                    <a:pt x="666" y="206557"/>
                    <a:pt x="666" y="212228"/>
                    <a:pt x="666" y="217906"/>
                  </a:cubicBezTo>
                  <a:cubicBezTo>
                    <a:pt x="666" y="223577"/>
                    <a:pt x="666" y="229256"/>
                    <a:pt x="666" y="234927"/>
                  </a:cubicBezTo>
                  <a:cubicBezTo>
                    <a:pt x="666" y="240598"/>
                    <a:pt x="666" y="246276"/>
                    <a:pt x="666" y="251947"/>
                  </a:cubicBezTo>
                  <a:cubicBezTo>
                    <a:pt x="658" y="257626"/>
                    <a:pt x="0" y="263381"/>
                    <a:pt x="620" y="268968"/>
                  </a:cubicBezTo>
                  <a:cubicBezTo>
                    <a:pt x="1247" y="274554"/>
                    <a:pt x="2151" y="280409"/>
                    <a:pt x="4401" y="285468"/>
                  </a:cubicBezTo>
                  <a:cubicBezTo>
                    <a:pt x="6643" y="290526"/>
                    <a:pt x="10071" y="295531"/>
                    <a:pt x="14097" y="299312"/>
                  </a:cubicBezTo>
                  <a:cubicBezTo>
                    <a:pt x="18115" y="303085"/>
                    <a:pt x="23319" y="306299"/>
                    <a:pt x="28515" y="308136"/>
                  </a:cubicBezTo>
                  <a:cubicBezTo>
                    <a:pt x="33719" y="309965"/>
                    <a:pt x="39788" y="310731"/>
                    <a:pt x="45299" y="310317"/>
                  </a:cubicBezTo>
                  <a:cubicBezTo>
                    <a:pt x="50801" y="309904"/>
                    <a:pt x="56671" y="308228"/>
                    <a:pt x="61546" y="305649"/>
                  </a:cubicBezTo>
                  <a:cubicBezTo>
                    <a:pt x="66413" y="303070"/>
                    <a:pt x="71074" y="299136"/>
                    <a:pt x="74526" y="294827"/>
                  </a:cubicBezTo>
                  <a:cubicBezTo>
                    <a:pt x="77977" y="290526"/>
                    <a:pt x="80709" y="285116"/>
                    <a:pt x="82271" y="279804"/>
                  </a:cubicBezTo>
                  <a:cubicBezTo>
                    <a:pt x="83824" y="274485"/>
                    <a:pt x="83618" y="268585"/>
                    <a:pt x="83893" y="262937"/>
                  </a:cubicBezTo>
                  <a:cubicBezTo>
                    <a:pt x="84161" y="257289"/>
                    <a:pt x="83893" y="251587"/>
                    <a:pt x="83893" y="245917"/>
                  </a:cubicBezTo>
                  <a:cubicBezTo>
                    <a:pt x="83893" y="240238"/>
                    <a:pt x="83862" y="234567"/>
                    <a:pt x="83893" y="228896"/>
                  </a:cubicBezTo>
                  <a:cubicBezTo>
                    <a:pt x="83916" y="223217"/>
                    <a:pt x="84023" y="217547"/>
                    <a:pt x="84054" y="211876"/>
                  </a:cubicBezTo>
                  <a:cubicBezTo>
                    <a:pt x="84077" y="206197"/>
                    <a:pt x="84054" y="200526"/>
                    <a:pt x="84054" y="194855"/>
                  </a:cubicBezTo>
                  <a:cubicBezTo>
                    <a:pt x="84054" y="189184"/>
                    <a:pt x="84069" y="183513"/>
                    <a:pt x="84039" y="177835"/>
                  </a:cubicBezTo>
                  <a:cubicBezTo>
                    <a:pt x="84016" y="172164"/>
                    <a:pt x="83908" y="166493"/>
                    <a:pt x="83893" y="160822"/>
                  </a:cubicBezTo>
                  <a:cubicBezTo>
                    <a:pt x="83870" y="155143"/>
                    <a:pt x="83924" y="149472"/>
                    <a:pt x="83931" y="143801"/>
                  </a:cubicBezTo>
                  <a:cubicBezTo>
                    <a:pt x="83947" y="138131"/>
                    <a:pt x="83954" y="132452"/>
                    <a:pt x="83947" y="126781"/>
                  </a:cubicBezTo>
                  <a:cubicBezTo>
                    <a:pt x="83939" y="121110"/>
                    <a:pt x="83870" y="115439"/>
                    <a:pt x="83893" y="109761"/>
                  </a:cubicBezTo>
                  <a:cubicBezTo>
                    <a:pt x="83908" y="104090"/>
                    <a:pt x="84016" y="98419"/>
                    <a:pt x="84046" y="92740"/>
                  </a:cubicBezTo>
                  <a:cubicBezTo>
                    <a:pt x="84077" y="87069"/>
                    <a:pt x="84107" y="81398"/>
                    <a:pt x="84084" y="75727"/>
                  </a:cubicBezTo>
                  <a:cubicBezTo>
                    <a:pt x="84054" y="70049"/>
                    <a:pt x="83901" y="64378"/>
                    <a:pt x="83893" y="58707"/>
                  </a:cubicBezTo>
                  <a:cubicBezTo>
                    <a:pt x="83893" y="53028"/>
                    <a:pt x="84643" y="47265"/>
                    <a:pt x="84054" y="41686"/>
                  </a:cubicBezTo>
                  <a:cubicBezTo>
                    <a:pt x="83465" y="36100"/>
                    <a:pt x="82615" y="30222"/>
                    <a:pt x="80357" y="25194"/>
                  </a:cubicBezTo>
                  <a:cubicBezTo>
                    <a:pt x="78092" y="20166"/>
                    <a:pt x="74533" y="15245"/>
                    <a:pt x="70485" y="11495"/>
                  </a:cubicBezTo>
                  <a:cubicBezTo>
                    <a:pt x="66436" y="7745"/>
                    <a:pt x="61271" y="4531"/>
                    <a:pt x="56074" y="2679"/>
                  </a:cubicBezTo>
                  <a:cubicBezTo>
                    <a:pt x="50885" y="827"/>
                    <a:pt x="44816" y="0"/>
                    <a:pt x="39314" y="383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7" name="Inner right wave"/>
            <p:cNvSpPr/>
            <p:nvPr/>
          </p:nvSpPr>
          <p:spPr>
            <a:xfrm>
              <a:off x="6321222" y="4909813"/>
              <a:ext cx="101410" cy="365810"/>
            </a:xfrm>
            <a:custGeom>
              <a:avLst/>
              <a:gdLst/>
              <a:ahLst/>
              <a:cxnLst/>
              <a:rect l="l" t="t" r="r" b="b"/>
              <a:pathLst>
                <a:path w="101410" h="365810">
                  <a:moveTo>
                    <a:pt x="59167" y="513"/>
                  </a:moveTo>
                  <a:cubicBezTo>
                    <a:pt x="53671" y="1026"/>
                    <a:pt x="47801" y="3054"/>
                    <a:pt x="43010" y="5862"/>
                  </a:cubicBezTo>
                  <a:cubicBezTo>
                    <a:pt x="38219" y="8671"/>
                    <a:pt x="33781" y="12911"/>
                    <a:pt x="30421" y="17380"/>
                  </a:cubicBezTo>
                  <a:cubicBezTo>
                    <a:pt x="27061" y="21842"/>
                    <a:pt x="24750" y="27322"/>
                    <a:pt x="22852" y="32656"/>
                  </a:cubicBezTo>
                  <a:cubicBezTo>
                    <a:pt x="20946" y="37990"/>
                    <a:pt x="20304" y="43814"/>
                    <a:pt x="19026" y="49385"/>
                  </a:cubicBezTo>
                  <a:cubicBezTo>
                    <a:pt x="17748" y="54957"/>
                    <a:pt x="16454" y="60536"/>
                    <a:pt x="15168" y="66107"/>
                  </a:cubicBezTo>
                  <a:cubicBezTo>
                    <a:pt x="13875" y="71679"/>
                    <a:pt x="12574" y="77250"/>
                    <a:pt x="11273" y="82822"/>
                  </a:cubicBezTo>
                  <a:cubicBezTo>
                    <a:pt x="9964" y="88393"/>
                    <a:pt x="8610" y="93949"/>
                    <a:pt x="7332" y="99528"/>
                  </a:cubicBezTo>
                  <a:cubicBezTo>
                    <a:pt x="6046" y="105100"/>
                    <a:pt x="4638" y="110656"/>
                    <a:pt x="3582" y="116273"/>
                  </a:cubicBezTo>
                  <a:cubicBezTo>
                    <a:pt x="2526" y="121891"/>
                    <a:pt x="1469" y="127546"/>
                    <a:pt x="980" y="133225"/>
                  </a:cubicBezTo>
                  <a:cubicBezTo>
                    <a:pt x="490" y="138911"/>
                    <a:pt x="681" y="144659"/>
                    <a:pt x="620" y="150375"/>
                  </a:cubicBezTo>
                  <a:cubicBezTo>
                    <a:pt x="559" y="156092"/>
                    <a:pt x="620" y="161817"/>
                    <a:pt x="620" y="167541"/>
                  </a:cubicBezTo>
                  <a:cubicBezTo>
                    <a:pt x="620" y="173258"/>
                    <a:pt x="620" y="178983"/>
                    <a:pt x="620" y="184700"/>
                  </a:cubicBezTo>
                  <a:cubicBezTo>
                    <a:pt x="620" y="190424"/>
                    <a:pt x="620" y="196141"/>
                    <a:pt x="620" y="201865"/>
                  </a:cubicBezTo>
                  <a:cubicBezTo>
                    <a:pt x="620" y="207582"/>
                    <a:pt x="620" y="213307"/>
                    <a:pt x="620" y="219024"/>
                  </a:cubicBezTo>
                  <a:cubicBezTo>
                    <a:pt x="620" y="224748"/>
                    <a:pt x="620" y="230465"/>
                    <a:pt x="620" y="236189"/>
                  </a:cubicBezTo>
                  <a:cubicBezTo>
                    <a:pt x="620" y="241906"/>
                    <a:pt x="620" y="247631"/>
                    <a:pt x="620" y="253348"/>
                  </a:cubicBezTo>
                  <a:cubicBezTo>
                    <a:pt x="620" y="259072"/>
                    <a:pt x="620" y="264789"/>
                    <a:pt x="620" y="270514"/>
                  </a:cubicBezTo>
                  <a:cubicBezTo>
                    <a:pt x="620" y="276230"/>
                    <a:pt x="620" y="281955"/>
                    <a:pt x="620" y="287672"/>
                  </a:cubicBezTo>
                  <a:cubicBezTo>
                    <a:pt x="620" y="293396"/>
                    <a:pt x="620" y="299113"/>
                    <a:pt x="620" y="304838"/>
                  </a:cubicBezTo>
                  <a:cubicBezTo>
                    <a:pt x="620" y="310554"/>
                    <a:pt x="620" y="316279"/>
                    <a:pt x="620" y="321996"/>
                  </a:cubicBezTo>
                  <a:cubicBezTo>
                    <a:pt x="620" y="327720"/>
                    <a:pt x="0" y="333560"/>
                    <a:pt x="620" y="339162"/>
                  </a:cubicBezTo>
                  <a:cubicBezTo>
                    <a:pt x="1240" y="344764"/>
                    <a:pt x="1416" y="351338"/>
                    <a:pt x="4347" y="355616"/>
                  </a:cubicBezTo>
                  <a:cubicBezTo>
                    <a:pt x="7286" y="359902"/>
                    <a:pt x="13202" y="363889"/>
                    <a:pt x="18237" y="364845"/>
                  </a:cubicBezTo>
                  <a:cubicBezTo>
                    <a:pt x="23281" y="365810"/>
                    <a:pt x="30367" y="364340"/>
                    <a:pt x="34584" y="361394"/>
                  </a:cubicBezTo>
                  <a:cubicBezTo>
                    <a:pt x="38793" y="358447"/>
                    <a:pt x="41564" y="352363"/>
                    <a:pt x="43523" y="347167"/>
                  </a:cubicBezTo>
                  <a:cubicBezTo>
                    <a:pt x="45475" y="341978"/>
                    <a:pt x="45390" y="335886"/>
                    <a:pt x="46309" y="330238"/>
                  </a:cubicBezTo>
                  <a:cubicBezTo>
                    <a:pt x="47227" y="324598"/>
                    <a:pt x="48138" y="318942"/>
                    <a:pt x="49041" y="313294"/>
                  </a:cubicBezTo>
                  <a:cubicBezTo>
                    <a:pt x="49944" y="307646"/>
                    <a:pt x="50824" y="301998"/>
                    <a:pt x="51735" y="296350"/>
                  </a:cubicBezTo>
                  <a:cubicBezTo>
                    <a:pt x="52646" y="290702"/>
                    <a:pt x="53572" y="285054"/>
                    <a:pt x="54521" y="279414"/>
                  </a:cubicBezTo>
                  <a:cubicBezTo>
                    <a:pt x="55470" y="273774"/>
                    <a:pt x="56449" y="268141"/>
                    <a:pt x="57444" y="262501"/>
                  </a:cubicBezTo>
                  <a:cubicBezTo>
                    <a:pt x="58439" y="256868"/>
                    <a:pt x="59480" y="251243"/>
                    <a:pt x="60482" y="245610"/>
                  </a:cubicBezTo>
                  <a:cubicBezTo>
                    <a:pt x="61477" y="239978"/>
                    <a:pt x="62419" y="234337"/>
                    <a:pt x="63452" y="228712"/>
                  </a:cubicBezTo>
                  <a:cubicBezTo>
                    <a:pt x="64477" y="223087"/>
                    <a:pt x="65587" y="217470"/>
                    <a:pt x="66658" y="211853"/>
                  </a:cubicBezTo>
                  <a:cubicBezTo>
                    <a:pt x="67737" y="206235"/>
                    <a:pt x="68771" y="200610"/>
                    <a:pt x="69888" y="195001"/>
                  </a:cubicBezTo>
                  <a:cubicBezTo>
                    <a:pt x="71005" y="189383"/>
                    <a:pt x="72199" y="183789"/>
                    <a:pt x="73355" y="178187"/>
                  </a:cubicBezTo>
                  <a:cubicBezTo>
                    <a:pt x="74510" y="172585"/>
                    <a:pt x="75620" y="166975"/>
                    <a:pt x="76814" y="161381"/>
                  </a:cubicBezTo>
                  <a:cubicBezTo>
                    <a:pt x="78000" y="155786"/>
                    <a:pt x="79263" y="150207"/>
                    <a:pt x="80487" y="144620"/>
                  </a:cubicBezTo>
                  <a:cubicBezTo>
                    <a:pt x="81712" y="139034"/>
                    <a:pt x="82967" y="133447"/>
                    <a:pt x="84169" y="127852"/>
                  </a:cubicBezTo>
                  <a:cubicBezTo>
                    <a:pt x="85362" y="122258"/>
                    <a:pt x="86495" y="116656"/>
                    <a:pt x="87666" y="111054"/>
                  </a:cubicBezTo>
                  <a:cubicBezTo>
                    <a:pt x="88837" y="105452"/>
                    <a:pt x="90023" y="99857"/>
                    <a:pt x="91202" y="94263"/>
                  </a:cubicBezTo>
                  <a:cubicBezTo>
                    <a:pt x="92380" y="88661"/>
                    <a:pt x="93567" y="83067"/>
                    <a:pt x="94753" y="77472"/>
                  </a:cubicBezTo>
                  <a:cubicBezTo>
                    <a:pt x="95939" y="71870"/>
                    <a:pt x="97217" y="66291"/>
                    <a:pt x="98312" y="60681"/>
                  </a:cubicBezTo>
                  <a:cubicBezTo>
                    <a:pt x="99406" y="55072"/>
                    <a:pt x="101227" y="49416"/>
                    <a:pt x="101319" y="43791"/>
                  </a:cubicBezTo>
                  <a:cubicBezTo>
                    <a:pt x="101411" y="38166"/>
                    <a:pt x="100722" y="32181"/>
                    <a:pt x="98847" y="26931"/>
                  </a:cubicBezTo>
                  <a:cubicBezTo>
                    <a:pt x="96980" y="21689"/>
                    <a:pt x="93911" y="16347"/>
                    <a:pt x="90100" y="12321"/>
                  </a:cubicBezTo>
                  <a:cubicBezTo>
                    <a:pt x="86289" y="8296"/>
                    <a:pt x="81153" y="4753"/>
                    <a:pt x="75995" y="2786"/>
                  </a:cubicBezTo>
                  <a:cubicBezTo>
                    <a:pt x="70837" y="811"/>
                    <a:pt x="64669" y="0"/>
                    <a:pt x="59166" y="513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8" name="Outer right wave"/>
            <p:cNvSpPr/>
            <p:nvPr/>
          </p:nvSpPr>
          <p:spPr>
            <a:xfrm>
              <a:off x="6390730" y="4793170"/>
              <a:ext cx="194779" cy="428536"/>
            </a:xfrm>
            <a:custGeom>
              <a:avLst/>
              <a:gdLst/>
              <a:ahLst/>
              <a:cxnLst/>
              <a:rect l="l" t="t" r="r" b="b"/>
              <a:pathLst>
                <a:path w="194779" h="428536">
                  <a:moveTo>
                    <a:pt x="136982" y="418"/>
                  </a:moveTo>
                  <a:cubicBezTo>
                    <a:pt x="131380" y="834"/>
                    <a:pt x="125618" y="2250"/>
                    <a:pt x="120375" y="4286"/>
                  </a:cubicBezTo>
                  <a:cubicBezTo>
                    <a:pt x="115133" y="6329"/>
                    <a:pt x="109982" y="9222"/>
                    <a:pt x="105513" y="12635"/>
                  </a:cubicBezTo>
                  <a:cubicBezTo>
                    <a:pt x="101044" y="16056"/>
                    <a:pt x="96934" y="20288"/>
                    <a:pt x="93567" y="24804"/>
                  </a:cubicBezTo>
                  <a:cubicBezTo>
                    <a:pt x="90199" y="29319"/>
                    <a:pt x="87498" y="34515"/>
                    <a:pt x="85301" y="39727"/>
                  </a:cubicBezTo>
                  <a:cubicBezTo>
                    <a:pt x="83105" y="44947"/>
                    <a:pt x="81942" y="50625"/>
                    <a:pt x="80388" y="56105"/>
                  </a:cubicBezTo>
                  <a:cubicBezTo>
                    <a:pt x="78834" y="61592"/>
                    <a:pt x="77457" y="67133"/>
                    <a:pt x="75987" y="72643"/>
                  </a:cubicBezTo>
                  <a:cubicBezTo>
                    <a:pt x="74526" y="78161"/>
                    <a:pt x="73056" y="83671"/>
                    <a:pt x="71587" y="89181"/>
                  </a:cubicBezTo>
                  <a:cubicBezTo>
                    <a:pt x="70118" y="94692"/>
                    <a:pt x="68656" y="100209"/>
                    <a:pt x="67179" y="105720"/>
                  </a:cubicBezTo>
                  <a:cubicBezTo>
                    <a:pt x="65694" y="111230"/>
                    <a:pt x="64179" y="116725"/>
                    <a:pt x="62709" y="122235"/>
                  </a:cubicBezTo>
                  <a:cubicBezTo>
                    <a:pt x="61240" y="127745"/>
                    <a:pt x="59794" y="133271"/>
                    <a:pt x="58355" y="138789"/>
                  </a:cubicBezTo>
                  <a:cubicBezTo>
                    <a:pt x="56924" y="144307"/>
                    <a:pt x="55523" y="149840"/>
                    <a:pt x="54100" y="155365"/>
                  </a:cubicBezTo>
                  <a:cubicBezTo>
                    <a:pt x="52676" y="160891"/>
                    <a:pt x="51245" y="166409"/>
                    <a:pt x="49829" y="171934"/>
                  </a:cubicBezTo>
                  <a:cubicBezTo>
                    <a:pt x="48421" y="177460"/>
                    <a:pt x="47013" y="182993"/>
                    <a:pt x="45643" y="188526"/>
                  </a:cubicBezTo>
                  <a:cubicBezTo>
                    <a:pt x="44265" y="194067"/>
                    <a:pt x="42949" y="199615"/>
                    <a:pt x="41595" y="205156"/>
                  </a:cubicBezTo>
                  <a:cubicBezTo>
                    <a:pt x="40240" y="210697"/>
                    <a:pt x="38832" y="216223"/>
                    <a:pt x="37500" y="221771"/>
                  </a:cubicBezTo>
                  <a:cubicBezTo>
                    <a:pt x="36168" y="227320"/>
                    <a:pt x="34890" y="232876"/>
                    <a:pt x="33620" y="238439"/>
                  </a:cubicBezTo>
                  <a:cubicBezTo>
                    <a:pt x="32342" y="243996"/>
                    <a:pt x="31117" y="249567"/>
                    <a:pt x="29847" y="255131"/>
                  </a:cubicBezTo>
                  <a:cubicBezTo>
                    <a:pt x="28577" y="260695"/>
                    <a:pt x="27283" y="266243"/>
                    <a:pt x="25998" y="271807"/>
                  </a:cubicBezTo>
                  <a:cubicBezTo>
                    <a:pt x="24712" y="277363"/>
                    <a:pt x="23411" y="282919"/>
                    <a:pt x="22140" y="288475"/>
                  </a:cubicBezTo>
                  <a:cubicBezTo>
                    <a:pt x="20862" y="294039"/>
                    <a:pt x="19607" y="299603"/>
                    <a:pt x="18360" y="305167"/>
                  </a:cubicBezTo>
                  <a:cubicBezTo>
                    <a:pt x="17105" y="310731"/>
                    <a:pt x="15872" y="316302"/>
                    <a:pt x="14617" y="321866"/>
                  </a:cubicBezTo>
                  <a:cubicBezTo>
                    <a:pt x="13370" y="327430"/>
                    <a:pt x="12092" y="332993"/>
                    <a:pt x="10852" y="338557"/>
                  </a:cubicBezTo>
                  <a:cubicBezTo>
                    <a:pt x="9612" y="344129"/>
                    <a:pt x="8411" y="349708"/>
                    <a:pt x="7186" y="355279"/>
                  </a:cubicBezTo>
                  <a:cubicBezTo>
                    <a:pt x="5962" y="360843"/>
                    <a:pt x="4668" y="366407"/>
                    <a:pt x="3497" y="371986"/>
                  </a:cubicBezTo>
                  <a:cubicBezTo>
                    <a:pt x="2319" y="377565"/>
                    <a:pt x="283" y="383167"/>
                    <a:pt x="138" y="388754"/>
                  </a:cubicBezTo>
                  <a:cubicBezTo>
                    <a:pt x="0" y="394348"/>
                    <a:pt x="597" y="400448"/>
                    <a:pt x="2648" y="405552"/>
                  </a:cubicBezTo>
                  <a:cubicBezTo>
                    <a:pt x="4699" y="410657"/>
                    <a:pt x="8311" y="415769"/>
                    <a:pt x="12436" y="419381"/>
                  </a:cubicBezTo>
                  <a:cubicBezTo>
                    <a:pt x="16569" y="422994"/>
                    <a:pt x="22117" y="425940"/>
                    <a:pt x="27429" y="427241"/>
                  </a:cubicBezTo>
                  <a:cubicBezTo>
                    <a:pt x="32748" y="428534"/>
                    <a:pt x="39046" y="428527"/>
                    <a:pt x="44342" y="427165"/>
                  </a:cubicBezTo>
                  <a:cubicBezTo>
                    <a:pt x="49638" y="425795"/>
                    <a:pt x="54972" y="422642"/>
                    <a:pt x="59197" y="419052"/>
                  </a:cubicBezTo>
                  <a:cubicBezTo>
                    <a:pt x="63429" y="415463"/>
                    <a:pt x="66712" y="410420"/>
                    <a:pt x="69720" y="405621"/>
                  </a:cubicBezTo>
                  <a:cubicBezTo>
                    <a:pt x="72735" y="400830"/>
                    <a:pt x="75054" y="395527"/>
                    <a:pt x="77288" y="390292"/>
                  </a:cubicBezTo>
                  <a:cubicBezTo>
                    <a:pt x="79523" y="385057"/>
                    <a:pt x="81176" y="379562"/>
                    <a:pt x="83120" y="374205"/>
                  </a:cubicBezTo>
                  <a:cubicBezTo>
                    <a:pt x="85072" y="368848"/>
                    <a:pt x="87046" y="363491"/>
                    <a:pt x="88990" y="358126"/>
                  </a:cubicBezTo>
                  <a:cubicBezTo>
                    <a:pt x="90934" y="352769"/>
                    <a:pt x="92863" y="347396"/>
                    <a:pt x="94799" y="342032"/>
                  </a:cubicBezTo>
                  <a:cubicBezTo>
                    <a:pt x="96735" y="336667"/>
                    <a:pt x="98679" y="331302"/>
                    <a:pt x="100607" y="325937"/>
                  </a:cubicBezTo>
                  <a:cubicBezTo>
                    <a:pt x="102536" y="320565"/>
                    <a:pt x="104442" y="315192"/>
                    <a:pt x="106370" y="309820"/>
                  </a:cubicBezTo>
                  <a:cubicBezTo>
                    <a:pt x="108291" y="304447"/>
                    <a:pt x="110220" y="299083"/>
                    <a:pt x="112141" y="293710"/>
                  </a:cubicBezTo>
                  <a:cubicBezTo>
                    <a:pt x="114069" y="288345"/>
                    <a:pt x="115998" y="282973"/>
                    <a:pt x="117919" y="277600"/>
                  </a:cubicBezTo>
                  <a:cubicBezTo>
                    <a:pt x="119840" y="272235"/>
                    <a:pt x="121745" y="266855"/>
                    <a:pt x="123674" y="261491"/>
                  </a:cubicBezTo>
                  <a:cubicBezTo>
                    <a:pt x="125602" y="256118"/>
                    <a:pt x="127562" y="250761"/>
                    <a:pt x="129498" y="245396"/>
                  </a:cubicBezTo>
                  <a:cubicBezTo>
                    <a:pt x="131434" y="240031"/>
                    <a:pt x="133363" y="234659"/>
                    <a:pt x="135284" y="229294"/>
                  </a:cubicBezTo>
                  <a:cubicBezTo>
                    <a:pt x="137212" y="223922"/>
                    <a:pt x="139148" y="218557"/>
                    <a:pt x="141069" y="213184"/>
                  </a:cubicBezTo>
                  <a:cubicBezTo>
                    <a:pt x="142990" y="207812"/>
                    <a:pt x="144896" y="202439"/>
                    <a:pt x="146817" y="197067"/>
                  </a:cubicBezTo>
                  <a:cubicBezTo>
                    <a:pt x="148738" y="191694"/>
                    <a:pt x="150682" y="186330"/>
                    <a:pt x="152610" y="180965"/>
                  </a:cubicBezTo>
                  <a:cubicBezTo>
                    <a:pt x="154539" y="175600"/>
                    <a:pt x="156460" y="170228"/>
                    <a:pt x="158396" y="164863"/>
                  </a:cubicBezTo>
                  <a:cubicBezTo>
                    <a:pt x="160332" y="159498"/>
                    <a:pt x="162307" y="154141"/>
                    <a:pt x="164243" y="148776"/>
                  </a:cubicBezTo>
                  <a:cubicBezTo>
                    <a:pt x="166179" y="143411"/>
                    <a:pt x="168085" y="138039"/>
                    <a:pt x="170013" y="132666"/>
                  </a:cubicBezTo>
                  <a:cubicBezTo>
                    <a:pt x="171934" y="127294"/>
                    <a:pt x="173878" y="121929"/>
                    <a:pt x="175768" y="116549"/>
                  </a:cubicBezTo>
                  <a:cubicBezTo>
                    <a:pt x="177659" y="111169"/>
                    <a:pt x="179495" y="105766"/>
                    <a:pt x="181363" y="100378"/>
                  </a:cubicBezTo>
                  <a:cubicBezTo>
                    <a:pt x="183238" y="94990"/>
                    <a:pt x="185166" y="89618"/>
                    <a:pt x="186988" y="84215"/>
                  </a:cubicBezTo>
                  <a:cubicBezTo>
                    <a:pt x="188802" y="78804"/>
                    <a:pt x="191006" y="73454"/>
                    <a:pt x="192268" y="67936"/>
                  </a:cubicBezTo>
                  <a:cubicBezTo>
                    <a:pt x="193531" y="62411"/>
                    <a:pt x="194779" y="56671"/>
                    <a:pt x="194572" y="51084"/>
                  </a:cubicBezTo>
                  <a:cubicBezTo>
                    <a:pt x="194358" y="45498"/>
                    <a:pt x="193026" y="39651"/>
                    <a:pt x="191006" y="34416"/>
                  </a:cubicBezTo>
                  <a:cubicBezTo>
                    <a:pt x="188985" y="29181"/>
                    <a:pt x="186001" y="24015"/>
                    <a:pt x="182450" y="19676"/>
                  </a:cubicBezTo>
                  <a:cubicBezTo>
                    <a:pt x="178898" y="15337"/>
                    <a:pt x="174429" y="11365"/>
                    <a:pt x="169684" y="8380"/>
                  </a:cubicBezTo>
                  <a:cubicBezTo>
                    <a:pt x="164939" y="5395"/>
                    <a:pt x="159421" y="3107"/>
                    <a:pt x="153972" y="1776"/>
                  </a:cubicBezTo>
                  <a:cubicBezTo>
                    <a:pt x="148523" y="452"/>
                    <a:pt x="142585" y="0"/>
                    <a:pt x="136983" y="42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19" name="Text 17"/>
          <p:cNvSpPr txBox="1"/>
          <p:nvPr/>
        </p:nvSpPr>
        <p:spPr>
          <a:xfrm>
            <a:off x="5394960" y="5687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Source (square)</a:t>
            </a:r>
            <a:endParaRPr lang="en-US" sz="1200" dirty="0"/>
          </a:p>
        </p:txBody>
      </p:sp>
      <p:sp>
        <p:nvSpPr>
          <p:cNvPr id="20" name="iOS mask"/>
          <p:cNvSpPr/>
          <p:nvPr/>
        </p:nvSpPr>
        <p:spPr>
          <a:xfrm>
            <a:off x="7680960" y="4572000"/>
            <a:ext cx="1005840" cy="1005840"/>
          </a:xfrm>
          <a:prstGeom prst="roundRect">
            <a:avLst>
              <a:gd name="adj" fmla="val 22727"/>
            </a:avLst>
          </a:prstGeom>
          <a:solidFill>
            <a:schemeClr val="tx1"/>
          </a:solidFill>
          <a:ln/>
        </p:spPr>
      </p:sp>
      <p:grpSp>
        <p:nvGrpSpPr>
          <p:cNvPr id="36" name="VCA symbol"/>
          <p:cNvGrpSpPr/>
          <p:nvPr/>
        </p:nvGrpSpPr>
        <p:grpSpPr>
          <a:xfrm>
            <a:off x="7862011" y="4793170"/>
            <a:ext cx="643738" cy="563500"/>
            <a:chOff x="7862011" y="4793170"/>
            <a:chExt cx="643738" cy="563500"/>
          </a:xfrm>
        </p:grpSpPr>
        <p:sp>
          <p:nvSpPr>
            <p:cNvPr id="21" name="Outer left wave"/>
            <p:cNvSpPr/>
            <p:nvPr/>
          </p:nvSpPr>
          <p:spPr>
            <a:xfrm>
              <a:off x="7862011" y="4793282"/>
              <a:ext cx="194552" cy="428610"/>
            </a:xfrm>
            <a:custGeom>
              <a:avLst/>
              <a:gdLst/>
              <a:ahLst/>
              <a:cxnLst/>
              <a:rect l="l" t="t" r="r" b="b"/>
              <a:pathLst>
                <a:path w="194552" h="428610">
                  <a:moveTo>
                    <a:pt x="55199" y="110"/>
                  </a:moveTo>
                  <a:cubicBezTo>
                    <a:pt x="49584" y="0"/>
                    <a:pt x="43676" y="704"/>
                    <a:pt x="38296" y="2304"/>
                  </a:cubicBezTo>
                  <a:cubicBezTo>
                    <a:pt x="32916" y="3911"/>
                    <a:pt x="27528" y="6513"/>
                    <a:pt x="22929" y="9727"/>
                  </a:cubicBezTo>
                  <a:cubicBezTo>
                    <a:pt x="18337" y="12941"/>
                    <a:pt x="14051" y="17097"/>
                    <a:pt x="10699" y="21597"/>
                  </a:cubicBezTo>
                  <a:cubicBezTo>
                    <a:pt x="7347" y="26097"/>
                    <a:pt x="4584" y="31401"/>
                    <a:pt x="2816" y="36727"/>
                  </a:cubicBezTo>
                  <a:cubicBezTo>
                    <a:pt x="1048" y="42054"/>
                    <a:pt x="0" y="47970"/>
                    <a:pt x="77" y="53564"/>
                  </a:cubicBezTo>
                  <a:cubicBezTo>
                    <a:pt x="161" y="59158"/>
                    <a:pt x="1860" y="64799"/>
                    <a:pt x="3298" y="70294"/>
                  </a:cubicBezTo>
                  <a:cubicBezTo>
                    <a:pt x="4730" y="75788"/>
                    <a:pt x="6857" y="81138"/>
                    <a:pt x="8686" y="86541"/>
                  </a:cubicBezTo>
                  <a:cubicBezTo>
                    <a:pt x="10508" y="91952"/>
                    <a:pt x="12390" y="97340"/>
                    <a:pt x="14265" y="102727"/>
                  </a:cubicBezTo>
                  <a:cubicBezTo>
                    <a:pt x="16133" y="108115"/>
                    <a:pt x="18023" y="113503"/>
                    <a:pt x="19921" y="118883"/>
                  </a:cubicBezTo>
                  <a:cubicBezTo>
                    <a:pt x="21819" y="124271"/>
                    <a:pt x="23740" y="129636"/>
                    <a:pt x="25645" y="135016"/>
                  </a:cubicBezTo>
                  <a:cubicBezTo>
                    <a:pt x="27551" y="140396"/>
                    <a:pt x="29441" y="145784"/>
                    <a:pt x="31355" y="151156"/>
                  </a:cubicBezTo>
                  <a:cubicBezTo>
                    <a:pt x="33268" y="156536"/>
                    <a:pt x="35181" y="161909"/>
                    <a:pt x="37110" y="167281"/>
                  </a:cubicBezTo>
                  <a:cubicBezTo>
                    <a:pt x="39038" y="172646"/>
                    <a:pt x="41005" y="178003"/>
                    <a:pt x="42941" y="183376"/>
                  </a:cubicBezTo>
                  <a:cubicBezTo>
                    <a:pt x="44878" y="188740"/>
                    <a:pt x="46799" y="194120"/>
                    <a:pt x="48727" y="199485"/>
                  </a:cubicBezTo>
                  <a:cubicBezTo>
                    <a:pt x="50656" y="204858"/>
                    <a:pt x="52584" y="210230"/>
                    <a:pt x="54528" y="215595"/>
                  </a:cubicBezTo>
                  <a:cubicBezTo>
                    <a:pt x="56472" y="220960"/>
                    <a:pt x="58462" y="226309"/>
                    <a:pt x="60390" y="231674"/>
                  </a:cubicBezTo>
                  <a:cubicBezTo>
                    <a:pt x="62327" y="237047"/>
                    <a:pt x="64194" y="242434"/>
                    <a:pt x="66115" y="247807"/>
                  </a:cubicBezTo>
                  <a:cubicBezTo>
                    <a:pt x="68044" y="253179"/>
                    <a:pt x="70018" y="258536"/>
                    <a:pt x="71947" y="263901"/>
                  </a:cubicBezTo>
                  <a:cubicBezTo>
                    <a:pt x="73868" y="269274"/>
                    <a:pt x="75758" y="274662"/>
                    <a:pt x="77671" y="280034"/>
                  </a:cubicBezTo>
                  <a:cubicBezTo>
                    <a:pt x="79592" y="285406"/>
                    <a:pt x="81528" y="290779"/>
                    <a:pt x="83457" y="296144"/>
                  </a:cubicBezTo>
                  <a:cubicBezTo>
                    <a:pt x="85385" y="301516"/>
                    <a:pt x="87322" y="306889"/>
                    <a:pt x="89250" y="312261"/>
                  </a:cubicBezTo>
                  <a:cubicBezTo>
                    <a:pt x="91171" y="317626"/>
                    <a:pt x="93092" y="323006"/>
                    <a:pt x="95021" y="328371"/>
                  </a:cubicBezTo>
                  <a:cubicBezTo>
                    <a:pt x="96949" y="333743"/>
                    <a:pt x="98878" y="339116"/>
                    <a:pt x="100822" y="344481"/>
                  </a:cubicBezTo>
                  <a:cubicBezTo>
                    <a:pt x="102766" y="349845"/>
                    <a:pt x="104732" y="355203"/>
                    <a:pt x="106669" y="360567"/>
                  </a:cubicBezTo>
                  <a:cubicBezTo>
                    <a:pt x="108605" y="365940"/>
                    <a:pt x="110472" y="371328"/>
                    <a:pt x="112424" y="376692"/>
                  </a:cubicBezTo>
                  <a:cubicBezTo>
                    <a:pt x="114368" y="382057"/>
                    <a:pt x="116028" y="387552"/>
                    <a:pt x="118347" y="392749"/>
                  </a:cubicBezTo>
                  <a:cubicBezTo>
                    <a:pt x="120666" y="397945"/>
                    <a:pt x="123146" y="403203"/>
                    <a:pt x="126345" y="407871"/>
                  </a:cubicBezTo>
                  <a:cubicBezTo>
                    <a:pt x="129536" y="412532"/>
                    <a:pt x="133072" y="417453"/>
                    <a:pt x="137503" y="420751"/>
                  </a:cubicBezTo>
                  <a:cubicBezTo>
                    <a:pt x="141942" y="424050"/>
                    <a:pt x="147574" y="426705"/>
                    <a:pt x="152955" y="427654"/>
                  </a:cubicBezTo>
                  <a:cubicBezTo>
                    <a:pt x="158342" y="428611"/>
                    <a:pt x="164633" y="428182"/>
                    <a:pt x="169830" y="426468"/>
                  </a:cubicBezTo>
                  <a:cubicBezTo>
                    <a:pt x="175018" y="424754"/>
                    <a:pt x="180276" y="421302"/>
                    <a:pt x="184126" y="417376"/>
                  </a:cubicBezTo>
                  <a:cubicBezTo>
                    <a:pt x="187967" y="413443"/>
                    <a:pt x="191243" y="408101"/>
                    <a:pt x="192896" y="402866"/>
                  </a:cubicBezTo>
                  <a:cubicBezTo>
                    <a:pt x="194549" y="397631"/>
                    <a:pt x="194419" y="391578"/>
                    <a:pt x="194044" y="385968"/>
                  </a:cubicBezTo>
                  <a:cubicBezTo>
                    <a:pt x="193669" y="380358"/>
                    <a:pt x="191817" y="374779"/>
                    <a:pt x="190638" y="369192"/>
                  </a:cubicBezTo>
                  <a:cubicBezTo>
                    <a:pt x="189467" y="363606"/>
                    <a:pt x="188220" y="358042"/>
                    <a:pt x="187003" y="352463"/>
                  </a:cubicBezTo>
                  <a:cubicBezTo>
                    <a:pt x="185786" y="346891"/>
                    <a:pt x="184562" y="341312"/>
                    <a:pt x="183353" y="335741"/>
                  </a:cubicBezTo>
                  <a:cubicBezTo>
                    <a:pt x="182136" y="330162"/>
                    <a:pt x="180980" y="324575"/>
                    <a:pt x="179717" y="319011"/>
                  </a:cubicBezTo>
                  <a:cubicBezTo>
                    <a:pt x="178447" y="313447"/>
                    <a:pt x="177039" y="307914"/>
                    <a:pt x="175753" y="302358"/>
                  </a:cubicBezTo>
                  <a:cubicBezTo>
                    <a:pt x="174460" y="296794"/>
                    <a:pt x="173243" y="291223"/>
                    <a:pt x="171995" y="285659"/>
                  </a:cubicBezTo>
                  <a:cubicBezTo>
                    <a:pt x="170740" y="280088"/>
                    <a:pt x="169508" y="274516"/>
                    <a:pt x="168238" y="268952"/>
                  </a:cubicBezTo>
                  <a:cubicBezTo>
                    <a:pt x="166975" y="263389"/>
                    <a:pt x="165674" y="257832"/>
                    <a:pt x="164388" y="252276"/>
                  </a:cubicBezTo>
                  <a:cubicBezTo>
                    <a:pt x="163110" y="246712"/>
                    <a:pt x="161855" y="241149"/>
                    <a:pt x="160554" y="235593"/>
                  </a:cubicBezTo>
                  <a:cubicBezTo>
                    <a:pt x="159261" y="230036"/>
                    <a:pt x="157929" y="224480"/>
                    <a:pt x="156605" y="218932"/>
                  </a:cubicBezTo>
                  <a:cubicBezTo>
                    <a:pt x="155281" y="213383"/>
                    <a:pt x="153949" y="207835"/>
                    <a:pt x="152610" y="202286"/>
                  </a:cubicBezTo>
                  <a:cubicBezTo>
                    <a:pt x="151279" y="196738"/>
                    <a:pt x="149985" y="191182"/>
                    <a:pt x="148600" y="185641"/>
                  </a:cubicBezTo>
                  <a:cubicBezTo>
                    <a:pt x="147215" y="180108"/>
                    <a:pt x="145730" y="174597"/>
                    <a:pt x="144299" y="169072"/>
                  </a:cubicBezTo>
                  <a:cubicBezTo>
                    <a:pt x="142868" y="163546"/>
                    <a:pt x="141452" y="158021"/>
                    <a:pt x="140028" y="152495"/>
                  </a:cubicBezTo>
                  <a:cubicBezTo>
                    <a:pt x="138605" y="146970"/>
                    <a:pt x="137204" y="141437"/>
                    <a:pt x="135758" y="135919"/>
                  </a:cubicBezTo>
                  <a:cubicBezTo>
                    <a:pt x="134304" y="130401"/>
                    <a:pt x="132804" y="124898"/>
                    <a:pt x="131319" y="119388"/>
                  </a:cubicBezTo>
                  <a:cubicBezTo>
                    <a:pt x="129842" y="113870"/>
                    <a:pt x="128342" y="108368"/>
                    <a:pt x="126873" y="102850"/>
                  </a:cubicBezTo>
                  <a:cubicBezTo>
                    <a:pt x="125403" y="97340"/>
                    <a:pt x="123988" y="91814"/>
                    <a:pt x="122511" y="86296"/>
                  </a:cubicBezTo>
                  <a:cubicBezTo>
                    <a:pt x="121041" y="80786"/>
                    <a:pt x="119526" y="75283"/>
                    <a:pt x="118049" y="69773"/>
                  </a:cubicBezTo>
                  <a:cubicBezTo>
                    <a:pt x="116572" y="64263"/>
                    <a:pt x="115240" y="58699"/>
                    <a:pt x="113641" y="53227"/>
                  </a:cubicBezTo>
                  <a:cubicBezTo>
                    <a:pt x="112041" y="47755"/>
                    <a:pt x="110755" y="42100"/>
                    <a:pt x="108429" y="36949"/>
                  </a:cubicBezTo>
                  <a:cubicBezTo>
                    <a:pt x="106102" y="31799"/>
                    <a:pt x="103217" y="26702"/>
                    <a:pt x="99689" y="22309"/>
                  </a:cubicBezTo>
                  <a:cubicBezTo>
                    <a:pt x="96169" y="17908"/>
                    <a:pt x="91898" y="13806"/>
                    <a:pt x="87283" y="10584"/>
                  </a:cubicBezTo>
                  <a:cubicBezTo>
                    <a:pt x="82669" y="7355"/>
                    <a:pt x="77350" y="4714"/>
                    <a:pt x="72000" y="2969"/>
                  </a:cubicBezTo>
                  <a:cubicBezTo>
                    <a:pt x="66651" y="1224"/>
                    <a:pt x="60819" y="222"/>
                    <a:pt x="55202" y="10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22" name="Inner left wave"/>
            <p:cNvSpPr/>
            <p:nvPr/>
          </p:nvSpPr>
          <p:spPr>
            <a:xfrm>
              <a:off x="8024551" y="4909749"/>
              <a:ext cx="101477" cy="365816"/>
            </a:xfrm>
            <a:custGeom>
              <a:avLst/>
              <a:gdLst/>
              <a:ahLst/>
              <a:cxnLst/>
              <a:rect l="l" t="t" r="r" b="b"/>
              <a:pathLst>
                <a:path w="101477" h="365816">
                  <a:moveTo>
                    <a:pt x="36728" y="339"/>
                  </a:moveTo>
                  <a:cubicBezTo>
                    <a:pt x="31217" y="681"/>
                    <a:pt x="25225" y="2510"/>
                    <a:pt x="20418" y="5250"/>
                  </a:cubicBezTo>
                  <a:cubicBezTo>
                    <a:pt x="15612" y="7997"/>
                    <a:pt x="11128" y="12268"/>
                    <a:pt x="7913" y="16799"/>
                  </a:cubicBezTo>
                  <a:cubicBezTo>
                    <a:pt x="4699" y="21329"/>
                    <a:pt x="2296" y="26992"/>
                    <a:pt x="1148" y="32434"/>
                  </a:cubicBezTo>
                  <a:cubicBezTo>
                    <a:pt x="0" y="37875"/>
                    <a:pt x="474" y="43799"/>
                    <a:pt x="1026" y="49439"/>
                  </a:cubicBezTo>
                  <a:cubicBezTo>
                    <a:pt x="1569" y="55079"/>
                    <a:pt x="3260" y="60666"/>
                    <a:pt x="4431" y="66268"/>
                  </a:cubicBezTo>
                  <a:cubicBezTo>
                    <a:pt x="5602" y="71870"/>
                    <a:pt x="6865" y="77449"/>
                    <a:pt x="8059" y="83051"/>
                  </a:cubicBezTo>
                  <a:cubicBezTo>
                    <a:pt x="9253" y="88646"/>
                    <a:pt x="10416" y="94248"/>
                    <a:pt x="11579" y="99850"/>
                  </a:cubicBezTo>
                  <a:cubicBezTo>
                    <a:pt x="12750" y="105452"/>
                    <a:pt x="13883" y="111062"/>
                    <a:pt x="15069" y="116664"/>
                  </a:cubicBezTo>
                  <a:cubicBezTo>
                    <a:pt x="16247" y="122258"/>
                    <a:pt x="17480" y="127845"/>
                    <a:pt x="18674" y="133447"/>
                  </a:cubicBezTo>
                  <a:cubicBezTo>
                    <a:pt x="19867" y="139041"/>
                    <a:pt x="21077" y="144636"/>
                    <a:pt x="22240" y="150238"/>
                  </a:cubicBezTo>
                  <a:cubicBezTo>
                    <a:pt x="23411" y="155840"/>
                    <a:pt x="24520" y="161457"/>
                    <a:pt x="25691" y="167059"/>
                  </a:cubicBezTo>
                  <a:cubicBezTo>
                    <a:pt x="26855" y="172661"/>
                    <a:pt x="28094" y="178248"/>
                    <a:pt x="29242" y="183850"/>
                  </a:cubicBezTo>
                  <a:cubicBezTo>
                    <a:pt x="30398" y="189460"/>
                    <a:pt x="31508" y="195069"/>
                    <a:pt x="32602" y="200687"/>
                  </a:cubicBezTo>
                  <a:cubicBezTo>
                    <a:pt x="33689" y="206304"/>
                    <a:pt x="34753" y="211929"/>
                    <a:pt x="35801" y="217554"/>
                  </a:cubicBezTo>
                  <a:cubicBezTo>
                    <a:pt x="36850" y="223179"/>
                    <a:pt x="37875" y="228812"/>
                    <a:pt x="38901" y="234445"/>
                  </a:cubicBezTo>
                  <a:cubicBezTo>
                    <a:pt x="39926" y="240070"/>
                    <a:pt x="40952" y="245702"/>
                    <a:pt x="41947" y="251335"/>
                  </a:cubicBezTo>
                  <a:cubicBezTo>
                    <a:pt x="42949" y="256975"/>
                    <a:pt x="43929" y="262616"/>
                    <a:pt x="44885" y="268256"/>
                  </a:cubicBezTo>
                  <a:cubicBezTo>
                    <a:pt x="45842" y="273896"/>
                    <a:pt x="46791" y="279537"/>
                    <a:pt x="47702" y="285192"/>
                  </a:cubicBezTo>
                  <a:cubicBezTo>
                    <a:pt x="48612" y="290840"/>
                    <a:pt x="49454" y="296496"/>
                    <a:pt x="50357" y="302151"/>
                  </a:cubicBezTo>
                  <a:cubicBezTo>
                    <a:pt x="51268" y="307799"/>
                    <a:pt x="52240" y="313440"/>
                    <a:pt x="53135" y="319095"/>
                  </a:cubicBezTo>
                  <a:cubicBezTo>
                    <a:pt x="54031" y="324743"/>
                    <a:pt x="54674" y="330452"/>
                    <a:pt x="55737" y="336062"/>
                  </a:cubicBezTo>
                  <a:cubicBezTo>
                    <a:pt x="56809" y="341672"/>
                    <a:pt x="56870" y="348070"/>
                    <a:pt x="59541" y="352738"/>
                  </a:cubicBezTo>
                  <a:cubicBezTo>
                    <a:pt x="62212" y="357407"/>
                    <a:pt x="66942" y="362343"/>
                    <a:pt x="71763" y="364080"/>
                  </a:cubicBezTo>
                  <a:cubicBezTo>
                    <a:pt x="76584" y="365817"/>
                    <a:pt x="83855" y="365404"/>
                    <a:pt x="88462" y="363146"/>
                  </a:cubicBezTo>
                  <a:cubicBezTo>
                    <a:pt x="93069" y="360896"/>
                    <a:pt x="97355" y="355486"/>
                    <a:pt x="99414" y="350549"/>
                  </a:cubicBezTo>
                  <a:cubicBezTo>
                    <a:pt x="101480" y="345613"/>
                    <a:pt x="100592" y="339231"/>
                    <a:pt x="100822" y="333537"/>
                  </a:cubicBezTo>
                  <a:cubicBezTo>
                    <a:pt x="101059" y="327835"/>
                    <a:pt x="100822" y="322088"/>
                    <a:pt x="100822" y="316363"/>
                  </a:cubicBezTo>
                  <a:cubicBezTo>
                    <a:pt x="100822" y="310639"/>
                    <a:pt x="100822" y="304922"/>
                    <a:pt x="100822" y="299197"/>
                  </a:cubicBezTo>
                  <a:cubicBezTo>
                    <a:pt x="100822" y="293473"/>
                    <a:pt x="100822" y="287748"/>
                    <a:pt x="100822" y="282024"/>
                  </a:cubicBezTo>
                  <a:cubicBezTo>
                    <a:pt x="100822" y="276307"/>
                    <a:pt x="100822" y="270582"/>
                    <a:pt x="100822" y="264858"/>
                  </a:cubicBezTo>
                  <a:cubicBezTo>
                    <a:pt x="100822" y="259133"/>
                    <a:pt x="100822" y="253409"/>
                    <a:pt x="100822" y="247684"/>
                  </a:cubicBezTo>
                  <a:cubicBezTo>
                    <a:pt x="100822" y="241968"/>
                    <a:pt x="100822" y="236243"/>
                    <a:pt x="100822" y="230519"/>
                  </a:cubicBezTo>
                  <a:cubicBezTo>
                    <a:pt x="100822" y="224794"/>
                    <a:pt x="100822" y="219070"/>
                    <a:pt x="100822" y="213353"/>
                  </a:cubicBezTo>
                  <a:cubicBezTo>
                    <a:pt x="100822" y="207628"/>
                    <a:pt x="100822" y="201904"/>
                    <a:pt x="100822" y="196179"/>
                  </a:cubicBezTo>
                  <a:cubicBezTo>
                    <a:pt x="100822" y="190455"/>
                    <a:pt x="100822" y="184738"/>
                    <a:pt x="100822" y="179013"/>
                  </a:cubicBezTo>
                  <a:cubicBezTo>
                    <a:pt x="100822" y="173289"/>
                    <a:pt x="100822" y="167564"/>
                    <a:pt x="100822" y="161840"/>
                  </a:cubicBezTo>
                  <a:cubicBezTo>
                    <a:pt x="100822" y="156123"/>
                    <a:pt x="100975" y="150391"/>
                    <a:pt x="100822" y="144674"/>
                  </a:cubicBezTo>
                  <a:cubicBezTo>
                    <a:pt x="100669" y="138957"/>
                    <a:pt x="100562" y="133217"/>
                    <a:pt x="99896" y="127546"/>
                  </a:cubicBezTo>
                  <a:cubicBezTo>
                    <a:pt x="99222" y="121875"/>
                    <a:pt x="97959" y="116266"/>
                    <a:pt x="96804" y="110664"/>
                  </a:cubicBezTo>
                  <a:cubicBezTo>
                    <a:pt x="95648" y="105062"/>
                    <a:pt x="94248" y="99505"/>
                    <a:pt x="92962" y="93926"/>
                  </a:cubicBezTo>
                  <a:cubicBezTo>
                    <a:pt x="91669" y="88355"/>
                    <a:pt x="90360" y="82783"/>
                    <a:pt x="89074" y="77204"/>
                  </a:cubicBezTo>
                  <a:cubicBezTo>
                    <a:pt x="87789" y="71633"/>
                    <a:pt x="86526" y="66046"/>
                    <a:pt x="85240" y="60467"/>
                  </a:cubicBezTo>
                  <a:cubicBezTo>
                    <a:pt x="83954" y="54896"/>
                    <a:pt x="82760" y="49286"/>
                    <a:pt x="81360" y="43745"/>
                  </a:cubicBezTo>
                  <a:cubicBezTo>
                    <a:pt x="79967" y="38204"/>
                    <a:pt x="79163" y="32350"/>
                    <a:pt x="76852" y="27214"/>
                  </a:cubicBezTo>
                  <a:cubicBezTo>
                    <a:pt x="74541" y="22079"/>
                    <a:pt x="71388" y="16921"/>
                    <a:pt x="67493" y="12918"/>
                  </a:cubicBezTo>
                  <a:cubicBezTo>
                    <a:pt x="63605" y="8923"/>
                    <a:pt x="58630" y="5311"/>
                    <a:pt x="53495" y="3214"/>
                  </a:cubicBezTo>
                  <a:cubicBezTo>
                    <a:pt x="48367" y="1117"/>
                    <a:pt x="42245" y="0"/>
                    <a:pt x="36727" y="33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23" name="Center wave"/>
            <p:cNvSpPr/>
            <p:nvPr/>
          </p:nvSpPr>
          <p:spPr>
            <a:xfrm>
              <a:off x="8141357" y="5045937"/>
              <a:ext cx="84642" cy="310733"/>
            </a:xfrm>
            <a:custGeom>
              <a:avLst/>
              <a:gdLst/>
              <a:ahLst/>
              <a:cxnLst/>
              <a:rect l="l" t="t" r="r" b="b"/>
              <a:pathLst>
                <a:path w="84642" h="310733">
                  <a:moveTo>
                    <a:pt x="39310" y="386"/>
                  </a:moveTo>
                  <a:cubicBezTo>
                    <a:pt x="33804" y="773"/>
                    <a:pt x="27926" y="2426"/>
                    <a:pt x="23036" y="4990"/>
                  </a:cubicBezTo>
                  <a:cubicBezTo>
                    <a:pt x="18145" y="7554"/>
                    <a:pt x="13446" y="11464"/>
                    <a:pt x="9980" y="15765"/>
                  </a:cubicBezTo>
                  <a:cubicBezTo>
                    <a:pt x="6513" y="20059"/>
                    <a:pt x="3788" y="25477"/>
                    <a:pt x="2235" y="30796"/>
                  </a:cubicBezTo>
                  <a:cubicBezTo>
                    <a:pt x="681" y="36115"/>
                    <a:pt x="926" y="42023"/>
                    <a:pt x="666" y="47671"/>
                  </a:cubicBezTo>
                  <a:cubicBezTo>
                    <a:pt x="398" y="53327"/>
                    <a:pt x="666" y="59021"/>
                    <a:pt x="666" y="64699"/>
                  </a:cubicBezTo>
                  <a:cubicBezTo>
                    <a:pt x="666" y="70370"/>
                    <a:pt x="666" y="76049"/>
                    <a:pt x="666" y="81720"/>
                  </a:cubicBezTo>
                  <a:cubicBezTo>
                    <a:pt x="666" y="87391"/>
                    <a:pt x="666" y="93069"/>
                    <a:pt x="666" y="98740"/>
                  </a:cubicBezTo>
                  <a:cubicBezTo>
                    <a:pt x="666" y="104419"/>
                    <a:pt x="666" y="110090"/>
                    <a:pt x="666" y="115768"/>
                  </a:cubicBezTo>
                  <a:cubicBezTo>
                    <a:pt x="666" y="121439"/>
                    <a:pt x="666" y="127118"/>
                    <a:pt x="666" y="132789"/>
                  </a:cubicBezTo>
                  <a:cubicBezTo>
                    <a:pt x="666" y="138460"/>
                    <a:pt x="666" y="144138"/>
                    <a:pt x="666" y="149809"/>
                  </a:cubicBezTo>
                  <a:cubicBezTo>
                    <a:pt x="666" y="155488"/>
                    <a:pt x="666" y="161159"/>
                    <a:pt x="666" y="166837"/>
                  </a:cubicBezTo>
                  <a:cubicBezTo>
                    <a:pt x="666" y="172508"/>
                    <a:pt x="666" y="178187"/>
                    <a:pt x="666" y="183858"/>
                  </a:cubicBezTo>
                  <a:cubicBezTo>
                    <a:pt x="666" y="189529"/>
                    <a:pt x="666" y="195207"/>
                    <a:pt x="666" y="200878"/>
                  </a:cubicBezTo>
                  <a:cubicBezTo>
                    <a:pt x="666" y="206557"/>
                    <a:pt x="666" y="212228"/>
                    <a:pt x="666" y="217906"/>
                  </a:cubicBezTo>
                  <a:cubicBezTo>
                    <a:pt x="666" y="223577"/>
                    <a:pt x="666" y="229256"/>
                    <a:pt x="666" y="234927"/>
                  </a:cubicBezTo>
                  <a:cubicBezTo>
                    <a:pt x="666" y="240598"/>
                    <a:pt x="666" y="246276"/>
                    <a:pt x="666" y="251947"/>
                  </a:cubicBezTo>
                  <a:cubicBezTo>
                    <a:pt x="658" y="257626"/>
                    <a:pt x="0" y="263381"/>
                    <a:pt x="620" y="268968"/>
                  </a:cubicBezTo>
                  <a:cubicBezTo>
                    <a:pt x="1247" y="274554"/>
                    <a:pt x="2151" y="280409"/>
                    <a:pt x="4401" y="285468"/>
                  </a:cubicBezTo>
                  <a:cubicBezTo>
                    <a:pt x="6643" y="290526"/>
                    <a:pt x="10071" y="295531"/>
                    <a:pt x="14097" y="299312"/>
                  </a:cubicBezTo>
                  <a:cubicBezTo>
                    <a:pt x="18115" y="303085"/>
                    <a:pt x="23319" y="306299"/>
                    <a:pt x="28515" y="308136"/>
                  </a:cubicBezTo>
                  <a:cubicBezTo>
                    <a:pt x="33719" y="309965"/>
                    <a:pt x="39788" y="310731"/>
                    <a:pt x="45299" y="310317"/>
                  </a:cubicBezTo>
                  <a:cubicBezTo>
                    <a:pt x="50801" y="309904"/>
                    <a:pt x="56671" y="308228"/>
                    <a:pt x="61546" y="305649"/>
                  </a:cubicBezTo>
                  <a:cubicBezTo>
                    <a:pt x="66413" y="303070"/>
                    <a:pt x="71074" y="299136"/>
                    <a:pt x="74526" y="294827"/>
                  </a:cubicBezTo>
                  <a:cubicBezTo>
                    <a:pt x="77977" y="290526"/>
                    <a:pt x="80709" y="285116"/>
                    <a:pt x="82271" y="279804"/>
                  </a:cubicBezTo>
                  <a:cubicBezTo>
                    <a:pt x="83824" y="274485"/>
                    <a:pt x="83618" y="268585"/>
                    <a:pt x="83893" y="262937"/>
                  </a:cubicBezTo>
                  <a:cubicBezTo>
                    <a:pt x="84161" y="257289"/>
                    <a:pt x="83893" y="251587"/>
                    <a:pt x="83893" y="245917"/>
                  </a:cubicBezTo>
                  <a:cubicBezTo>
                    <a:pt x="83893" y="240238"/>
                    <a:pt x="83862" y="234567"/>
                    <a:pt x="83893" y="228896"/>
                  </a:cubicBezTo>
                  <a:cubicBezTo>
                    <a:pt x="83916" y="223217"/>
                    <a:pt x="84023" y="217547"/>
                    <a:pt x="84054" y="211876"/>
                  </a:cubicBezTo>
                  <a:cubicBezTo>
                    <a:pt x="84077" y="206197"/>
                    <a:pt x="84054" y="200526"/>
                    <a:pt x="84054" y="194855"/>
                  </a:cubicBezTo>
                  <a:cubicBezTo>
                    <a:pt x="84054" y="189184"/>
                    <a:pt x="84069" y="183513"/>
                    <a:pt x="84039" y="177835"/>
                  </a:cubicBezTo>
                  <a:cubicBezTo>
                    <a:pt x="84016" y="172164"/>
                    <a:pt x="83908" y="166493"/>
                    <a:pt x="83893" y="160822"/>
                  </a:cubicBezTo>
                  <a:cubicBezTo>
                    <a:pt x="83870" y="155143"/>
                    <a:pt x="83924" y="149472"/>
                    <a:pt x="83931" y="143801"/>
                  </a:cubicBezTo>
                  <a:cubicBezTo>
                    <a:pt x="83947" y="138131"/>
                    <a:pt x="83954" y="132452"/>
                    <a:pt x="83947" y="126781"/>
                  </a:cubicBezTo>
                  <a:cubicBezTo>
                    <a:pt x="83939" y="121110"/>
                    <a:pt x="83870" y="115439"/>
                    <a:pt x="83893" y="109761"/>
                  </a:cubicBezTo>
                  <a:cubicBezTo>
                    <a:pt x="83908" y="104090"/>
                    <a:pt x="84016" y="98419"/>
                    <a:pt x="84046" y="92740"/>
                  </a:cubicBezTo>
                  <a:cubicBezTo>
                    <a:pt x="84077" y="87069"/>
                    <a:pt x="84107" y="81398"/>
                    <a:pt x="84084" y="75727"/>
                  </a:cubicBezTo>
                  <a:cubicBezTo>
                    <a:pt x="84054" y="70049"/>
                    <a:pt x="83901" y="64378"/>
                    <a:pt x="83893" y="58707"/>
                  </a:cubicBezTo>
                  <a:cubicBezTo>
                    <a:pt x="83893" y="53028"/>
                    <a:pt x="84643" y="47265"/>
                    <a:pt x="84054" y="41686"/>
                  </a:cubicBezTo>
                  <a:cubicBezTo>
                    <a:pt x="83465" y="36100"/>
                    <a:pt x="82615" y="30222"/>
                    <a:pt x="80357" y="25194"/>
                  </a:cubicBezTo>
                  <a:cubicBezTo>
                    <a:pt x="78092" y="20166"/>
                    <a:pt x="74533" y="15245"/>
                    <a:pt x="70485" y="11495"/>
                  </a:cubicBezTo>
                  <a:cubicBezTo>
                    <a:pt x="66436" y="7745"/>
                    <a:pt x="61271" y="4531"/>
                    <a:pt x="56074" y="2679"/>
                  </a:cubicBezTo>
                  <a:cubicBezTo>
                    <a:pt x="50885" y="827"/>
                    <a:pt x="44816" y="0"/>
                    <a:pt x="39314" y="383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24" name="Inner right wave"/>
            <p:cNvSpPr/>
            <p:nvPr/>
          </p:nvSpPr>
          <p:spPr>
            <a:xfrm>
              <a:off x="8241462" y="4909813"/>
              <a:ext cx="101410" cy="365810"/>
            </a:xfrm>
            <a:custGeom>
              <a:avLst/>
              <a:gdLst/>
              <a:ahLst/>
              <a:cxnLst/>
              <a:rect l="l" t="t" r="r" b="b"/>
              <a:pathLst>
                <a:path w="101410" h="365810">
                  <a:moveTo>
                    <a:pt x="59167" y="513"/>
                  </a:moveTo>
                  <a:cubicBezTo>
                    <a:pt x="53671" y="1026"/>
                    <a:pt x="47801" y="3054"/>
                    <a:pt x="43010" y="5862"/>
                  </a:cubicBezTo>
                  <a:cubicBezTo>
                    <a:pt x="38219" y="8671"/>
                    <a:pt x="33781" y="12911"/>
                    <a:pt x="30421" y="17380"/>
                  </a:cubicBezTo>
                  <a:cubicBezTo>
                    <a:pt x="27061" y="21842"/>
                    <a:pt x="24750" y="27322"/>
                    <a:pt x="22852" y="32656"/>
                  </a:cubicBezTo>
                  <a:cubicBezTo>
                    <a:pt x="20946" y="37990"/>
                    <a:pt x="20304" y="43814"/>
                    <a:pt x="19026" y="49385"/>
                  </a:cubicBezTo>
                  <a:cubicBezTo>
                    <a:pt x="17748" y="54957"/>
                    <a:pt x="16454" y="60536"/>
                    <a:pt x="15168" y="66107"/>
                  </a:cubicBezTo>
                  <a:cubicBezTo>
                    <a:pt x="13875" y="71679"/>
                    <a:pt x="12574" y="77250"/>
                    <a:pt x="11273" y="82822"/>
                  </a:cubicBezTo>
                  <a:cubicBezTo>
                    <a:pt x="9964" y="88393"/>
                    <a:pt x="8610" y="93949"/>
                    <a:pt x="7332" y="99528"/>
                  </a:cubicBezTo>
                  <a:cubicBezTo>
                    <a:pt x="6046" y="105100"/>
                    <a:pt x="4638" y="110656"/>
                    <a:pt x="3582" y="116273"/>
                  </a:cubicBezTo>
                  <a:cubicBezTo>
                    <a:pt x="2526" y="121891"/>
                    <a:pt x="1469" y="127546"/>
                    <a:pt x="980" y="133225"/>
                  </a:cubicBezTo>
                  <a:cubicBezTo>
                    <a:pt x="490" y="138911"/>
                    <a:pt x="681" y="144659"/>
                    <a:pt x="620" y="150375"/>
                  </a:cubicBezTo>
                  <a:cubicBezTo>
                    <a:pt x="559" y="156092"/>
                    <a:pt x="620" y="161817"/>
                    <a:pt x="620" y="167541"/>
                  </a:cubicBezTo>
                  <a:cubicBezTo>
                    <a:pt x="620" y="173258"/>
                    <a:pt x="620" y="178983"/>
                    <a:pt x="620" y="184700"/>
                  </a:cubicBezTo>
                  <a:cubicBezTo>
                    <a:pt x="620" y="190424"/>
                    <a:pt x="620" y="196141"/>
                    <a:pt x="620" y="201865"/>
                  </a:cubicBezTo>
                  <a:cubicBezTo>
                    <a:pt x="620" y="207582"/>
                    <a:pt x="620" y="213307"/>
                    <a:pt x="620" y="219024"/>
                  </a:cubicBezTo>
                  <a:cubicBezTo>
                    <a:pt x="620" y="224748"/>
                    <a:pt x="620" y="230465"/>
                    <a:pt x="620" y="236189"/>
                  </a:cubicBezTo>
                  <a:cubicBezTo>
                    <a:pt x="620" y="241906"/>
                    <a:pt x="620" y="247631"/>
                    <a:pt x="620" y="253348"/>
                  </a:cubicBezTo>
                  <a:cubicBezTo>
                    <a:pt x="620" y="259072"/>
                    <a:pt x="620" y="264789"/>
                    <a:pt x="620" y="270514"/>
                  </a:cubicBezTo>
                  <a:cubicBezTo>
                    <a:pt x="620" y="276230"/>
                    <a:pt x="620" y="281955"/>
                    <a:pt x="620" y="287672"/>
                  </a:cubicBezTo>
                  <a:cubicBezTo>
                    <a:pt x="620" y="293396"/>
                    <a:pt x="620" y="299113"/>
                    <a:pt x="620" y="304838"/>
                  </a:cubicBezTo>
                  <a:cubicBezTo>
                    <a:pt x="620" y="310554"/>
                    <a:pt x="620" y="316279"/>
                    <a:pt x="620" y="321996"/>
                  </a:cubicBezTo>
                  <a:cubicBezTo>
                    <a:pt x="620" y="327720"/>
                    <a:pt x="0" y="333560"/>
                    <a:pt x="620" y="339162"/>
                  </a:cubicBezTo>
                  <a:cubicBezTo>
                    <a:pt x="1240" y="344764"/>
                    <a:pt x="1416" y="351338"/>
                    <a:pt x="4347" y="355616"/>
                  </a:cubicBezTo>
                  <a:cubicBezTo>
                    <a:pt x="7286" y="359902"/>
                    <a:pt x="13202" y="363889"/>
                    <a:pt x="18237" y="364845"/>
                  </a:cubicBezTo>
                  <a:cubicBezTo>
                    <a:pt x="23281" y="365810"/>
                    <a:pt x="30367" y="364340"/>
                    <a:pt x="34584" y="361394"/>
                  </a:cubicBezTo>
                  <a:cubicBezTo>
                    <a:pt x="38793" y="358447"/>
                    <a:pt x="41564" y="352363"/>
                    <a:pt x="43523" y="347167"/>
                  </a:cubicBezTo>
                  <a:cubicBezTo>
                    <a:pt x="45475" y="341978"/>
                    <a:pt x="45390" y="335886"/>
                    <a:pt x="46309" y="330238"/>
                  </a:cubicBezTo>
                  <a:cubicBezTo>
                    <a:pt x="47227" y="324598"/>
                    <a:pt x="48138" y="318942"/>
                    <a:pt x="49041" y="313294"/>
                  </a:cubicBezTo>
                  <a:cubicBezTo>
                    <a:pt x="49944" y="307646"/>
                    <a:pt x="50824" y="301998"/>
                    <a:pt x="51735" y="296350"/>
                  </a:cubicBezTo>
                  <a:cubicBezTo>
                    <a:pt x="52646" y="290702"/>
                    <a:pt x="53572" y="285054"/>
                    <a:pt x="54521" y="279414"/>
                  </a:cubicBezTo>
                  <a:cubicBezTo>
                    <a:pt x="55470" y="273774"/>
                    <a:pt x="56449" y="268141"/>
                    <a:pt x="57444" y="262501"/>
                  </a:cubicBezTo>
                  <a:cubicBezTo>
                    <a:pt x="58439" y="256868"/>
                    <a:pt x="59480" y="251243"/>
                    <a:pt x="60482" y="245610"/>
                  </a:cubicBezTo>
                  <a:cubicBezTo>
                    <a:pt x="61477" y="239978"/>
                    <a:pt x="62419" y="234337"/>
                    <a:pt x="63452" y="228712"/>
                  </a:cubicBezTo>
                  <a:cubicBezTo>
                    <a:pt x="64477" y="223087"/>
                    <a:pt x="65587" y="217470"/>
                    <a:pt x="66658" y="211853"/>
                  </a:cubicBezTo>
                  <a:cubicBezTo>
                    <a:pt x="67737" y="206235"/>
                    <a:pt x="68771" y="200610"/>
                    <a:pt x="69888" y="195001"/>
                  </a:cubicBezTo>
                  <a:cubicBezTo>
                    <a:pt x="71005" y="189383"/>
                    <a:pt x="72199" y="183789"/>
                    <a:pt x="73355" y="178187"/>
                  </a:cubicBezTo>
                  <a:cubicBezTo>
                    <a:pt x="74510" y="172585"/>
                    <a:pt x="75620" y="166975"/>
                    <a:pt x="76814" y="161381"/>
                  </a:cubicBezTo>
                  <a:cubicBezTo>
                    <a:pt x="78000" y="155786"/>
                    <a:pt x="79263" y="150207"/>
                    <a:pt x="80487" y="144620"/>
                  </a:cubicBezTo>
                  <a:cubicBezTo>
                    <a:pt x="81712" y="139034"/>
                    <a:pt x="82967" y="133447"/>
                    <a:pt x="84169" y="127852"/>
                  </a:cubicBezTo>
                  <a:cubicBezTo>
                    <a:pt x="85362" y="122258"/>
                    <a:pt x="86495" y="116656"/>
                    <a:pt x="87666" y="111054"/>
                  </a:cubicBezTo>
                  <a:cubicBezTo>
                    <a:pt x="88837" y="105452"/>
                    <a:pt x="90023" y="99857"/>
                    <a:pt x="91202" y="94263"/>
                  </a:cubicBezTo>
                  <a:cubicBezTo>
                    <a:pt x="92380" y="88661"/>
                    <a:pt x="93567" y="83067"/>
                    <a:pt x="94753" y="77472"/>
                  </a:cubicBezTo>
                  <a:cubicBezTo>
                    <a:pt x="95939" y="71870"/>
                    <a:pt x="97217" y="66291"/>
                    <a:pt x="98312" y="60681"/>
                  </a:cubicBezTo>
                  <a:cubicBezTo>
                    <a:pt x="99406" y="55072"/>
                    <a:pt x="101227" y="49416"/>
                    <a:pt x="101319" y="43791"/>
                  </a:cubicBezTo>
                  <a:cubicBezTo>
                    <a:pt x="101411" y="38166"/>
                    <a:pt x="100722" y="32181"/>
                    <a:pt x="98847" y="26931"/>
                  </a:cubicBezTo>
                  <a:cubicBezTo>
                    <a:pt x="96980" y="21689"/>
                    <a:pt x="93911" y="16347"/>
                    <a:pt x="90100" y="12321"/>
                  </a:cubicBezTo>
                  <a:cubicBezTo>
                    <a:pt x="86289" y="8296"/>
                    <a:pt x="81153" y="4753"/>
                    <a:pt x="75995" y="2786"/>
                  </a:cubicBezTo>
                  <a:cubicBezTo>
                    <a:pt x="70837" y="811"/>
                    <a:pt x="64669" y="0"/>
                    <a:pt x="59166" y="513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25" name="Outer right wave"/>
            <p:cNvSpPr/>
            <p:nvPr/>
          </p:nvSpPr>
          <p:spPr>
            <a:xfrm>
              <a:off x="8310970" y="4793170"/>
              <a:ext cx="194779" cy="428536"/>
            </a:xfrm>
            <a:custGeom>
              <a:avLst/>
              <a:gdLst/>
              <a:ahLst/>
              <a:cxnLst/>
              <a:rect l="l" t="t" r="r" b="b"/>
              <a:pathLst>
                <a:path w="194779" h="428536">
                  <a:moveTo>
                    <a:pt x="136982" y="418"/>
                  </a:moveTo>
                  <a:cubicBezTo>
                    <a:pt x="131380" y="834"/>
                    <a:pt x="125618" y="2250"/>
                    <a:pt x="120375" y="4286"/>
                  </a:cubicBezTo>
                  <a:cubicBezTo>
                    <a:pt x="115133" y="6329"/>
                    <a:pt x="109982" y="9222"/>
                    <a:pt x="105513" y="12635"/>
                  </a:cubicBezTo>
                  <a:cubicBezTo>
                    <a:pt x="101044" y="16056"/>
                    <a:pt x="96934" y="20288"/>
                    <a:pt x="93567" y="24804"/>
                  </a:cubicBezTo>
                  <a:cubicBezTo>
                    <a:pt x="90199" y="29319"/>
                    <a:pt x="87498" y="34515"/>
                    <a:pt x="85301" y="39727"/>
                  </a:cubicBezTo>
                  <a:cubicBezTo>
                    <a:pt x="83105" y="44947"/>
                    <a:pt x="81942" y="50625"/>
                    <a:pt x="80388" y="56105"/>
                  </a:cubicBezTo>
                  <a:cubicBezTo>
                    <a:pt x="78834" y="61592"/>
                    <a:pt x="77457" y="67133"/>
                    <a:pt x="75987" y="72643"/>
                  </a:cubicBezTo>
                  <a:cubicBezTo>
                    <a:pt x="74526" y="78161"/>
                    <a:pt x="73056" y="83671"/>
                    <a:pt x="71587" y="89181"/>
                  </a:cubicBezTo>
                  <a:cubicBezTo>
                    <a:pt x="70118" y="94692"/>
                    <a:pt x="68656" y="100209"/>
                    <a:pt x="67179" y="105720"/>
                  </a:cubicBezTo>
                  <a:cubicBezTo>
                    <a:pt x="65694" y="111230"/>
                    <a:pt x="64179" y="116725"/>
                    <a:pt x="62709" y="122235"/>
                  </a:cubicBezTo>
                  <a:cubicBezTo>
                    <a:pt x="61240" y="127745"/>
                    <a:pt x="59794" y="133271"/>
                    <a:pt x="58355" y="138789"/>
                  </a:cubicBezTo>
                  <a:cubicBezTo>
                    <a:pt x="56924" y="144307"/>
                    <a:pt x="55523" y="149840"/>
                    <a:pt x="54100" y="155365"/>
                  </a:cubicBezTo>
                  <a:cubicBezTo>
                    <a:pt x="52676" y="160891"/>
                    <a:pt x="51245" y="166409"/>
                    <a:pt x="49829" y="171934"/>
                  </a:cubicBezTo>
                  <a:cubicBezTo>
                    <a:pt x="48421" y="177460"/>
                    <a:pt x="47013" y="182993"/>
                    <a:pt x="45643" y="188526"/>
                  </a:cubicBezTo>
                  <a:cubicBezTo>
                    <a:pt x="44265" y="194067"/>
                    <a:pt x="42949" y="199615"/>
                    <a:pt x="41595" y="205156"/>
                  </a:cubicBezTo>
                  <a:cubicBezTo>
                    <a:pt x="40240" y="210697"/>
                    <a:pt x="38832" y="216223"/>
                    <a:pt x="37500" y="221771"/>
                  </a:cubicBezTo>
                  <a:cubicBezTo>
                    <a:pt x="36168" y="227320"/>
                    <a:pt x="34890" y="232876"/>
                    <a:pt x="33620" y="238439"/>
                  </a:cubicBezTo>
                  <a:cubicBezTo>
                    <a:pt x="32342" y="243996"/>
                    <a:pt x="31117" y="249567"/>
                    <a:pt x="29847" y="255131"/>
                  </a:cubicBezTo>
                  <a:cubicBezTo>
                    <a:pt x="28577" y="260695"/>
                    <a:pt x="27283" y="266243"/>
                    <a:pt x="25998" y="271807"/>
                  </a:cubicBezTo>
                  <a:cubicBezTo>
                    <a:pt x="24712" y="277363"/>
                    <a:pt x="23411" y="282919"/>
                    <a:pt x="22140" y="288475"/>
                  </a:cubicBezTo>
                  <a:cubicBezTo>
                    <a:pt x="20862" y="294039"/>
                    <a:pt x="19607" y="299603"/>
                    <a:pt x="18360" y="305167"/>
                  </a:cubicBezTo>
                  <a:cubicBezTo>
                    <a:pt x="17105" y="310731"/>
                    <a:pt x="15872" y="316302"/>
                    <a:pt x="14617" y="321866"/>
                  </a:cubicBezTo>
                  <a:cubicBezTo>
                    <a:pt x="13370" y="327430"/>
                    <a:pt x="12092" y="332993"/>
                    <a:pt x="10852" y="338557"/>
                  </a:cubicBezTo>
                  <a:cubicBezTo>
                    <a:pt x="9612" y="344129"/>
                    <a:pt x="8411" y="349708"/>
                    <a:pt x="7186" y="355279"/>
                  </a:cubicBezTo>
                  <a:cubicBezTo>
                    <a:pt x="5962" y="360843"/>
                    <a:pt x="4668" y="366407"/>
                    <a:pt x="3497" y="371986"/>
                  </a:cubicBezTo>
                  <a:cubicBezTo>
                    <a:pt x="2319" y="377565"/>
                    <a:pt x="283" y="383167"/>
                    <a:pt x="138" y="388754"/>
                  </a:cubicBezTo>
                  <a:cubicBezTo>
                    <a:pt x="0" y="394348"/>
                    <a:pt x="597" y="400448"/>
                    <a:pt x="2648" y="405552"/>
                  </a:cubicBezTo>
                  <a:cubicBezTo>
                    <a:pt x="4699" y="410657"/>
                    <a:pt x="8311" y="415769"/>
                    <a:pt x="12436" y="419381"/>
                  </a:cubicBezTo>
                  <a:cubicBezTo>
                    <a:pt x="16569" y="422994"/>
                    <a:pt x="22117" y="425940"/>
                    <a:pt x="27429" y="427241"/>
                  </a:cubicBezTo>
                  <a:cubicBezTo>
                    <a:pt x="32748" y="428534"/>
                    <a:pt x="39046" y="428527"/>
                    <a:pt x="44342" y="427165"/>
                  </a:cubicBezTo>
                  <a:cubicBezTo>
                    <a:pt x="49638" y="425795"/>
                    <a:pt x="54972" y="422642"/>
                    <a:pt x="59197" y="419052"/>
                  </a:cubicBezTo>
                  <a:cubicBezTo>
                    <a:pt x="63429" y="415463"/>
                    <a:pt x="66712" y="410420"/>
                    <a:pt x="69720" y="405621"/>
                  </a:cubicBezTo>
                  <a:cubicBezTo>
                    <a:pt x="72735" y="400830"/>
                    <a:pt x="75054" y="395527"/>
                    <a:pt x="77288" y="390292"/>
                  </a:cubicBezTo>
                  <a:cubicBezTo>
                    <a:pt x="79523" y="385057"/>
                    <a:pt x="81176" y="379562"/>
                    <a:pt x="83120" y="374205"/>
                  </a:cubicBezTo>
                  <a:cubicBezTo>
                    <a:pt x="85072" y="368848"/>
                    <a:pt x="87046" y="363491"/>
                    <a:pt x="88990" y="358126"/>
                  </a:cubicBezTo>
                  <a:cubicBezTo>
                    <a:pt x="90934" y="352769"/>
                    <a:pt x="92863" y="347396"/>
                    <a:pt x="94799" y="342032"/>
                  </a:cubicBezTo>
                  <a:cubicBezTo>
                    <a:pt x="96735" y="336667"/>
                    <a:pt x="98679" y="331302"/>
                    <a:pt x="100607" y="325937"/>
                  </a:cubicBezTo>
                  <a:cubicBezTo>
                    <a:pt x="102536" y="320565"/>
                    <a:pt x="104442" y="315192"/>
                    <a:pt x="106370" y="309820"/>
                  </a:cubicBezTo>
                  <a:cubicBezTo>
                    <a:pt x="108291" y="304447"/>
                    <a:pt x="110220" y="299083"/>
                    <a:pt x="112141" y="293710"/>
                  </a:cubicBezTo>
                  <a:cubicBezTo>
                    <a:pt x="114069" y="288345"/>
                    <a:pt x="115998" y="282973"/>
                    <a:pt x="117919" y="277600"/>
                  </a:cubicBezTo>
                  <a:cubicBezTo>
                    <a:pt x="119840" y="272235"/>
                    <a:pt x="121745" y="266855"/>
                    <a:pt x="123674" y="261491"/>
                  </a:cubicBezTo>
                  <a:cubicBezTo>
                    <a:pt x="125602" y="256118"/>
                    <a:pt x="127562" y="250761"/>
                    <a:pt x="129498" y="245396"/>
                  </a:cubicBezTo>
                  <a:cubicBezTo>
                    <a:pt x="131434" y="240031"/>
                    <a:pt x="133363" y="234659"/>
                    <a:pt x="135284" y="229294"/>
                  </a:cubicBezTo>
                  <a:cubicBezTo>
                    <a:pt x="137212" y="223922"/>
                    <a:pt x="139148" y="218557"/>
                    <a:pt x="141069" y="213184"/>
                  </a:cubicBezTo>
                  <a:cubicBezTo>
                    <a:pt x="142990" y="207812"/>
                    <a:pt x="144896" y="202439"/>
                    <a:pt x="146817" y="197067"/>
                  </a:cubicBezTo>
                  <a:cubicBezTo>
                    <a:pt x="148738" y="191694"/>
                    <a:pt x="150682" y="186330"/>
                    <a:pt x="152610" y="180965"/>
                  </a:cubicBezTo>
                  <a:cubicBezTo>
                    <a:pt x="154539" y="175600"/>
                    <a:pt x="156460" y="170228"/>
                    <a:pt x="158396" y="164863"/>
                  </a:cubicBezTo>
                  <a:cubicBezTo>
                    <a:pt x="160332" y="159498"/>
                    <a:pt x="162307" y="154141"/>
                    <a:pt x="164243" y="148776"/>
                  </a:cubicBezTo>
                  <a:cubicBezTo>
                    <a:pt x="166179" y="143411"/>
                    <a:pt x="168085" y="138039"/>
                    <a:pt x="170013" y="132666"/>
                  </a:cubicBezTo>
                  <a:cubicBezTo>
                    <a:pt x="171934" y="127294"/>
                    <a:pt x="173878" y="121929"/>
                    <a:pt x="175768" y="116549"/>
                  </a:cubicBezTo>
                  <a:cubicBezTo>
                    <a:pt x="177659" y="111169"/>
                    <a:pt x="179495" y="105766"/>
                    <a:pt x="181363" y="100378"/>
                  </a:cubicBezTo>
                  <a:cubicBezTo>
                    <a:pt x="183238" y="94990"/>
                    <a:pt x="185166" y="89618"/>
                    <a:pt x="186988" y="84215"/>
                  </a:cubicBezTo>
                  <a:cubicBezTo>
                    <a:pt x="188802" y="78804"/>
                    <a:pt x="191006" y="73454"/>
                    <a:pt x="192268" y="67936"/>
                  </a:cubicBezTo>
                  <a:cubicBezTo>
                    <a:pt x="193531" y="62411"/>
                    <a:pt x="194779" y="56671"/>
                    <a:pt x="194572" y="51084"/>
                  </a:cubicBezTo>
                  <a:cubicBezTo>
                    <a:pt x="194358" y="45498"/>
                    <a:pt x="193026" y="39651"/>
                    <a:pt x="191006" y="34416"/>
                  </a:cubicBezTo>
                  <a:cubicBezTo>
                    <a:pt x="188985" y="29181"/>
                    <a:pt x="186001" y="24015"/>
                    <a:pt x="182450" y="19676"/>
                  </a:cubicBezTo>
                  <a:cubicBezTo>
                    <a:pt x="178898" y="15337"/>
                    <a:pt x="174429" y="11365"/>
                    <a:pt x="169684" y="8380"/>
                  </a:cubicBezTo>
                  <a:cubicBezTo>
                    <a:pt x="164939" y="5395"/>
                    <a:pt x="159421" y="3107"/>
                    <a:pt x="153972" y="1776"/>
                  </a:cubicBezTo>
                  <a:cubicBezTo>
                    <a:pt x="148523" y="452"/>
                    <a:pt x="142585" y="0"/>
                    <a:pt x="136983" y="42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26" name="Text 24"/>
          <p:cNvSpPr txBox="1"/>
          <p:nvPr/>
        </p:nvSpPr>
        <p:spPr>
          <a:xfrm>
            <a:off x="7315200" y="5687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iOS mask</a:t>
            </a:r>
            <a:endParaRPr lang="en-US" sz="1200" dirty="0"/>
          </a:p>
        </p:txBody>
      </p:sp>
      <p:sp>
        <p:nvSpPr>
          <p:cNvPr id="27" name="Android circle"/>
          <p:cNvSpPr/>
          <p:nvPr/>
        </p:nvSpPr>
        <p:spPr>
          <a:xfrm>
            <a:off x="9601200" y="4572000"/>
            <a:ext cx="1005840" cy="1005840"/>
          </a:xfrm>
          <a:prstGeom prst="ellipse">
            <a:avLst/>
          </a:prstGeom>
          <a:solidFill>
            <a:schemeClr val="tx1"/>
          </a:solidFill>
          <a:ln/>
        </p:spPr>
      </p:sp>
      <p:grpSp>
        <p:nvGrpSpPr>
          <p:cNvPr id="37" name="VCA symbol"/>
          <p:cNvGrpSpPr/>
          <p:nvPr/>
        </p:nvGrpSpPr>
        <p:grpSpPr>
          <a:xfrm>
            <a:off x="9782251" y="4793170"/>
            <a:ext cx="643738" cy="563500"/>
            <a:chOff x="9782251" y="4793170"/>
            <a:chExt cx="643738" cy="563500"/>
          </a:xfrm>
        </p:grpSpPr>
        <p:sp>
          <p:nvSpPr>
            <p:cNvPr id="28" name="Outer left wave"/>
            <p:cNvSpPr/>
            <p:nvPr/>
          </p:nvSpPr>
          <p:spPr>
            <a:xfrm>
              <a:off x="9782251" y="4793282"/>
              <a:ext cx="194552" cy="428610"/>
            </a:xfrm>
            <a:custGeom>
              <a:avLst/>
              <a:gdLst/>
              <a:ahLst/>
              <a:cxnLst/>
              <a:rect l="l" t="t" r="r" b="b"/>
              <a:pathLst>
                <a:path w="194552" h="428610">
                  <a:moveTo>
                    <a:pt x="55199" y="110"/>
                  </a:moveTo>
                  <a:cubicBezTo>
                    <a:pt x="49584" y="0"/>
                    <a:pt x="43676" y="704"/>
                    <a:pt x="38296" y="2304"/>
                  </a:cubicBezTo>
                  <a:cubicBezTo>
                    <a:pt x="32916" y="3911"/>
                    <a:pt x="27528" y="6513"/>
                    <a:pt x="22929" y="9727"/>
                  </a:cubicBezTo>
                  <a:cubicBezTo>
                    <a:pt x="18337" y="12941"/>
                    <a:pt x="14051" y="17097"/>
                    <a:pt x="10699" y="21597"/>
                  </a:cubicBezTo>
                  <a:cubicBezTo>
                    <a:pt x="7347" y="26097"/>
                    <a:pt x="4584" y="31401"/>
                    <a:pt x="2816" y="36727"/>
                  </a:cubicBezTo>
                  <a:cubicBezTo>
                    <a:pt x="1048" y="42054"/>
                    <a:pt x="0" y="47970"/>
                    <a:pt x="77" y="53564"/>
                  </a:cubicBezTo>
                  <a:cubicBezTo>
                    <a:pt x="161" y="59158"/>
                    <a:pt x="1860" y="64799"/>
                    <a:pt x="3298" y="70294"/>
                  </a:cubicBezTo>
                  <a:cubicBezTo>
                    <a:pt x="4730" y="75788"/>
                    <a:pt x="6857" y="81138"/>
                    <a:pt x="8686" y="86541"/>
                  </a:cubicBezTo>
                  <a:cubicBezTo>
                    <a:pt x="10508" y="91952"/>
                    <a:pt x="12390" y="97340"/>
                    <a:pt x="14265" y="102727"/>
                  </a:cubicBezTo>
                  <a:cubicBezTo>
                    <a:pt x="16133" y="108115"/>
                    <a:pt x="18023" y="113503"/>
                    <a:pt x="19921" y="118883"/>
                  </a:cubicBezTo>
                  <a:cubicBezTo>
                    <a:pt x="21819" y="124271"/>
                    <a:pt x="23740" y="129636"/>
                    <a:pt x="25645" y="135016"/>
                  </a:cubicBezTo>
                  <a:cubicBezTo>
                    <a:pt x="27551" y="140396"/>
                    <a:pt x="29441" y="145784"/>
                    <a:pt x="31355" y="151156"/>
                  </a:cubicBezTo>
                  <a:cubicBezTo>
                    <a:pt x="33268" y="156536"/>
                    <a:pt x="35181" y="161909"/>
                    <a:pt x="37110" y="167281"/>
                  </a:cubicBezTo>
                  <a:cubicBezTo>
                    <a:pt x="39038" y="172646"/>
                    <a:pt x="41005" y="178003"/>
                    <a:pt x="42941" y="183376"/>
                  </a:cubicBezTo>
                  <a:cubicBezTo>
                    <a:pt x="44878" y="188740"/>
                    <a:pt x="46799" y="194120"/>
                    <a:pt x="48727" y="199485"/>
                  </a:cubicBezTo>
                  <a:cubicBezTo>
                    <a:pt x="50656" y="204858"/>
                    <a:pt x="52584" y="210230"/>
                    <a:pt x="54528" y="215595"/>
                  </a:cubicBezTo>
                  <a:cubicBezTo>
                    <a:pt x="56472" y="220960"/>
                    <a:pt x="58462" y="226309"/>
                    <a:pt x="60390" y="231674"/>
                  </a:cubicBezTo>
                  <a:cubicBezTo>
                    <a:pt x="62327" y="237047"/>
                    <a:pt x="64194" y="242434"/>
                    <a:pt x="66115" y="247807"/>
                  </a:cubicBezTo>
                  <a:cubicBezTo>
                    <a:pt x="68044" y="253179"/>
                    <a:pt x="70018" y="258536"/>
                    <a:pt x="71947" y="263901"/>
                  </a:cubicBezTo>
                  <a:cubicBezTo>
                    <a:pt x="73868" y="269274"/>
                    <a:pt x="75758" y="274662"/>
                    <a:pt x="77671" y="280034"/>
                  </a:cubicBezTo>
                  <a:cubicBezTo>
                    <a:pt x="79592" y="285406"/>
                    <a:pt x="81528" y="290779"/>
                    <a:pt x="83457" y="296144"/>
                  </a:cubicBezTo>
                  <a:cubicBezTo>
                    <a:pt x="85385" y="301516"/>
                    <a:pt x="87322" y="306889"/>
                    <a:pt x="89250" y="312261"/>
                  </a:cubicBezTo>
                  <a:cubicBezTo>
                    <a:pt x="91171" y="317626"/>
                    <a:pt x="93092" y="323006"/>
                    <a:pt x="95021" y="328371"/>
                  </a:cubicBezTo>
                  <a:cubicBezTo>
                    <a:pt x="96949" y="333743"/>
                    <a:pt x="98878" y="339116"/>
                    <a:pt x="100822" y="344481"/>
                  </a:cubicBezTo>
                  <a:cubicBezTo>
                    <a:pt x="102766" y="349845"/>
                    <a:pt x="104732" y="355203"/>
                    <a:pt x="106669" y="360567"/>
                  </a:cubicBezTo>
                  <a:cubicBezTo>
                    <a:pt x="108605" y="365940"/>
                    <a:pt x="110472" y="371328"/>
                    <a:pt x="112424" y="376692"/>
                  </a:cubicBezTo>
                  <a:cubicBezTo>
                    <a:pt x="114368" y="382057"/>
                    <a:pt x="116028" y="387552"/>
                    <a:pt x="118347" y="392749"/>
                  </a:cubicBezTo>
                  <a:cubicBezTo>
                    <a:pt x="120666" y="397945"/>
                    <a:pt x="123146" y="403203"/>
                    <a:pt x="126345" y="407871"/>
                  </a:cubicBezTo>
                  <a:cubicBezTo>
                    <a:pt x="129536" y="412532"/>
                    <a:pt x="133072" y="417453"/>
                    <a:pt x="137503" y="420751"/>
                  </a:cubicBezTo>
                  <a:cubicBezTo>
                    <a:pt x="141942" y="424050"/>
                    <a:pt x="147574" y="426705"/>
                    <a:pt x="152955" y="427654"/>
                  </a:cubicBezTo>
                  <a:cubicBezTo>
                    <a:pt x="158342" y="428611"/>
                    <a:pt x="164633" y="428182"/>
                    <a:pt x="169830" y="426468"/>
                  </a:cubicBezTo>
                  <a:cubicBezTo>
                    <a:pt x="175018" y="424754"/>
                    <a:pt x="180276" y="421302"/>
                    <a:pt x="184126" y="417376"/>
                  </a:cubicBezTo>
                  <a:cubicBezTo>
                    <a:pt x="187967" y="413443"/>
                    <a:pt x="191243" y="408101"/>
                    <a:pt x="192896" y="402866"/>
                  </a:cubicBezTo>
                  <a:cubicBezTo>
                    <a:pt x="194549" y="397631"/>
                    <a:pt x="194419" y="391578"/>
                    <a:pt x="194044" y="385968"/>
                  </a:cubicBezTo>
                  <a:cubicBezTo>
                    <a:pt x="193669" y="380358"/>
                    <a:pt x="191817" y="374779"/>
                    <a:pt x="190638" y="369192"/>
                  </a:cubicBezTo>
                  <a:cubicBezTo>
                    <a:pt x="189467" y="363606"/>
                    <a:pt x="188220" y="358042"/>
                    <a:pt x="187003" y="352463"/>
                  </a:cubicBezTo>
                  <a:cubicBezTo>
                    <a:pt x="185786" y="346891"/>
                    <a:pt x="184562" y="341312"/>
                    <a:pt x="183353" y="335741"/>
                  </a:cubicBezTo>
                  <a:cubicBezTo>
                    <a:pt x="182136" y="330162"/>
                    <a:pt x="180980" y="324575"/>
                    <a:pt x="179717" y="319011"/>
                  </a:cubicBezTo>
                  <a:cubicBezTo>
                    <a:pt x="178447" y="313447"/>
                    <a:pt x="177039" y="307914"/>
                    <a:pt x="175753" y="302358"/>
                  </a:cubicBezTo>
                  <a:cubicBezTo>
                    <a:pt x="174460" y="296794"/>
                    <a:pt x="173243" y="291223"/>
                    <a:pt x="171995" y="285659"/>
                  </a:cubicBezTo>
                  <a:cubicBezTo>
                    <a:pt x="170740" y="280088"/>
                    <a:pt x="169508" y="274516"/>
                    <a:pt x="168238" y="268952"/>
                  </a:cubicBezTo>
                  <a:cubicBezTo>
                    <a:pt x="166975" y="263389"/>
                    <a:pt x="165674" y="257832"/>
                    <a:pt x="164388" y="252276"/>
                  </a:cubicBezTo>
                  <a:cubicBezTo>
                    <a:pt x="163110" y="246712"/>
                    <a:pt x="161855" y="241149"/>
                    <a:pt x="160554" y="235593"/>
                  </a:cubicBezTo>
                  <a:cubicBezTo>
                    <a:pt x="159261" y="230036"/>
                    <a:pt x="157929" y="224480"/>
                    <a:pt x="156605" y="218932"/>
                  </a:cubicBezTo>
                  <a:cubicBezTo>
                    <a:pt x="155281" y="213383"/>
                    <a:pt x="153949" y="207835"/>
                    <a:pt x="152610" y="202286"/>
                  </a:cubicBezTo>
                  <a:cubicBezTo>
                    <a:pt x="151279" y="196738"/>
                    <a:pt x="149985" y="191182"/>
                    <a:pt x="148600" y="185641"/>
                  </a:cubicBezTo>
                  <a:cubicBezTo>
                    <a:pt x="147215" y="180108"/>
                    <a:pt x="145730" y="174597"/>
                    <a:pt x="144299" y="169072"/>
                  </a:cubicBezTo>
                  <a:cubicBezTo>
                    <a:pt x="142868" y="163546"/>
                    <a:pt x="141452" y="158021"/>
                    <a:pt x="140028" y="152495"/>
                  </a:cubicBezTo>
                  <a:cubicBezTo>
                    <a:pt x="138605" y="146970"/>
                    <a:pt x="137204" y="141437"/>
                    <a:pt x="135758" y="135919"/>
                  </a:cubicBezTo>
                  <a:cubicBezTo>
                    <a:pt x="134304" y="130401"/>
                    <a:pt x="132804" y="124898"/>
                    <a:pt x="131319" y="119388"/>
                  </a:cubicBezTo>
                  <a:cubicBezTo>
                    <a:pt x="129842" y="113870"/>
                    <a:pt x="128342" y="108368"/>
                    <a:pt x="126873" y="102850"/>
                  </a:cubicBezTo>
                  <a:cubicBezTo>
                    <a:pt x="125403" y="97340"/>
                    <a:pt x="123988" y="91814"/>
                    <a:pt x="122511" y="86296"/>
                  </a:cubicBezTo>
                  <a:cubicBezTo>
                    <a:pt x="121041" y="80786"/>
                    <a:pt x="119526" y="75283"/>
                    <a:pt x="118049" y="69773"/>
                  </a:cubicBezTo>
                  <a:cubicBezTo>
                    <a:pt x="116572" y="64263"/>
                    <a:pt x="115240" y="58699"/>
                    <a:pt x="113641" y="53227"/>
                  </a:cubicBezTo>
                  <a:cubicBezTo>
                    <a:pt x="112041" y="47755"/>
                    <a:pt x="110755" y="42100"/>
                    <a:pt x="108429" y="36949"/>
                  </a:cubicBezTo>
                  <a:cubicBezTo>
                    <a:pt x="106102" y="31799"/>
                    <a:pt x="103217" y="26702"/>
                    <a:pt x="99689" y="22309"/>
                  </a:cubicBezTo>
                  <a:cubicBezTo>
                    <a:pt x="96169" y="17908"/>
                    <a:pt x="91898" y="13806"/>
                    <a:pt x="87283" y="10584"/>
                  </a:cubicBezTo>
                  <a:cubicBezTo>
                    <a:pt x="82669" y="7355"/>
                    <a:pt x="77350" y="4714"/>
                    <a:pt x="72000" y="2969"/>
                  </a:cubicBezTo>
                  <a:cubicBezTo>
                    <a:pt x="66651" y="1224"/>
                    <a:pt x="60819" y="222"/>
                    <a:pt x="55202" y="10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29" name="Inner left wave"/>
            <p:cNvSpPr/>
            <p:nvPr/>
          </p:nvSpPr>
          <p:spPr>
            <a:xfrm>
              <a:off x="9944791" y="4909749"/>
              <a:ext cx="101477" cy="365816"/>
            </a:xfrm>
            <a:custGeom>
              <a:avLst/>
              <a:gdLst/>
              <a:ahLst/>
              <a:cxnLst/>
              <a:rect l="l" t="t" r="r" b="b"/>
              <a:pathLst>
                <a:path w="101477" h="365816">
                  <a:moveTo>
                    <a:pt x="36728" y="339"/>
                  </a:moveTo>
                  <a:cubicBezTo>
                    <a:pt x="31217" y="681"/>
                    <a:pt x="25225" y="2510"/>
                    <a:pt x="20418" y="5250"/>
                  </a:cubicBezTo>
                  <a:cubicBezTo>
                    <a:pt x="15612" y="7997"/>
                    <a:pt x="11128" y="12268"/>
                    <a:pt x="7913" y="16799"/>
                  </a:cubicBezTo>
                  <a:cubicBezTo>
                    <a:pt x="4699" y="21329"/>
                    <a:pt x="2296" y="26992"/>
                    <a:pt x="1148" y="32434"/>
                  </a:cubicBezTo>
                  <a:cubicBezTo>
                    <a:pt x="0" y="37875"/>
                    <a:pt x="474" y="43799"/>
                    <a:pt x="1026" y="49439"/>
                  </a:cubicBezTo>
                  <a:cubicBezTo>
                    <a:pt x="1569" y="55079"/>
                    <a:pt x="3260" y="60666"/>
                    <a:pt x="4431" y="66268"/>
                  </a:cubicBezTo>
                  <a:cubicBezTo>
                    <a:pt x="5602" y="71870"/>
                    <a:pt x="6865" y="77449"/>
                    <a:pt x="8059" y="83051"/>
                  </a:cubicBezTo>
                  <a:cubicBezTo>
                    <a:pt x="9253" y="88646"/>
                    <a:pt x="10416" y="94248"/>
                    <a:pt x="11579" y="99850"/>
                  </a:cubicBezTo>
                  <a:cubicBezTo>
                    <a:pt x="12750" y="105452"/>
                    <a:pt x="13883" y="111062"/>
                    <a:pt x="15069" y="116664"/>
                  </a:cubicBezTo>
                  <a:cubicBezTo>
                    <a:pt x="16247" y="122258"/>
                    <a:pt x="17480" y="127845"/>
                    <a:pt x="18674" y="133447"/>
                  </a:cubicBezTo>
                  <a:cubicBezTo>
                    <a:pt x="19867" y="139041"/>
                    <a:pt x="21077" y="144636"/>
                    <a:pt x="22240" y="150238"/>
                  </a:cubicBezTo>
                  <a:cubicBezTo>
                    <a:pt x="23411" y="155840"/>
                    <a:pt x="24520" y="161457"/>
                    <a:pt x="25691" y="167059"/>
                  </a:cubicBezTo>
                  <a:cubicBezTo>
                    <a:pt x="26855" y="172661"/>
                    <a:pt x="28094" y="178248"/>
                    <a:pt x="29242" y="183850"/>
                  </a:cubicBezTo>
                  <a:cubicBezTo>
                    <a:pt x="30398" y="189460"/>
                    <a:pt x="31508" y="195069"/>
                    <a:pt x="32602" y="200687"/>
                  </a:cubicBezTo>
                  <a:cubicBezTo>
                    <a:pt x="33689" y="206304"/>
                    <a:pt x="34753" y="211929"/>
                    <a:pt x="35801" y="217554"/>
                  </a:cubicBezTo>
                  <a:cubicBezTo>
                    <a:pt x="36850" y="223179"/>
                    <a:pt x="37875" y="228812"/>
                    <a:pt x="38901" y="234445"/>
                  </a:cubicBezTo>
                  <a:cubicBezTo>
                    <a:pt x="39926" y="240070"/>
                    <a:pt x="40952" y="245702"/>
                    <a:pt x="41947" y="251335"/>
                  </a:cubicBezTo>
                  <a:cubicBezTo>
                    <a:pt x="42949" y="256975"/>
                    <a:pt x="43929" y="262616"/>
                    <a:pt x="44885" y="268256"/>
                  </a:cubicBezTo>
                  <a:cubicBezTo>
                    <a:pt x="45842" y="273896"/>
                    <a:pt x="46791" y="279537"/>
                    <a:pt x="47702" y="285192"/>
                  </a:cubicBezTo>
                  <a:cubicBezTo>
                    <a:pt x="48612" y="290840"/>
                    <a:pt x="49454" y="296496"/>
                    <a:pt x="50357" y="302151"/>
                  </a:cubicBezTo>
                  <a:cubicBezTo>
                    <a:pt x="51268" y="307799"/>
                    <a:pt x="52240" y="313440"/>
                    <a:pt x="53135" y="319095"/>
                  </a:cubicBezTo>
                  <a:cubicBezTo>
                    <a:pt x="54031" y="324743"/>
                    <a:pt x="54674" y="330452"/>
                    <a:pt x="55737" y="336062"/>
                  </a:cubicBezTo>
                  <a:cubicBezTo>
                    <a:pt x="56809" y="341672"/>
                    <a:pt x="56870" y="348070"/>
                    <a:pt x="59541" y="352738"/>
                  </a:cubicBezTo>
                  <a:cubicBezTo>
                    <a:pt x="62212" y="357407"/>
                    <a:pt x="66942" y="362343"/>
                    <a:pt x="71763" y="364080"/>
                  </a:cubicBezTo>
                  <a:cubicBezTo>
                    <a:pt x="76584" y="365817"/>
                    <a:pt x="83855" y="365404"/>
                    <a:pt x="88462" y="363146"/>
                  </a:cubicBezTo>
                  <a:cubicBezTo>
                    <a:pt x="93069" y="360896"/>
                    <a:pt x="97355" y="355486"/>
                    <a:pt x="99414" y="350549"/>
                  </a:cubicBezTo>
                  <a:cubicBezTo>
                    <a:pt x="101480" y="345613"/>
                    <a:pt x="100592" y="339231"/>
                    <a:pt x="100822" y="333537"/>
                  </a:cubicBezTo>
                  <a:cubicBezTo>
                    <a:pt x="101059" y="327835"/>
                    <a:pt x="100822" y="322088"/>
                    <a:pt x="100822" y="316363"/>
                  </a:cubicBezTo>
                  <a:cubicBezTo>
                    <a:pt x="100822" y="310639"/>
                    <a:pt x="100822" y="304922"/>
                    <a:pt x="100822" y="299197"/>
                  </a:cubicBezTo>
                  <a:cubicBezTo>
                    <a:pt x="100822" y="293473"/>
                    <a:pt x="100822" y="287748"/>
                    <a:pt x="100822" y="282024"/>
                  </a:cubicBezTo>
                  <a:cubicBezTo>
                    <a:pt x="100822" y="276307"/>
                    <a:pt x="100822" y="270582"/>
                    <a:pt x="100822" y="264858"/>
                  </a:cubicBezTo>
                  <a:cubicBezTo>
                    <a:pt x="100822" y="259133"/>
                    <a:pt x="100822" y="253409"/>
                    <a:pt x="100822" y="247684"/>
                  </a:cubicBezTo>
                  <a:cubicBezTo>
                    <a:pt x="100822" y="241968"/>
                    <a:pt x="100822" y="236243"/>
                    <a:pt x="100822" y="230519"/>
                  </a:cubicBezTo>
                  <a:cubicBezTo>
                    <a:pt x="100822" y="224794"/>
                    <a:pt x="100822" y="219070"/>
                    <a:pt x="100822" y="213353"/>
                  </a:cubicBezTo>
                  <a:cubicBezTo>
                    <a:pt x="100822" y="207628"/>
                    <a:pt x="100822" y="201904"/>
                    <a:pt x="100822" y="196179"/>
                  </a:cubicBezTo>
                  <a:cubicBezTo>
                    <a:pt x="100822" y="190455"/>
                    <a:pt x="100822" y="184738"/>
                    <a:pt x="100822" y="179013"/>
                  </a:cubicBezTo>
                  <a:cubicBezTo>
                    <a:pt x="100822" y="173289"/>
                    <a:pt x="100822" y="167564"/>
                    <a:pt x="100822" y="161840"/>
                  </a:cubicBezTo>
                  <a:cubicBezTo>
                    <a:pt x="100822" y="156123"/>
                    <a:pt x="100975" y="150391"/>
                    <a:pt x="100822" y="144674"/>
                  </a:cubicBezTo>
                  <a:cubicBezTo>
                    <a:pt x="100669" y="138957"/>
                    <a:pt x="100562" y="133217"/>
                    <a:pt x="99896" y="127546"/>
                  </a:cubicBezTo>
                  <a:cubicBezTo>
                    <a:pt x="99222" y="121875"/>
                    <a:pt x="97959" y="116266"/>
                    <a:pt x="96804" y="110664"/>
                  </a:cubicBezTo>
                  <a:cubicBezTo>
                    <a:pt x="95648" y="105062"/>
                    <a:pt x="94248" y="99505"/>
                    <a:pt x="92962" y="93926"/>
                  </a:cubicBezTo>
                  <a:cubicBezTo>
                    <a:pt x="91669" y="88355"/>
                    <a:pt x="90360" y="82783"/>
                    <a:pt x="89074" y="77204"/>
                  </a:cubicBezTo>
                  <a:cubicBezTo>
                    <a:pt x="87789" y="71633"/>
                    <a:pt x="86526" y="66046"/>
                    <a:pt x="85240" y="60467"/>
                  </a:cubicBezTo>
                  <a:cubicBezTo>
                    <a:pt x="83954" y="54896"/>
                    <a:pt x="82760" y="49286"/>
                    <a:pt x="81360" y="43745"/>
                  </a:cubicBezTo>
                  <a:cubicBezTo>
                    <a:pt x="79967" y="38204"/>
                    <a:pt x="79163" y="32350"/>
                    <a:pt x="76852" y="27214"/>
                  </a:cubicBezTo>
                  <a:cubicBezTo>
                    <a:pt x="74541" y="22079"/>
                    <a:pt x="71388" y="16921"/>
                    <a:pt x="67493" y="12918"/>
                  </a:cubicBezTo>
                  <a:cubicBezTo>
                    <a:pt x="63605" y="8923"/>
                    <a:pt x="58630" y="5311"/>
                    <a:pt x="53495" y="3214"/>
                  </a:cubicBezTo>
                  <a:cubicBezTo>
                    <a:pt x="48367" y="1117"/>
                    <a:pt x="42245" y="0"/>
                    <a:pt x="36727" y="33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30" name="Center wave"/>
            <p:cNvSpPr/>
            <p:nvPr/>
          </p:nvSpPr>
          <p:spPr>
            <a:xfrm>
              <a:off x="10061597" y="5045937"/>
              <a:ext cx="84642" cy="310733"/>
            </a:xfrm>
            <a:custGeom>
              <a:avLst/>
              <a:gdLst/>
              <a:ahLst/>
              <a:cxnLst/>
              <a:rect l="l" t="t" r="r" b="b"/>
              <a:pathLst>
                <a:path w="84642" h="310733">
                  <a:moveTo>
                    <a:pt x="39310" y="386"/>
                  </a:moveTo>
                  <a:cubicBezTo>
                    <a:pt x="33804" y="773"/>
                    <a:pt x="27926" y="2426"/>
                    <a:pt x="23036" y="4990"/>
                  </a:cubicBezTo>
                  <a:cubicBezTo>
                    <a:pt x="18145" y="7554"/>
                    <a:pt x="13446" y="11464"/>
                    <a:pt x="9980" y="15765"/>
                  </a:cubicBezTo>
                  <a:cubicBezTo>
                    <a:pt x="6513" y="20059"/>
                    <a:pt x="3788" y="25477"/>
                    <a:pt x="2235" y="30796"/>
                  </a:cubicBezTo>
                  <a:cubicBezTo>
                    <a:pt x="681" y="36115"/>
                    <a:pt x="926" y="42023"/>
                    <a:pt x="666" y="47671"/>
                  </a:cubicBezTo>
                  <a:cubicBezTo>
                    <a:pt x="398" y="53327"/>
                    <a:pt x="666" y="59021"/>
                    <a:pt x="666" y="64699"/>
                  </a:cubicBezTo>
                  <a:cubicBezTo>
                    <a:pt x="666" y="70370"/>
                    <a:pt x="666" y="76049"/>
                    <a:pt x="666" y="81720"/>
                  </a:cubicBezTo>
                  <a:cubicBezTo>
                    <a:pt x="666" y="87391"/>
                    <a:pt x="666" y="93069"/>
                    <a:pt x="666" y="98740"/>
                  </a:cubicBezTo>
                  <a:cubicBezTo>
                    <a:pt x="666" y="104419"/>
                    <a:pt x="666" y="110090"/>
                    <a:pt x="666" y="115768"/>
                  </a:cubicBezTo>
                  <a:cubicBezTo>
                    <a:pt x="666" y="121439"/>
                    <a:pt x="666" y="127118"/>
                    <a:pt x="666" y="132789"/>
                  </a:cubicBezTo>
                  <a:cubicBezTo>
                    <a:pt x="666" y="138460"/>
                    <a:pt x="666" y="144138"/>
                    <a:pt x="666" y="149809"/>
                  </a:cubicBezTo>
                  <a:cubicBezTo>
                    <a:pt x="666" y="155488"/>
                    <a:pt x="666" y="161159"/>
                    <a:pt x="666" y="166837"/>
                  </a:cubicBezTo>
                  <a:cubicBezTo>
                    <a:pt x="666" y="172508"/>
                    <a:pt x="666" y="178187"/>
                    <a:pt x="666" y="183858"/>
                  </a:cubicBezTo>
                  <a:cubicBezTo>
                    <a:pt x="666" y="189529"/>
                    <a:pt x="666" y="195207"/>
                    <a:pt x="666" y="200878"/>
                  </a:cubicBezTo>
                  <a:cubicBezTo>
                    <a:pt x="666" y="206557"/>
                    <a:pt x="666" y="212228"/>
                    <a:pt x="666" y="217906"/>
                  </a:cubicBezTo>
                  <a:cubicBezTo>
                    <a:pt x="666" y="223577"/>
                    <a:pt x="666" y="229256"/>
                    <a:pt x="666" y="234927"/>
                  </a:cubicBezTo>
                  <a:cubicBezTo>
                    <a:pt x="666" y="240598"/>
                    <a:pt x="666" y="246276"/>
                    <a:pt x="666" y="251947"/>
                  </a:cubicBezTo>
                  <a:cubicBezTo>
                    <a:pt x="658" y="257626"/>
                    <a:pt x="0" y="263381"/>
                    <a:pt x="620" y="268968"/>
                  </a:cubicBezTo>
                  <a:cubicBezTo>
                    <a:pt x="1247" y="274554"/>
                    <a:pt x="2151" y="280409"/>
                    <a:pt x="4401" y="285468"/>
                  </a:cubicBezTo>
                  <a:cubicBezTo>
                    <a:pt x="6643" y="290526"/>
                    <a:pt x="10071" y="295531"/>
                    <a:pt x="14097" y="299312"/>
                  </a:cubicBezTo>
                  <a:cubicBezTo>
                    <a:pt x="18115" y="303085"/>
                    <a:pt x="23319" y="306299"/>
                    <a:pt x="28515" y="308136"/>
                  </a:cubicBezTo>
                  <a:cubicBezTo>
                    <a:pt x="33719" y="309965"/>
                    <a:pt x="39788" y="310731"/>
                    <a:pt x="45299" y="310317"/>
                  </a:cubicBezTo>
                  <a:cubicBezTo>
                    <a:pt x="50801" y="309904"/>
                    <a:pt x="56671" y="308228"/>
                    <a:pt x="61546" y="305649"/>
                  </a:cubicBezTo>
                  <a:cubicBezTo>
                    <a:pt x="66413" y="303070"/>
                    <a:pt x="71074" y="299136"/>
                    <a:pt x="74526" y="294827"/>
                  </a:cubicBezTo>
                  <a:cubicBezTo>
                    <a:pt x="77977" y="290526"/>
                    <a:pt x="80709" y="285116"/>
                    <a:pt x="82271" y="279804"/>
                  </a:cubicBezTo>
                  <a:cubicBezTo>
                    <a:pt x="83824" y="274485"/>
                    <a:pt x="83618" y="268585"/>
                    <a:pt x="83893" y="262937"/>
                  </a:cubicBezTo>
                  <a:cubicBezTo>
                    <a:pt x="84161" y="257289"/>
                    <a:pt x="83893" y="251587"/>
                    <a:pt x="83893" y="245917"/>
                  </a:cubicBezTo>
                  <a:cubicBezTo>
                    <a:pt x="83893" y="240238"/>
                    <a:pt x="83862" y="234567"/>
                    <a:pt x="83893" y="228896"/>
                  </a:cubicBezTo>
                  <a:cubicBezTo>
                    <a:pt x="83916" y="223217"/>
                    <a:pt x="84023" y="217547"/>
                    <a:pt x="84054" y="211876"/>
                  </a:cubicBezTo>
                  <a:cubicBezTo>
                    <a:pt x="84077" y="206197"/>
                    <a:pt x="84054" y="200526"/>
                    <a:pt x="84054" y="194855"/>
                  </a:cubicBezTo>
                  <a:cubicBezTo>
                    <a:pt x="84054" y="189184"/>
                    <a:pt x="84069" y="183513"/>
                    <a:pt x="84039" y="177835"/>
                  </a:cubicBezTo>
                  <a:cubicBezTo>
                    <a:pt x="84016" y="172164"/>
                    <a:pt x="83908" y="166493"/>
                    <a:pt x="83893" y="160822"/>
                  </a:cubicBezTo>
                  <a:cubicBezTo>
                    <a:pt x="83870" y="155143"/>
                    <a:pt x="83924" y="149472"/>
                    <a:pt x="83931" y="143801"/>
                  </a:cubicBezTo>
                  <a:cubicBezTo>
                    <a:pt x="83947" y="138131"/>
                    <a:pt x="83954" y="132452"/>
                    <a:pt x="83947" y="126781"/>
                  </a:cubicBezTo>
                  <a:cubicBezTo>
                    <a:pt x="83939" y="121110"/>
                    <a:pt x="83870" y="115439"/>
                    <a:pt x="83893" y="109761"/>
                  </a:cubicBezTo>
                  <a:cubicBezTo>
                    <a:pt x="83908" y="104090"/>
                    <a:pt x="84016" y="98419"/>
                    <a:pt x="84046" y="92740"/>
                  </a:cubicBezTo>
                  <a:cubicBezTo>
                    <a:pt x="84077" y="87069"/>
                    <a:pt x="84107" y="81398"/>
                    <a:pt x="84084" y="75727"/>
                  </a:cubicBezTo>
                  <a:cubicBezTo>
                    <a:pt x="84054" y="70049"/>
                    <a:pt x="83901" y="64378"/>
                    <a:pt x="83893" y="58707"/>
                  </a:cubicBezTo>
                  <a:cubicBezTo>
                    <a:pt x="83893" y="53028"/>
                    <a:pt x="84643" y="47265"/>
                    <a:pt x="84054" y="41686"/>
                  </a:cubicBezTo>
                  <a:cubicBezTo>
                    <a:pt x="83465" y="36100"/>
                    <a:pt x="82615" y="30222"/>
                    <a:pt x="80357" y="25194"/>
                  </a:cubicBezTo>
                  <a:cubicBezTo>
                    <a:pt x="78092" y="20166"/>
                    <a:pt x="74533" y="15245"/>
                    <a:pt x="70485" y="11495"/>
                  </a:cubicBezTo>
                  <a:cubicBezTo>
                    <a:pt x="66436" y="7745"/>
                    <a:pt x="61271" y="4531"/>
                    <a:pt x="56074" y="2679"/>
                  </a:cubicBezTo>
                  <a:cubicBezTo>
                    <a:pt x="50885" y="827"/>
                    <a:pt x="44816" y="0"/>
                    <a:pt x="39314" y="383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31" name="Inner right wave"/>
            <p:cNvSpPr/>
            <p:nvPr/>
          </p:nvSpPr>
          <p:spPr>
            <a:xfrm>
              <a:off x="10161702" y="4909813"/>
              <a:ext cx="101410" cy="365810"/>
            </a:xfrm>
            <a:custGeom>
              <a:avLst/>
              <a:gdLst/>
              <a:ahLst/>
              <a:cxnLst/>
              <a:rect l="l" t="t" r="r" b="b"/>
              <a:pathLst>
                <a:path w="101410" h="365810">
                  <a:moveTo>
                    <a:pt x="59167" y="513"/>
                  </a:moveTo>
                  <a:cubicBezTo>
                    <a:pt x="53671" y="1026"/>
                    <a:pt x="47801" y="3054"/>
                    <a:pt x="43010" y="5862"/>
                  </a:cubicBezTo>
                  <a:cubicBezTo>
                    <a:pt x="38219" y="8671"/>
                    <a:pt x="33781" y="12911"/>
                    <a:pt x="30421" y="17380"/>
                  </a:cubicBezTo>
                  <a:cubicBezTo>
                    <a:pt x="27061" y="21842"/>
                    <a:pt x="24750" y="27322"/>
                    <a:pt x="22852" y="32656"/>
                  </a:cubicBezTo>
                  <a:cubicBezTo>
                    <a:pt x="20946" y="37990"/>
                    <a:pt x="20304" y="43814"/>
                    <a:pt x="19026" y="49385"/>
                  </a:cubicBezTo>
                  <a:cubicBezTo>
                    <a:pt x="17748" y="54957"/>
                    <a:pt x="16454" y="60536"/>
                    <a:pt x="15168" y="66107"/>
                  </a:cubicBezTo>
                  <a:cubicBezTo>
                    <a:pt x="13875" y="71679"/>
                    <a:pt x="12574" y="77250"/>
                    <a:pt x="11273" y="82822"/>
                  </a:cubicBezTo>
                  <a:cubicBezTo>
                    <a:pt x="9964" y="88393"/>
                    <a:pt x="8610" y="93949"/>
                    <a:pt x="7332" y="99528"/>
                  </a:cubicBezTo>
                  <a:cubicBezTo>
                    <a:pt x="6046" y="105100"/>
                    <a:pt x="4638" y="110656"/>
                    <a:pt x="3582" y="116273"/>
                  </a:cubicBezTo>
                  <a:cubicBezTo>
                    <a:pt x="2526" y="121891"/>
                    <a:pt x="1469" y="127546"/>
                    <a:pt x="980" y="133225"/>
                  </a:cubicBezTo>
                  <a:cubicBezTo>
                    <a:pt x="490" y="138911"/>
                    <a:pt x="681" y="144659"/>
                    <a:pt x="620" y="150375"/>
                  </a:cubicBezTo>
                  <a:cubicBezTo>
                    <a:pt x="559" y="156092"/>
                    <a:pt x="620" y="161817"/>
                    <a:pt x="620" y="167541"/>
                  </a:cubicBezTo>
                  <a:cubicBezTo>
                    <a:pt x="620" y="173258"/>
                    <a:pt x="620" y="178983"/>
                    <a:pt x="620" y="184700"/>
                  </a:cubicBezTo>
                  <a:cubicBezTo>
                    <a:pt x="620" y="190424"/>
                    <a:pt x="620" y="196141"/>
                    <a:pt x="620" y="201865"/>
                  </a:cubicBezTo>
                  <a:cubicBezTo>
                    <a:pt x="620" y="207582"/>
                    <a:pt x="620" y="213307"/>
                    <a:pt x="620" y="219024"/>
                  </a:cubicBezTo>
                  <a:cubicBezTo>
                    <a:pt x="620" y="224748"/>
                    <a:pt x="620" y="230465"/>
                    <a:pt x="620" y="236189"/>
                  </a:cubicBezTo>
                  <a:cubicBezTo>
                    <a:pt x="620" y="241906"/>
                    <a:pt x="620" y="247631"/>
                    <a:pt x="620" y="253348"/>
                  </a:cubicBezTo>
                  <a:cubicBezTo>
                    <a:pt x="620" y="259072"/>
                    <a:pt x="620" y="264789"/>
                    <a:pt x="620" y="270514"/>
                  </a:cubicBezTo>
                  <a:cubicBezTo>
                    <a:pt x="620" y="276230"/>
                    <a:pt x="620" y="281955"/>
                    <a:pt x="620" y="287672"/>
                  </a:cubicBezTo>
                  <a:cubicBezTo>
                    <a:pt x="620" y="293396"/>
                    <a:pt x="620" y="299113"/>
                    <a:pt x="620" y="304838"/>
                  </a:cubicBezTo>
                  <a:cubicBezTo>
                    <a:pt x="620" y="310554"/>
                    <a:pt x="620" y="316279"/>
                    <a:pt x="620" y="321996"/>
                  </a:cubicBezTo>
                  <a:cubicBezTo>
                    <a:pt x="620" y="327720"/>
                    <a:pt x="0" y="333560"/>
                    <a:pt x="620" y="339162"/>
                  </a:cubicBezTo>
                  <a:cubicBezTo>
                    <a:pt x="1240" y="344764"/>
                    <a:pt x="1416" y="351338"/>
                    <a:pt x="4347" y="355616"/>
                  </a:cubicBezTo>
                  <a:cubicBezTo>
                    <a:pt x="7286" y="359902"/>
                    <a:pt x="13202" y="363889"/>
                    <a:pt x="18237" y="364845"/>
                  </a:cubicBezTo>
                  <a:cubicBezTo>
                    <a:pt x="23281" y="365810"/>
                    <a:pt x="30367" y="364340"/>
                    <a:pt x="34584" y="361394"/>
                  </a:cubicBezTo>
                  <a:cubicBezTo>
                    <a:pt x="38793" y="358447"/>
                    <a:pt x="41564" y="352363"/>
                    <a:pt x="43523" y="347167"/>
                  </a:cubicBezTo>
                  <a:cubicBezTo>
                    <a:pt x="45475" y="341978"/>
                    <a:pt x="45390" y="335886"/>
                    <a:pt x="46309" y="330238"/>
                  </a:cubicBezTo>
                  <a:cubicBezTo>
                    <a:pt x="47227" y="324598"/>
                    <a:pt x="48138" y="318942"/>
                    <a:pt x="49041" y="313294"/>
                  </a:cubicBezTo>
                  <a:cubicBezTo>
                    <a:pt x="49944" y="307646"/>
                    <a:pt x="50824" y="301998"/>
                    <a:pt x="51735" y="296350"/>
                  </a:cubicBezTo>
                  <a:cubicBezTo>
                    <a:pt x="52646" y="290702"/>
                    <a:pt x="53572" y="285054"/>
                    <a:pt x="54521" y="279414"/>
                  </a:cubicBezTo>
                  <a:cubicBezTo>
                    <a:pt x="55470" y="273774"/>
                    <a:pt x="56449" y="268141"/>
                    <a:pt x="57444" y="262501"/>
                  </a:cubicBezTo>
                  <a:cubicBezTo>
                    <a:pt x="58439" y="256868"/>
                    <a:pt x="59480" y="251243"/>
                    <a:pt x="60482" y="245610"/>
                  </a:cubicBezTo>
                  <a:cubicBezTo>
                    <a:pt x="61477" y="239978"/>
                    <a:pt x="62419" y="234337"/>
                    <a:pt x="63452" y="228712"/>
                  </a:cubicBezTo>
                  <a:cubicBezTo>
                    <a:pt x="64477" y="223087"/>
                    <a:pt x="65587" y="217470"/>
                    <a:pt x="66658" y="211853"/>
                  </a:cubicBezTo>
                  <a:cubicBezTo>
                    <a:pt x="67737" y="206235"/>
                    <a:pt x="68771" y="200610"/>
                    <a:pt x="69888" y="195001"/>
                  </a:cubicBezTo>
                  <a:cubicBezTo>
                    <a:pt x="71005" y="189383"/>
                    <a:pt x="72199" y="183789"/>
                    <a:pt x="73355" y="178187"/>
                  </a:cubicBezTo>
                  <a:cubicBezTo>
                    <a:pt x="74510" y="172585"/>
                    <a:pt x="75620" y="166975"/>
                    <a:pt x="76814" y="161381"/>
                  </a:cubicBezTo>
                  <a:cubicBezTo>
                    <a:pt x="78000" y="155786"/>
                    <a:pt x="79263" y="150207"/>
                    <a:pt x="80487" y="144620"/>
                  </a:cubicBezTo>
                  <a:cubicBezTo>
                    <a:pt x="81712" y="139034"/>
                    <a:pt x="82967" y="133447"/>
                    <a:pt x="84169" y="127852"/>
                  </a:cubicBezTo>
                  <a:cubicBezTo>
                    <a:pt x="85362" y="122258"/>
                    <a:pt x="86495" y="116656"/>
                    <a:pt x="87666" y="111054"/>
                  </a:cubicBezTo>
                  <a:cubicBezTo>
                    <a:pt x="88837" y="105452"/>
                    <a:pt x="90023" y="99857"/>
                    <a:pt x="91202" y="94263"/>
                  </a:cubicBezTo>
                  <a:cubicBezTo>
                    <a:pt x="92380" y="88661"/>
                    <a:pt x="93567" y="83067"/>
                    <a:pt x="94753" y="77472"/>
                  </a:cubicBezTo>
                  <a:cubicBezTo>
                    <a:pt x="95939" y="71870"/>
                    <a:pt x="97217" y="66291"/>
                    <a:pt x="98312" y="60681"/>
                  </a:cubicBezTo>
                  <a:cubicBezTo>
                    <a:pt x="99406" y="55072"/>
                    <a:pt x="101227" y="49416"/>
                    <a:pt x="101319" y="43791"/>
                  </a:cubicBezTo>
                  <a:cubicBezTo>
                    <a:pt x="101411" y="38166"/>
                    <a:pt x="100722" y="32181"/>
                    <a:pt x="98847" y="26931"/>
                  </a:cubicBezTo>
                  <a:cubicBezTo>
                    <a:pt x="96980" y="21689"/>
                    <a:pt x="93911" y="16347"/>
                    <a:pt x="90100" y="12321"/>
                  </a:cubicBezTo>
                  <a:cubicBezTo>
                    <a:pt x="86289" y="8296"/>
                    <a:pt x="81153" y="4753"/>
                    <a:pt x="75995" y="2786"/>
                  </a:cubicBezTo>
                  <a:cubicBezTo>
                    <a:pt x="70837" y="811"/>
                    <a:pt x="64669" y="0"/>
                    <a:pt x="59166" y="513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32" name="Outer right wave"/>
            <p:cNvSpPr/>
            <p:nvPr/>
          </p:nvSpPr>
          <p:spPr>
            <a:xfrm>
              <a:off x="10231210" y="4793170"/>
              <a:ext cx="194779" cy="428536"/>
            </a:xfrm>
            <a:custGeom>
              <a:avLst/>
              <a:gdLst/>
              <a:ahLst/>
              <a:cxnLst/>
              <a:rect l="l" t="t" r="r" b="b"/>
              <a:pathLst>
                <a:path w="194779" h="428536">
                  <a:moveTo>
                    <a:pt x="136982" y="418"/>
                  </a:moveTo>
                  <a:cubicBezTo>
                    <a:pt x="131380" y="834"/>
                    <a:pt x="125618" y="2250"/>
                    <a:pt x="120375" y="4286"/>
                  </a:cubicBezTo>
                  <a:cubicBezTo>
                    <a:pt x="115133" y="6329"/>
                    <a:pt x="109982" y="9222"/>
                    <a:pt x="105513" y="12635"/>
                  </a:cubicBezTo>
                  <a:cubicBezTo>
                    <a:pt x="101044" y="16056"/>
                    <a:pt x="96934" y="20288"/>
                    <a:pt x="93567" y="24804"/>
                  </a:cubicBezTo>
                  <a:cubicBezTo>
                    <a:pt x="90199" y="29319"/>
                    <a:pt x="87498" y="34515"/>
                    <a:pt x="85301" y="39727"/>
                  </a:cubicBezTo>
                  <a:cubicBezTo>
                    <a:pt x="83105" y="44947"/>
                    <a:pt x="81942" y="50625"/>
                    <a:pt x="80388" y="56105"/>
                  </a:cubicBezTo>
                  <a:cubicBezTo>
                    <a:pt x="78834" y="61592"/>
                    <a:pt x="77457" y="67133"/>
                    <a:pt x="75987" y="72643"/>
                  </a:cubicBezTo>
                  <a:cubicBezTo>
                    <a:pt x="74526" y="78161"/>
                    <a:pt x="73056" y="83671"/>
                    <a:pt x="71587" y="89181"/>
                  </a:cubicBezTo>
                  <a:cubicBezTo>
                    <a:pt x="70118" y="94692"/>
                    <a:pt x="68656" y="100209"/>
                    <a:pt x="67179" y="105720"/>
                  </a:cubicBezTo>
                  <a:cubicBezTo>
                    <a:pt x="65694" y="111230"/>
                    <a:pt x="64179" y="116725"/>
                    <a:pt x="62709" y="122235"/>
                  </a:cubicBezTo>
                  <a:cubicBezTo>
                    <a:pt x="61240" y="127745"/>
                    <a:pt x="59794" y="133271"/>
                    <a:pt x="58355" y="138789"/>
                  </a:cubicBezTo>
                  <a:cubicBezTo>
                    <a:pt x="56924" y="144307"/>
                    <a:pt x="55523" y="149840"/>
                    <a:pt x="54100" y="155365"/>
                  </a:cubicBezTo>
                  <a:cubicBezTo>
                    <a:pt x="52676" y="160891"/>
                    <a:pt x="51245" y="166409"/>
                    <a:pt x="49829" y="171934"/>
                  </a:cubicBezTo>
                  <a:cubicBezTo>
                    <a:pt x="48421" y="177460"/>
                    <a:pt x="47013" y="182993"/>
                    <a:pt x="45643" y="188526"/>
                  </a:cubicBezTo>
                  <a:cubicBezTo>
                    <a:pt x="44265" y="194067"/>
                    <a:pt x="42949" y="199615"/>
                    <a:pt x="41595" y="205156"/>
                  </a:cubicBezTo>
                  <a:cubicBezTo>
                    <a:pt x="40240" y="210697"/>
                    <a:pt x="38832" y="216223"/>
                    <a:pt x="37500" y="221771"/>
                  </a:cubicBezTo>
                  <a:cubicBezTo>
                    <a:pt x="36168" y="227320"/>
                    <a:pt x="34890" y="232876"/>
                    <a:pt x="33620" y="238439"/>
                  </a:cubicBezTo>
                  <a:cubicBezTo>
                    <a:pt x="32342" y="243996"/>
                    <a:pt x="31117" y="249567"/>
                    <a:pt x="29847" y="255131"/>
                  </a:cubicBezTo>
                  <a:cubicBezTo>
                    <a:pt x="28577" y="260695"/>
                    <a:pt x="27283" y="266243"/>
                    <a:pt x="25998" y="271807"/>
                  </a:cubicBezTo>
                  <a:cubicBezTo>
                    <a:pt x="24712" y="277363"/>
                    <a:pt x="23411" y="282919"/>
                    <a:pt x="22140" y="288475"/>
                  </a:cubicBezTo>
                  <a:cubicBezTo>
                    <a:pt x="20862" y="294039"/>
                    <a:pt x="19607" y="299603"/>
                    <a:pt x="18360" y="305167"/>
                  </a:cubicBezTo>
                  <a:cubicBezTo>
                    <a:pt x="17105" y="310731"/>
                    <a:pt x="15872" y="316302"/>
                    <a:pt x="14617" y="321866"/>
                  </a:cubicBezTo>
                  <a:cubicBezTo>
                    <a:pt x="13370" y="327430"/>
                    <a:pt x="12092" y="332993"/>
                    <a:pt x="10852" y="338557"/>
                  </a:cubicBezTo>
                  <a:cubicBezTo>
                    <a:pt x="9612" y="344129"/>
                    <a:pt x="8411" y="349708"/>
                    <a:pt x="7186" y="355279"/>
                  </a:cubicBezTo>
                  <a:cubicBezTo>
                    <a:pt x="5962" y="360843"/>
                    <a:pt x="4668" y="366407"/>
                    <a:pt x="3497" y="371986"/>
                  </a:cubicBezTo>
                  <a:cubicBezTo>
                    <a:pt x="2319" y="377565"/>
                    <a:pt x="283" y="383167"/>
                    <a:pt x="138" y="388754"/>
                  </a:cubicBezTo>
                  <a:cubicBezTo>
                    <a:pt x="0" y="394348"/>
                    <a:pt x="597" y="400448"/>
                    <a:pt x="2648" y="405552"/>
                  </a:cubicBezTo>
                  <a:cubicBezTo>
                    <a:pt x="4699" y="410657"/>
                    <a:pt x="8311" y="415769"/>
                    <a:pt x="12436" y="419381"/>
                  </a:cubicBezTo>
                  <a:cubicBezTo>
                    <a:pt x="16569" y="422994"/>
                    <a:pt x="22117" y="425940"/>
                    <a:pt x="27429" y="427241"/>
                  </a:cubicBezTo>
                  <a:cubicBezTo>
                    <a:pt x="32748" y="428534"/>
                    <a:pt x="39046" y="428527"/>
                    <a:pt x="44342" y="427165"/>
                  </a:cubicBezTo>
                  <a:cubicBezTo>
                    <a:pt x="49638" y="425795"/>
                    <a:pt x="54972" y="422642"/>
                    <a:pt x="59197" y="419052"/>
                  </a:cubicBezTo>
                  <a:cubicBezTo>
                    <a:pt x="63429" y="415463"/>
                    <a:pt x="66712" y="410420"/>
                    <a:pt x="69720" y="405621"/>
                  </a:cubicBezTo>
                  <a:cubicBezTo>
                    <a:pt x="72735" y="400830"/>
                    <a:pt x="75054" y="395527"/>
                    <a:pt x="77288" y="390292"/>
                  </a:cubicBezTo>
                  <a:cubicBezTo>
                    <a:pt x="79523" y="385057"/>
                    <a:pt x="81176" y="379562"/>
                    <a:pt x="83120" y="374205"/>
                  </a:cubicBezTo>
                  <a:cubicBezTo>
                    <a:pt x="85072" y="368848"/>
                    <a:pt x="87046" y="363491"/>
                    <a:pt x="88990" y="358126"/>
                  </a:cubicBezTo>
                  <a:cubicBezTo>
                    <a:pt x="90934" y="352769"/>
                    <a:pt x="92863" y="347396"/>
                    <a:pt x="94799" y="342032"/>
                  </a:cubicBezTo>
                  <a:cubicBezTo>
                    <a:pt x="96735" y="336667"/>
                    <a:pt x="98679" y="331302"/>
                    <a:pt x="100607" y="325937"/>
                  </a:cubicBezTo>
                  <a:cubicBezTo>
                    <a:pt x="102536" y="320565"/>
                    <a:pt x="104442" y="315192"/>
                    <a:pt x="106370" y="309820"/>
                  </a:cubicBezTo>
                  <a:cubicBezTo>
                    <a:pt x="108291" y="304447"/>
                    <a:pt x="110220" y="299083"/>
                    <a:pt x="112141" y="293710"/>
                  </a:cubicBezTo>
                  <a:cubicBezTo>
                    <a:pt x="114069" y="288345"/>
                    <a:pt x="115998" y="282973"/>
                    <a:pt x="117919" y="277600"/>
                  </a:cubicBezTo>
                  <a:cubicBezTo>
                    <a:pt x="119840" y="272235"/>
                    <a:pt x="121745" y="266855"/>
                    <a:pt x="123674" y="261491"/>
                  </a:cubicBezTo>
                  <a:cubicBezTo>
                    <a:pt x="125602" y="256118"/>
                    <a:pt x="127562" y="250761"/>
                    <a:pt x="129498" y="245396"/>
                  </a:cubicBezTo>
                  <a:cubicBezTo>
                    <a:pt x="131434" y="240031"/>
                    <a:pt x="133363" y="234659"/>
                    <a:pt x="135284" y="229294"/>
                  </a:cubicBezTo>
                  <a:cubicBezTo>
                    <a:pt x="137212" y="223922"/>
                    <a:pt x="139148" y="218557"/>
                    <a:pt x="141069" y="213184"/>
                  </a:cubicBezTo>
                  <a:cubicBezTo>
                    <a:pt x="142990" y="207812"/>
                    <a:pt x="144896" y="202439"/>
                    <a:pt x="146817" y="197067"/>
                  </a:cubicBezTo>
                  <a:cubicBezTo>
                    <a:pt x="148738" y="191694"/>
                    <a:pt x="150682" y="186330"/>
                    <a:pt x="152610" y="180965"/>
                  </a:cubicBezTo>
                  <a:cubicBezTo>
                    <a:pt x="154539" y="175600"/>
                    <a:pt x="156460" y="170228"/>
                    <a:pt x="158396" y="164863"/>
                  </a:cubicBezTo>
                  <a:cubicBezTo>
                    <a:pt x="160332" y="159498"/>
                    <a:pt x="162307" y="154141"/>
                    <a:pt x="164243" y="148776"/>
                  </a:cubicBezTo>
                  <a:cubicBezTo>
                    <a:pt x="166179" y="143411"/>
                    <a:pt x="168085" y="138039"/>
                    <a:pt x="170013" y="132666"/>
                  </a:cubicBezTo>
                  <a:cubicBezTo>
                    <a:pt x="171934" y="127294"/>
                    <a:pt x="173878" y="121929"/>
                    <a:pt x="175768" y="116549"/>
                  </a:cubicBezTo>
                  <a:cubicBezTo>
                    <a:pt x="177659" y="111169"/>
                    <a:pt x="179495" y="105766"/>
                    <a:pt x="181363" y="100378"/>
                  </a:cubicBezTo>
                  <a:cubicBezTo>
                    <a:pt x="183238" y="94990"/>
                    <a:pt x="185166" y="89618"/>
                    <a:pt x="186988" y="84215"/>
                  </a:cubicBezTo>
                  <a:cubicBezTo>
                    <a:pt x="188802" y="78804"/>
                    <a:pt x="191006" y="73454"/>
                    <a:pt x="192268" y="67936"/>
                  </a:cubicBezTo>
                  <a:cubicBezTo>
                    <a:pt x="193531" y="62411"/>
                    <a:pt x="194779" y="56671"/>
                    <a:pt x="194572" y="51084"/>
                  </a:cubicBezTo>
                  <a:cubicBezTo>
                    <a:pt x="194358" y="45498"/>
                    <a:pt x="193026" y="39651"/>
                    <a:pt x="191006" y="34416"/>
                  </a:cubicBezTo>
                  <a:cubicBezTo>
                    <a:pt x="188985" y="29181"/>
                    <a:pt x="186001" y="24015"/>
                    <a:pt x="182450" y="19676"/>
                  </a:cubicBezTo>
                  <a:cubicBezTo>
                    <a:pt x="178898" y="15337"/>
                    <a:pt x="174429" y="11365"/>
                    <a:pt x="169684" y="8380"/>
                  </a:cubicBezTo>
                  <a:cubicBezTo>
                    <a:pt x="164939" y="5395"/>
                    <a:pt x="159421" y="3107"/>
                    <a:pt x="153972" y="1776"/>
                  </a:cubicBezTo>
                  <a:cubicBezTo>
                    <a:pt x="148523" y="452"/>
                    <a:pt x="142585" y="0"/>
                    <a:pt x="136983" y="42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33" name="Text 31"/>
          <p:cNvSpPr txBox="1"/>
          <p:nvPr/>
        </p:nvSpPr>
        <p:spPr>
          <a:xfrm>
            <a:off x="9235440" y="5687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Android circle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 · Scaling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smaller, the simpler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Standard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Minimum symbol size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px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Minimum print size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mm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16 px favicon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Separate optical adjustment recommended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Keep when scaled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Five waves and the V outline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Drop when scaled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Gradient · gloss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Review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Check legibility on real devices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ize specimen panel"/>
          <p:cNvSpPr/>
          <p:nvPr/>
        </p:nvSpPr>
        <p:spPr>
          <a:xfrm>
            <a:off x="6245352" y="1691640"/>
            <a:ext cx="539496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6" name="Icon 64px"/>
          <p:cNvSpPr/>
          <p:nvPr/>
        </p:nvSpPr>
        <p:spPr>
          <a:xfrm>
            <a:off x="6583680" y="2560320"/>
            <a:ext cx="1143000" cy="1143000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</p:sp>
      <p:grpSp>
        <p:nvGrpSpPr>
          <p:cNvPr id="42" name="VCA symbol"/>
          <p:cNvGrpSpPr/>
          <p:nvPr/>
        </p:nvGrpSpPr>
        <p:grpSpPr>
          <a:xfrm>
            <a:off x="6777990" y="2801645"/>
            <a:ext cx="754380" cy="660351"/>
            <a:chOff x="6777990" y="2801645"/>
            <a:chExt cx="754380" cy="660351"/>
          </a:xfrm>
        </p:grpSpPr>
        <p:sp>
          <p:nvSpPr>
            <p:cNvPr id="7" name="Outer left wave"/>
            <p:cNvSpPr/>
            <p:nvPr/>
          </p:nvSpPr>
          <p:spPr>
            <a:xfrm>
              <a:off x="6777990" y="2801776"/>
              <a:ext cx="227991" cy="502278"/>
            </a:xfrm>
            <a:custGeom>
              <a:avLst/>
              <a:gdLst/>
              <a:ahLst/>
              <a:cxnLst/>
              <a:rect l="l" t="t" r="r" b="b"/>
              <a:pathLst>
                <a:path w="227991" h="502278">
                  <a:moveTo>
                    <a:pt x="64686" y="129"/>
                  </a:moveTo>
                  <a:cubicBezTo>
                    <a:pt x="58107" y="0"/>
                    <a:pt x="51183" y="825"/>
                    <a:pt x="44878" y="2700"/>
                  </a:cubicBezTo>
                  <a:cubicBezTo>
                    <a:pt x="38573" y="4583"/>
                    <a:pt x="32260" y="7632"/>
                    <a:pt x="26869" y="11399"/>
                  </a:cubicBezTo>
                  <a:cubicBezTo>
                    <a:pt x="21488" y="15166"/>
                    <a:pt x="16466" y="20036"/>
                    <a:pt x="12538" y="25309"/>
                  </a:cubicBezTo>
                  <a:cubicBezTo>
                    <a:pt x="8610" y="30582"/>
                    <a:pt x="5372" y="36798"/>
                    <a:pt x="3300" y="43040"/>
                  </a:cubicBezTo>
                  <a:cubicBezTo>
                    <a:pt x="1229" y="49282"/>
                    <a:pt x="0" y="56214"/>
                    <a:pt x="90" y="62770"/>
                  </a:cubicBezTo>
                  <a:cubicBezTo>
                    <a:pt x="188" y="69326"/>
                    <a:pt x="2179" y="75936"/>
                    <a:pt x="3865" y="82375"/>
                  </a:cubicBezTo>
                  <a:cubicBezTo>
                    <a:pt x="5543" y="88815"/>
                    <a:pt x="8036" y="95084"/>
                    <a:pt x="10179" y="101415"/>
                  </a:cubicBezTo>
                  <a:cubicBezTo>
                    <a:pt x="12314" y="107756"/>
                    <a:pt x="14520" y="114070"/>
                    <a:pt x="16717" y="120384"/>
                  </a:cubicBezTo>
                  <a:cubicBezTo>
                    <a:pt x="18906" y="126697"/>
                    <a:pt x="21121" y="133011"/>
                    <a:pt x="23345" y="139316"/>
                  </a:cubicBezTo>
                  <a:cubicBezTo>
                    <a:pt x="25569" y="145630"/>
                    <a:pt x="27820" y="151917"/>
                    <a:pt x="30053" y="158222"/>
                  </a:cubicBezTo>
                  <a:cubicBezTo>
                    <a:pt x="32286" y="164526"/>
                    <a:pt x="34502" y="170840"/>
                    <a:pt x="36744" y="177136"/>
                  </a:cubicBezTo>
                  <a:cubicBezTo>
                    <a:pt x="38986" y="183441"/>
                    <a:pt x="41228" y="189737"/>
                    <a:pt x="43488" y="196033"/>
                  </a:cubicBezTo>
                  <a:cubicBezTo>
                    <a:pt x="45748" y="202319"/>
                    <a:pt x="48053" y="208597"/>
                    <a:pt x="50322" y="214893"/>
                  </a:cubicBezTo>
                  <a:cubicBezTo>
                    <a:pt x="52591" y="221180"/>
                    <a:pt x="54842" y="227485"/>
                    <a:pt x="57102" y="233772"/>
                  </a:cubicBezTo>
                  <a:cubicBezTo>
                    <a:pt x="59362" y="240068"/>
                    <a:pt x="61622" y="246364"/>
                    <a:pt x="63900" y="252650"/>
                  </a:cubicBezTo>
                  <a:cubicBezTo>
                    <a:pt x="66178" y="258937"/>
                    <a:pt x="68510" y="265206"/>
                    <a:pt x="70770" y="271493"/>
                  </a:cubicBezTo>
                  <a:cubicBezTo>
                    <a:pt x="73039" y="277789"/>
                    <a:pt x="75227" y="284103"/>
                    <a:pt x="77479" y="290399"/>
                  </a:cubicBezTo>
                  <a:cubicBezTo>
                    <a:pt x="79739" y="296695"/>
                    <a:pt x="82052" y="302972"/>
                    <a:pt x="84312" y="309259"/>
                  </a:cubicBezTo>
                  <a:cubicBezTo>
                    <a:pt x="86564" y="315555"/>
                    <a:pt x="88779" y="321869"/>
                    <a:pt x="91021" y="328165"/>
                  </a:cubicBezTo>
                  <a:cubicBezTo>
                    <a:pt x="93272" y="334461"/>
                    <a:pt x="95541" y="340757"/>
                    <a:pt x="97801" y="347043"/>
                  </a:cubicBezTo>
                  <a:cubicBezTo>
                    <a:pt x="100061" y="353339"/>
                    <a:pt x="102330" y="359635"/>
                    <a:pt x="104590" y="365931"/>
                  </a:cubicBezTo>
                  <a:cubicBezTo>
                    <a:pt x="106841" y="372218"/>
                    <a:pt x="109092" y="378523"/>
                    <a:pt x="111352" y="384810"/>
                  </a:cubicBezTo>
                  <a:cubicBezTo>
                    <a:pt x="113612" y="391105"/>
                    <a:pt x="115872" y="397401"/>
                    <a:pt x="118150" y="403688"/>
                  </a:cubicBezTo>
                  <a:cubicBezTo>
                    <a:pt x="120428" y="409975"/>
                    <a:pt x="122733" y="416253"/>
                    <a:pt x="125002" y="422540"/>
                  </a:cubicBezTo>
                  <a:cubicBezTo>
                    <a:pt x="127271" y="428836"/>
                    <a:pt x="129460" y="435150"/>
                    <a:pt x="131747" y="441436"/>
                  </a:cubicBezTo>
                  <a:cubicBezTo>
                    <a:pt x="134025" y="447723"/>
                    <a:pt x="135971" y="454163"/>
                    <a:pt x="138688" y="460252"/>
                  </a:cubicBezTo>
                  <a:cubicBezTo>
                    <a:pt x="141406" y="466342"/>
                    <a:pt x="144311" y="472503"/>
                    <a:pt x="148060" y="477974"/>
                  </a:cubicBezTo>
                  <a:cubicBezTo>
                    <a:pt x="151800" y="483436"/>
                    <a:pt x="155944" y="489202"/>
                    <a:pt x="161136" y="493068"/>
                  </a:cubicBezTo>
                  <a:cubicBezTo>
                    <a:pt x="166338" y="496933"/>
                    <a:pt x="172939" y="500045"/>
                    <a:pt x="179244" y="501157"/>
                  </a:cubicBezTo>
                  <a:cubicBezTo>
                    <a:pt x="185557" y="502278"/>
                    <a:pt x="192929" y="501776"/>
                    <a:pt x="199019" y="499767"/>
                  </a:cubicBezTo>
                  <a:cubicBezTo>
                    <a:pt x="205100" y="497758"/>
                    <a:pt x="211261" y="493714"/>
                    <a:pt x="215772" y="489113"/>
                  </a:cubicBezTo>
                  <a:cubicBezTo>
                    <a:pt x="220274" y="484503"/>
                    <a:pt x="224113" y="478243"/>
                    <a:pt x="226050" y="472109"/>
                  </a:cubicBezTo>
                  <a:cubicBezTo>
                    <a:pt x="227987" y="465974"/>
                    <a:pt x="227835" y="458880"/>
                    <a:pt x="227395" y="452306"/>
                  </a:cubicBezTo>
                  <a:cubicBezTo>
                    <a:pt x="226956" y="445732"/>
                    <a:pt x="224785" y="439194"/>
                    <a:pt x="223404" y="432647"/>
                  </a:cubicBezTo>
                  <a:cubicBezTo>
                    <a:pt x="222032" y="426100"/>
                    <a:pt x="220570" y="419580"/>
                    <a:pt x="219144" y="413042"/>
                  </a:cubicBezTo>
                  <a:cubicBezTo>
                    <a:pt x="217718" y="406513"/>
                    <a:pt x="216283" y="399975"/>
                    <a:pt x="214866" y="393446"/>
                  </a:cubicBezTo>
                  <a:cubicBezTo>
                    <a:pt x="213440" y="386908"/>
                    <a:pt x="212086" y="380361"/>
                    <a:pt x="210606" y="373841"/>
                  </a:cubicBezTo>
                  <a:cubicBezTo>
                    <a:pt x="209118" y="367321"/>
                    <a:pt x="207467" y="360837"/>
                    <a:pt x="205961" y="354326"/>
                  </a:cubicBezTo>
                  <a:cubicBezTo>
                    <a:pt x="204445" y="347806"/>
                    <a:pt x="203019" y="341277"/>
                    <a:pt x="201557" y="334757"/>
                  </a:cubicBezTo>
                  <a:cubicBezTo>
                    <a:pt x="200086" y="328228"/>
                    <a:pt x="198642" y="321699"/>
                    <a:pt x="197154" y="315178"/>
                  </a:cubicBezTo>
                  <a:cubicBezTo>
                    <a:pt x="195674" y="308658"/>
                    <a:pt x="194149" y="302147"/>
                    <a:pt x="192642" y="295636"/>
                  </a:cubicBezTo>
                  <a:cubicBezTo>
                    <a:pt x="191145" y="289116"/>
                    <a:pt x="189674" y="282596"/>
                    <a:pt x="188149" y="276085"/>
                  </a:cubicBezTo>
                  <a:cubicBezTo>
                    <a:pt x="186634" y="269574"/>
                    <a:pt x="185073" y="263063"/>
                    <a:pt x="183522" y="256561"/>
                  </a:cubicBezTo>
                  <a:cubicBezTo>
                    <a:pt x="181970" y="250059"/>
                    <a:pt x="180409" y="243556"/>
                    <a:pt x="178840" y="237054"/>
                  </a:cubicBezTo>
                  <a:cubicBezTo>
                    <a:pt x="177279" y="230552"/>
                    <a:pt x="175764" y="224041"/>
                    <a:pt x="174141" y="217548"/>
                  </a:cubicBezTo>
                  <a:cubicBezTo>
                    <a:pt x="172517" y="211064"/>
                    <a:pt x="170777" y="204606"/>
                    <a:pt x="169100" y="198131"/>
                  </a:cubicBezTo>
                  <a:cubicBezTo>
                    <a:pt x="167423" y="191656"/>
                    <a:pt x="165764" y="185181"/>
                    <a:pt x="164096" y="178705"/>
                  </a:cubicBezTo>
                  <a:cubicBezTo>
                    <a:pt x="162428" y="172230"/>
                    <a:pt x="160787" y="165746"/>
                    <a:pt x="159091" y="159280"/>
                  </a:cubicBezTo>
                  <a:cubicBezTo>
                    <a:pt x="157387" y="152814"/>
                    <a:pt x="155630" y="146365"/>
                    <a:pt x="153890" y="139908"/>
                  </a:cubicBezTo>
                  <a:cubicBezTo>
                    <a:pt x="152159" y="133442"/>
                    <a:pt x="150401" y="126993"/>
                    <a:pt x="148679" y="120527"/>
                  </a:cubicBezTo>
                  <a:cubicBezTo>
                    <a:pt x="146957" y="114070"/>
                    <a:pt x="145298" y="107595"/>
                    <a:pt x="143567" y="101128"/>
                  </a:cubicBezTo>
                  <a:cubicBezTo>
                    <a:pt x="141845" y="94671"/>
                    <a:pt x="140069" y="88223"/>
                    <a:pt x="138338" y="81765"/>
                  </a:cubicBezTo>
                  <a:cubicBezTo>
                    <a:pt x="136608" y="75308"/>
                    <a:pt x="135047" y="68788"/>
                    <a:pt x="133173" y="62376"/>
                  </a:cubicBezTo>
                  <a:cubicBezTo>
                    <a:pt x="131298" y="55963"/>
                    <a:pt x="129792" y="49335"/>
                    <a:pt x="127065" y="43300"/>
                  </a:cubicBezTo>
                  <a:cubicBezTo>
                    <a:pt x="124339" y="37264"/>
                    <a:pt x="120958" y="31291"/>
                    <a:pt x="116823" y="26143"/>
                  </a:cubicBezTo>
                  <a:cubicBezTo>
                    <a:pt x="112698" y="20986"/>
                    <a:pt x="107693" y="16179"/>
                    <a:pt x="102285" y="12403"/>
                  </a:cubicBezTo>
                  <a:cubicBezTo>
                    <a:pt x="96877" y="8619"/>
                    <a:pt x="90644" y="5525"/>
                    <a:pt x="84375" y="3480"/>
                  </a:cubicBezTo>
                  <a:cubicBezTo>
                    <a:pt x="78106" y="1435"/>
                    <a:pt x="71272" y="260"/>
                    <a:pt x="64689" y="126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8" name="Inner left wave"/>
            <p:cNvSpPr/>
            <p:nvPr/>
          </p:nvSpPr>
          <p:spPr>
            <a:xfrm>
              <a:off x="6968467" y="2938261"/>
              <a:ext cx="118918" cy="428691"/>
            </a:xfrm>
            <a:custGeom>
              <a:avLst/>
              <a:gdLst/>
              <a:ahLst/>
              <a:cxnLst/>
              <a:rect l="l" t="t" r="r" b="b"/>
              <a:pathLst>
                <a:path w="118918" h="428691">
                  <a:moveTo>
                    <a:pt x="43041" y="397"/>
                  </a:moveTo>
                  <a:cubicBezTo>
                    <a:pt x="36582" y="798"/>
                    <a:pt x="29560" y="2942"/>
                    <a:pt x="23928" y="6152"/>
                  </a:cubicBezTo>
                  <a:cubicBezTo>
                    <a:pt x="18296" y="9372"/>
                    <a:pt x="13040" y="14376"/>
                    <a:pt x="9273" y="19686"/>
                  </a:cubicBezTo>
                  <a:cubicBezTo>
                    <a:pt x="5507" y="24995"/>
                    <a:pt x="2691" y="31632"/>
                    <a:pt x="1345" y="38008"/>
                  </a:cubicBezTo>
                  <a:cubicBezTo>
                    <a:pt x="0" y="44385"/>
                    <a:pt x="556" y="51326"/>
                    <a:pt x="1202" y="57936"/>
                  </a:cubicBezTo>
                  <a:cubicBezTo>
                    <a:pt x="1839" y="64546"/>
                    <a:pt x="3821" y="71093"/>
                    <a:pt x="5193" y="77658"/>
                  </a:cubicBezTo>
                  <a:cubicBezTo>
                    <a:pt x="6565" y="84223"/>
                    <a:pt x="8045" y="90761"/>
                    <a:pt x="9444" y="97326"/>
                  </a:cubicBezTo>
                  <a:cubicBezTo>
                    <a:pt x="10843" y="103882"/>
                    <a:pt x="12206" y="110447"/>
                    <a:pt x="13569" y="117011"/>
                  </a:cubicBezTo>
                  <a:cubicBezTo>
                    <a:pt x="14941" y="123576"/>
                    <a:pt x="16269" y="130150"/>
                    <a:pt x="17659" y="136715"/>
                  </a:cubicBezTo>
                  <a:cubicBezTo>
                    <a:pt x="19040" y="143271"/>
                    <a:pt x="20484" y="149818"/>
                    <a:pt x="21883" y="156383"/>
                  </a:cubicBezTo>
                  <a:cubicBezTo>
                    <a:pt x="23282" y="162939"/>
                    <a:pt x="24699" y="169495"/>
                    <a:pt x="26062" y="176060"/>
                  </a:cubicBezTo>
                  <a:cubicBezTo>
                    <a:pt x="27435" y="182625"/>
                    <a:pt x="28735" y="189208"/>
                    <a:pt x="30107" y="195772"/>
                  </a:cubicBezTo>
                  <a:cubicBezTo>
                    <a:pt x="31470" y="202337"/>
                    <a:pt x="32923" y="208884"/>
                    <a:pt x="34268" y="215449"/>
                  </a:cubicBezTo>
                  <a:cubicBezTo>
                    <a:pt x="35623" y="222023"/>
                    <a:pt x="36923" y="228597"/>
                    <a:pt x="38206" y="235180"/>
                  </a:cubicBezTo>
                  <a:cubicBezTo>
                    <a:pt x="39479" y="241763"/>
                    <a:pt x="40726" y="248355"/>
                    <a:pt x="41954" y="254946"/>
                  </a:cubicBezTo>
                  <a:cubicBezTo>
                    <a:pt x="43183" y="261538"/>
                    <a:pt x="44385" y="268139"/>
                    <a:pt x="45587" y="274740"/>
                  </a:cubicBezTo>
                  <a:cubicBezTo>
                    <a:pt x="46788" y="281332"/>
                    <a:pt x="47990" y="287932"/>
                    <a:pt x="49156" y="294533"/>
                  </a:cubicBezTo>
                  <a:cubicBezTo>
                    <a:pt x="50331" y="301143"/>
                    <a:pt x="51479" y="307753"/>
                    <a:pt x="52600" y="314362"/>
                  </a:cubicBezTo>
                  <a:cubicBezTo>
                    <a:pt x="53721" y="320972"/>
                    <a:pt x="54833" y="327582"/>
                    <a:pt x="55900" y="334210"/>
                  </a:cubicBezTo>
                  <a:cubicBezTo>
                    <a:pt x="56968" y="340828"/>
                    <a:pt x="57954" y="347456"/>
                    <a:pt x="59012" y="354084"/>
                  </a:cubicBezTo>
                  <a:cubicBezTo>
                    <a:pt x="60080" y="360702"/>
                    <a:pt x="61219" y="367312"/>
                    <a:pt x="62268" y="373940"/>
                  </a:cubicBezTo>
                  <a:cubicBezTo>
                    <a:pt x="63317" y="380559"/>
                    <a:pt x="64071" y="387249"/>
                    <a:pt x="65317" y="393823"/>
                  </a:cubicBezTo>
                  <a:cubicBezTo>
                    <a:pt x="66573" y="400397"/>
                    <a:pt x="66645" y="407894"/>
                    <a:pt x="69775" y="413365"/>
                  </a:cubicBezTo>
                  <a:cubicBezTo>
                    <a:pt x="72905" y="418836"/>
                    <a:pt x="78447" y="424621"/>
                    <a:pt x="84097" y="426656"/>
                  </a:cubicBezTo>
                  <a:cubicBezTo>
                    <a:pt x="89747" y="428692"/>
                    <a:pt x="98267" y="428208"/>
                    <a:pt x="103666" y="425562"/>
                  </a:cubicBezTo>
                  <a:cubicBezTo>
                    <a:pt x="109065" y="422926"/>
                    <a:pt x="114088" y="416585"/>
                    <a:pt x="116500" y="410800"/>
                  </a:cubicBezTo>
                  <a:cubicBezTo>
                    <a:pt x="118922" y="405016"/>
                    <a:pt x="117881" y="397536"/>
                    <a:pt x="118150" y="390863"/>
                  </a:cubicBezTo>
                  <a:cubicBezTo>
                    <a:pt x="118428" y="384182"/>
                    <a:pt x="118150" y="377446"/>
                    <a:pt x="118150" y="370738"/>
                  </a:cubicBezTo>
                  <a:cubicBezTo>
                    <a:pt x="118150" y="364030"/>
                    <a:pt x="118150" y="357330"/>
                    <a:pt x="118150" y="350622"/>
                  </a:cubicBezTo>
                  <a:cubicBezTo>
                    <a:pt x="118150" y="343913"/>
                    <a:pt x="118150" y="337205"/>
                    <a:pt x="118150" y="330497"/>
                  </a:cubicBezTo>
                  <a:cubicBezTo>
                    <a:pt x="118150" y="323797"/>
                    <a:pt x="118150" y="317089"/>
                    <a:pt x="118150" y="310380"/>
                  </a:cubicBezTo>
                  <a:cubicBezTo>
                    <a:pt x="118150" y="303672"/>
                    <a:pt x="118150" y="296964"/>
                    <a:pt x="118150" y="290255"/>
                  </a:cubicBezTo>
                  <a:cubicBezTo>
                    <a:pt x="118150" y="283556"/>
                    <a:pt x="118150" y="276847"/>
                    <a:pt x="118150" y="270139"/>
                  </a:cubicBezTo>
                  <a:cubicBezTo>
                    <a:pt x="118150" y="263430"/>
                    <a:pt x="118150" y="256722"/>
                    <a:pt x="118150" y="250023"/>
                  </a:cubicBezTo>
                  <a:cubicBezTo>
                    <a:pt x="118150" y="243314"/>
                    <a:pt x="118150" y="236606"/>
                    <a:pt x="118150" y="229897"/>
                  </a:cubicBezTo>
                  <a:cubicBezTo>
                    <a:pt x="118150" y="223189"/>
                    <a:pt x="118150" y="216490"/>
                    <a:pt x="118150" y="209781"/>
                  </a:cubicBezTo>
                  <a:cubicBezTo>
                    <a:pt x="118150" y="203073"/>
                    <a:pt x="118150" y="196364"/>
                    <a:pt x="118150" y="189656"/>
                  </a:cubicBezTo>
                  <a:cubicBezTo>
                    <a:pt x="118150" y="182957"/>
                    <a:pt x="118330" y="176239"/>
                    <a:pt x="118150" y="169540"/>
                  </a:cubicBezTo>
                  <a:cubicBezTo>
                    <a:pt x="117971" y="162840"/>
                    <a:pt x="117846" y="156114"/>
                    <a:pt x="117065" y="149468"/>
                  </a:cubicBezTo>
                  <a:cubicBezTo>
                    <a:pt x="116276" y="142823"/>
                    <a:pt x="114796" y="136249"/>
                    <a:pt x="113442" y="129684"/>
                  </a:cubicBezTo>
                  <a:cubicBezTo>
                    <a:pt x="112088" y="123119"/>
                    <a:pt x="110447" y="116608"/>
                    <a:pt x="108940" y="110070"/>
                  </a:cubicBezTo>
                  <a:cubicBezTo>
                    <a:pt x="107424" y="103541"/>
                    <a:pt x="105891" y="97012"/>
                    <a:pt x="104384" y="90474"/>
                  </a:cubicBezTo>
                  <a:cubicBezTo>
                    <a:pt x="102877" y="83945"/>
                    <a:pt x="101397" y="77398"/>
                    <a:pt x="99891" y="70860"/>
                  </a:cubicBezTo>
                  <a:cubicBezTo>
                    <a:pt x="98384" y="64331"/>
                    <a:pt x="96985" y="57757"/>
                    <a:pt x="95344" y="51264"/>
                  </a:cubicBezTo>
                  <a:cubicBezTo>
                    <a:pt x="93711" y="44771"/>
                    <a:pt x="92770" y="37910"/>
                    <a:pt x="90061" y="31892"/>
                  </a:cubicBezTo>
                  <a:cubicBezTo>
                    <a:pt x="87353" y="25874"/>
                    <a:pt x="83658" y="19829"/>
                    <a:pt x="79093" y="15139"/>
                  </a:cubicBezTo>
                  <a:cubicBezTo>
                    <a:pt x="74537" y="10457"/>
                    <a:pt x="68707" y="6224"/>
                    <a:pt x="62690" y="3767"/>
                  </a:cubicBezTo>
                  <a:cubicBezTo>
                    <a:pt x="56681" y="1309"/>
                    <a:pt x="49506" y="0"/>
                    <a:pt x="43040" y="395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9" name="Center wave"/>
            <p:cNvSpPr/>
            <p:nvPr/>
          </p:nvSpPr>
          <p:spPr>
            <a:xfrm>
              <a:off x="7105349" y="3097856"/>
              <a:ext cx="99190" cy="364140"/>
            </a:xfrm>
            <a:custGeom>
              <a:avLst/>
              <a:gdLst/>
              <a:ahLst/>
              <a:cxnLst/>
              <a:rect l="l" t="t" r="r" b="b"/>
              <a:pathLst>
                <a:path w="99190" h="364140">
                  <a:moveTo>
                    <a:pt x="46067" y="452"/>
                  </a:moveTo>
                  <a:cubicBezTo>
                    <a:pt x="39614" y="906"/>
                    <a:pt x="32726" y="2843"/>
                    <a:pt x="26995" y="5847"/>
                  </a:cubicBezTo>
                  <a:cubicBezTo>
                    <a:pt x="21264" y="8852"/>
                    <a:pt x="15758" y="13435"/>
                    <a:pt x="11695" y="18475"/>
                  </a:cubicBezTo>
                  <a:cubicBezTo>
                    <a:pt x="7632" y="23506"/>
                    <a:pt x="4439" y="29856"/>
                    <a:pt x="2619" y="36089"/>
                  </a:cubicBezTo>
                  <a:cubicBezTo>
                    <a:pt x="798" y="42322"/>
                    <a:pt x="1085" y="49246"/>
                    <a:pt x="780" y="55865"/>
                  </a:cubicBezTo>
                  <a:cubicBezTo>
                    <a:pt x="466" y="62492"/>
                    <a:pt x="780" y="69165"/>
                    <a:pt x="780" y="75819"/>
                  </a:cubicBezTo>
                  <a:cubicBezTo>
                    <a:pt x="780" y="82465"/>
                    <a:pt x="780" y="89120"/>
                    <a:pt x="780" y="95765"/>
                  </a:cubicBezTo>
                  <a:cubicBezTo>
                    <a:pt x="780" y="102411"/>
                    <a:pt x="780" y="109065"/>
                    <a:pt x="780" y="115711"/>
                  </a:cubicBezTo>
                  <a:cubicBezTo>
                    <a:pt x="780" y="122366"/>
                    <a:pt x="780" y="129011"/>
                    <a:pt x="780" y="135666"/>
                  </a:cubicBezTo>
                  <a:cubicBezTo>
                    <a:pt x="780" y="142311"/>
                    <a:pt x="780" y="148966"/>
                    <a:pt x="780" y="155612"/>
                  </a:cubicBezTo>
                  <a:cubicBezTo>
                    <a:pt x="780" y="162257"/>
                    <a:pt x="780" y="168912"/>
                    <a:pt x="780" y="175558"/>
                  </a:cubicBezTo>
                  <a:cubicBezTo>
                    <a:pt x="780" y="182212"/>
                    <a:pt x="780" y="188858"/>
                    <a:pt x="780" y="195512"/>
                  </a:cubicBezTo>
                  <a:cubicBezTo>
                    <a:pt x="780" y="202158"/>
                    <a:pt x="780" y="208813"/>
                    <a:pt x="780" y="215458"/>
                  </a:cubicBezTo>
                  <a:cubicBezTo>
                    <a:pt x="780" y="222104"/>
                    <a:pt x="780" y="228758"/>
                    <a:pt x="780" y="235404"/>
                  </a:cubicBezTo>
                  <a:cubicBezTo>
                    <a:pt x="780" y="242059"/>
                    <a:pt x="780" y="248704"/>
                    <a:pt x="780" y="255359"/>
                  </a:cubicBezTo>
                  <a:cubicBezTo>
                    <a:pt x="780" y="262005"/>
                    <a:pt x="780" y="268659"/>
                    <a:pt x="780" y="275305"/>
                  </a:cubicBezTo>
                  <a:cubicBezTo>
                    <a:pt x="780" y="281950"/>
                    <a:pt x="780" y="288605"/>
                    <a:pt x="780" y="295251"/>
                  </a:cubicBezTo>
                  <a:cubicBezTo>
                    <a:pt x="771" y="301905"/>
                    <a:pt x="0" y="308649"/>
                    <a:pt x="726" y="315196"/>
                  </a:cubicBezTo>
                  <a:cubicBezTo>
                    <a:pt x="1462" y="321743"/>
                    <a:pt x="2520" y="328604"/>
                    <a:pt x="5157" y="334532"/>
                  </a:cubicBezTo>
                  <a:cubicBezTo>
                    <a:pt x="7785" y="340461"/>
                    <a:pt x="11802" y="346326"/>
                    <a:pt x="16520" y="350756"/>
                  </a:cubicBezTo>
                  <a:cubicBezTo>
                    <a:pt x="21228" y="355178"/>
                    <a:pt x="27327" y="358945"/>
                    <a:pt x="33416" y="361097"/>
                  </a:cubicBezTo>
                  <a:cubicBezTo>
                    <a:pt x="39515" y="363240"/>
                    <a:pt x="46627" y="364137"/>
                    <a:pt x="53084" y="363653"/>
                  </a:cubicBezTo>
                  <a:cubicBezTo>
                    <a:pt x="59533" y="363169"/>
                    <a:pt x="66411" y="361205"/>
                    <a:pt x="72124" y="358182"/>
                  </a:cubicBezTo>
                  <a:cubicBezTo>
                    <a:pt x="77828" y="355160"/>
                    <a:pt x="83290" y="350550"/>
                    <a:pt x="87335" y="345501"/>
                  </a:cubicBezTo>
                  <a:cubicBezTo>
                    <a:pt x="91380" y="340461"/>
                    <a:pt x="94581" y="334120"/>
                    <a:pt x="96411" y="327896"/>
                  </a:cubicBezTo>
                  <a:cubicBezTo>
                    <a:pt x="98232" y="321663"/>
                    <a:pt x="97989" y="314748"/>
                    <a:pt x="98312" y="308129"/>
                  </a:cubicBezTo>
                  <a:cubicBezTo>
                    <a:pt x="98626" y="301511"/>
                    <a:pt x="98312" y="294829"/>
                    <a:pt x="98312" y="288183"/>
                  </a:cubicBezTo>
                  <a:cubicBezTo>
                    <a:pt x="98312" y="281529"/>
                    <a:pt x="98276" y="274883"/>
                    <a:pt x="98312" y="268238"/>
                  </a:cubicBezTo>
                  <a:cubicBezTo>
                    <a:pt x="98339" y="261583"/>
                    <a:pt x="98465" y="254937"/>
                    <a:pt x="98501" y="248292"/>
                  </a:cubicBezTo>
                  <a:cubicBezTo>
                    <a:pt x="98527" y="241637"/>
                    <a:pt x="98501" y="234992"/>
                    <a:pt x="98501" y="228346"/>
                  </a:cubicBezTo>
                  <a:cubicBezTo>
                    <a:pt x="98501" y="221700"/>
                    <a:pt x="98519" y="215055"/>
                    <a:pt x="98483" y="208400"/>
                  </a:cubicBezTo>
                  <a:cubicBezTo>
                    <a:pt x="98456" y="201754"/>
                    <a:pt x="98330" y="195109"/>
                    <a:pt x="98312" y="188463"/>
                  </a:cubicBezTo>
                  <a:cubicBezTo>
                    <a:pt x="98285" y="181809"/>
                    <a:pt x="98348" y="175163"/>
                    <a:pt x="98357" y="168517"/>
                  </a:cubicBezTo>
                  <a:cubicBezTo>
                    <a:pt x="98375" y="161872"/>
                    <a:pt x="98384" y="155217"/>
                    <a:pt x="98375" y="148571"/>
                  </a:cubicBezTo>
                  <a:cubicBezTo>
                    <a:pt x="98366" y="141926"/>
                    <a:pt x="98285" y="135280"/>
                    <a:pt x="98312" y="128626"/>
                  </a:cubicBezTo>
                  <a:cubicBezTo>
                    <a:pt x="98330" y="121980"/>
                    <a:pt x="98456" y="115334"/>
                    <a:pt x="98492" y="108680"/>
                  </a:cubicBezTo>
                  <a:cubicBezTo>
                    <a:pt x="98527" y="102034"/>
                    <a:pt x="98563" y="95389"/>
                    <a:pt x="98536" y="88743"/>
                  </a:cubicBezTo>
                  <a:cubicBezTo>
                    <a:pt x="98501" y="82088"/>
                    <a:pt x="98321" y="75443"/>
                    <a:pt x="98312" y="68797"/>
                  </a:cubicBezTo>
                  <a:cubicBezTo>
                    <a:pt x="98312" y="62142"/>
                    <a:pt x="99191" y="55389"/>
                    <a:pt x="98501" y="48851"/>
                  </a:cubicBezTo>
                  <a:cubicBezTo>
                    <a:pt x="97810" y="42304"/>
                    <a:pt x="96814" y="35416"/>
                    <a:pt x="94169" y="29524"/>
                  </a:cubicBezTo>
                  <a:cubicBezTo>
                    <a:pt x="91514" y="23632"/>
                    <a:pt x="87344" y="17865"/>
                    <a:pt x="82599" y="13471"/>
                  </a:cubicBezTo>
                  <a:cubicBezTo>
                    <a:pt x="77855" y="9076"/>
                    <a:pt x="71801" y="5309"/>
                    <a:pt x="65712" y="3139"/>
                  </a:cubicBezTo>
                  <a:cubicBezTo>
                    <a:pt x="59631" y="969"/>
                    <a:pt x="52519" y="0"/>
                    <a:pt x="46071" y="448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0" name="Inner right wave"/>
            <p:cNvSpPr/>
            <p:nvPr/>
          </p:nvSpPr>
          <p:spPr>
            <a:xfrm>
              <a:off x="7222659" y="2938335"/>
              <a:ext cx="118840" cy="428684"/>
            </a:xfrm>
            <a:custGeom>
              <a:avLst/>
              <a:gdLst/>
              <a:ahLst/>
              <a:cxnLst/>
              <a:rect l="l" t="t" r="r" b="b"/>
              <a:pathLst>
                <a:path w="118840" h="428684">
                  <a:moveTo>
                    <a:pt x="69337" y="602"/>
                  </a:moveTo>
                  <a:cubicBezTo>
                    <a:pt x="62896" y="1202"/>
                    <a:pt x="56017" y="3578"/>
                    <a:pt x="50403" y="6870"/>
                  </a:cubicBezTo>
                  <a:cubicBezTo>
                    <a:pt x="44788" y="10161"/>
                    <a:pt x="39587" y="15130"/>
                    <a:pt x="35650" y="20367"/>
                  </a:cubicBezTo>
                  <a:cubicBezTo>
                    <a:pt x="31712" y="25596"/>
                    <a:pt x="29004" y="32017"/>
                    <a:pt x="26780" y="38268"/>
                  </a:cubicBezTo>
                  <a:cubicBezTo>
                    <a:pt x="24547" y="44519"/>
                    <a:pt x="23793" y="51344"/>
                    <a:pt x="22296" y="57873"/>
                  </a:cubicBezTo>
                  <a:cubicBezTo>
                    <a:pt x="20798" y="64402"/>
                    <a:pt x="19282" y="70940"/>
                    <a:pt x="17775" y="77470"/>
                  </a:cubicBezTo>
                  <a:cubicBezTo>
                    <a:pt x="16260" y="83999"/>
                    <a:pt x="14735" y="90528"/>
                    <a:pt x="13211" y="97057"/>
                  </a:cubicBezTo>
                  <a:cubicBezTo>
                    <a:pt x="11677" y="103586"/>
                    <a:pt x="10090" y="110097"/>
                    <a:pt x="8592" y="116635"/>
                  </a:cubicBezTo>
                  <a:cubicBezTo>
                    <a:pt x="7085" y="123164"/>
                    <a:pt x="5435" y="129675"/>
                    <a:pt x="4197" y="136258"/>
                  </a:cubicBezTo>
                  <a:cubicBezTo>
                    <a:pt x="2960" y="142841"/>
                    <a:pt x="1722" y="149468"/>
                    <a:pt x="1148" y="156123"/>
                  </a:cubicBezTo>
                  <a:cubicBezTo>
                    <a:pt x="574" y="162786"/>
                    <a:pt x="798" y="169522"/>
                    <a:pt x="726" y="176221"/>
                  </a:cubicBezTo>
                  <a:cubicBezTo>
                    <a:pt x="655" y="182921"/>
                    <a:pt x="726" y="189629"/>
                    <a:pt x="726" y="196337"/>
                  </a:cubicBezTo>
                  <a:cubicBezTo>
                    <a:pt x="726" y="203037"/>
                    <a:pt x="726" y="209745"/>
                    <a:pt x="726" y="216445"/>
                  </a:cubicBezTo>
                  <a:cubicBezTo>
                    <a:pt x="726" y="223153"/>
                    <a:pt x="726" y="229853"/>
                    <a:pt x="726" y="236561"/>
                  </a:cubicBezTo>
                  <a:cubicBezTo>
                    <a:pt x="726" y="243260"/>
                    <a:pt x="726" y="249969"/>
                    <a:pt x="726" y="256668"/>
                  </a:cubicBezTo>
                  <a:cubicBezTo>
                    <a:pt x="726" y="263377"/>
                    <a:pt x="726" y="270076"/>
                    <a:pt x="726" y="276785"/>
                  </a:cubicBezTo>
                  <a:cubicBezTo>
                    <a:pt x="726" y="283484"/>
                    <a:pt x="726" y="290192"/>
                    <a:pt x="726" y="296892"/>
                  </a:cubicBezTo>
                  <a:cubicBezTo>
                    <a:pt x="726" y="303600"/>
                    <a:pt x="726" y="310300"/>
                    <a:pt x="726" y="317008"/>
                  </a:cubicBezTo>
                  <a:cubicBezTo>
                    <a:pt x="726" y="323707"/>
                    <a:pt x="726" y="330416"/>
                    <a:pt x="726" y="337115"/>
                  </a:cubicBezTo>
                  <a:cubicBezTo>
                    <a:pt x="726" y="343824"/>
                    <a:pt x="726" y="350523"/>
                    <a:pt x="726" y="357232"/>
                  </a:cubicBezTo>
                  <a:cubicBezTo>
                    <a:pt x="726" y="363931"/>
                    <a:pt x="726" y="370639"/>
                    <a:pt x="726" y="377339"/>
                  </a:cubicBezTo>
                  <a:cubicBezTo>
                    <a:pt x="726" y="384047"/>
                    <a:pt x="0" y="390890"/>
                    <a:pt x="726" y="397455"/>
                  </a:cubicBezTo>
                  <a:cubicBezTo>
                    <a:pt x="1453" y="404020"/>
                    <a:pt x="1659" y="411724"/>
                    <a:pt x="5094" y="416737"/>
                  </a:cubicBezTo>
                  <a:cubicBezTo>
                    <a:pt x="8538" y="421760"/>
                    <a:pt x="15471" y="426432"/>
                    <a:pt x="21372" y="427553"/>
                  </a:cubicBezTo>
                  <a:cubicBezTo>
                    <a:pt x="27282" y="428683"/>
                    <a:pt x="35587" y="426961"/>
                    <a:pt x="40528" y="423508"/>
                  </a:cubicBezTo>
                  <a:cubicBezTo>
                    <a:pt x="45461" y="420056"/>
                    <a:pt x="48708" y="412926"/>
                    <a:pt x="51004" y="406836"/>
                  </a:cubicBezTo>
                  <a:cubicBezTo>
                    <a:pt x="53291" y="400756"/>
                    <a:pt x="53192" y="393617"/>
                    <a:pt x="54268" y="386998"/>
                  </a:cubicBezTo>
                  <a:cubicBezTo>
                    <a:pt x="55344" y="380388"/>
                    <a:pt x="56412" y="373760"/>
                    <a:pt x="57470" y="367142"/>
                  </a:cubicBezTo>
                  <a:cubicBezTo>
                    <a:pt x="58528" y="360523"/>
                    <a:pt x="59560" y="353904"/>
                    <a:pt x="60627" y="347286"/>
                  </a:cubicBezTo>
                  <a:cubicBezTo>
                    <a:pt x="61694" y="340667"/>
                    <a:pt x="62779" y="334048"/>
                    <a:pt x="63891" y="327438"/>
                  </a:cubicBezTo>
                  <a:cubicBezTo>
                    <a:pt x="65003" y="320829"/>
                    <a:pt x="66151" y="314228"/>
                    <a:pt x="67317" y="307618"/>
                  </a:cubicBezTo>
                  <a:cubicBezTo>
                    <a:pt x="68483" y="301017"/>
                    <a:pt x="69703" y="294425"/>
                    <a:pt x="70878" y="287825"/>
                  </a:cubicBezTo>
                  <a:cubicBezTo>
                    <a:pt x="72044" y="281224"/>
                    <a:pt x="73147" y="274614"/>
                    <a:pt x="74357" y="268022"/>
                  </a:cubicBezTo>
                  <a:cubicBezTo>
                    <a:pt x="75559" y="261431"/>
                    <a:pt x="76860" y="254848"/>
                    <a:pt x="78115" y="248265"/>
                  </a:cubicBezTo>
                  <a:cubicBezTo>
                    <a:pt x="79380" y="241682"/>
                    <a:pt x="80591" y="235090"/>
                    <a:pt x="81900" y="228516"/>
                  </a:cubicBezTo>
                  <a:cubicBezTo>
                    <a:pt x="83209" y="221933"/>
                    <a:pt x="84608" y="215378"/>
                    <a:pt x="85963" y="208813"/>
                  </a:cubicBezTo>
                  <a:cubicBezTo>
                    <a:pt x="87317" y="202248"/>
                    <a:pt x="88617" y="195674"/>
                    <a:pt x="90016" y="189118"/>
                  </a:cubicBezTo>
                  <a:cubicBezTo>
                    <a:pt x="91407" y="182562"/>
                    <a:pt x="92886" y="176024"/>
                    <a:pt x="94321" y="169477"/>
                  </a:cubicBezTo>
                  <a:cubicBezTo>
                    <a:pt x="95756" y="162930"/>
                    <a:pt x="97227" y="156383"/>
                    <a:pt x="98635" y="149827"/>
                  </a:cubicBezTo>
                  <a:cubicBezTo>
                    <a:pt x="100034" y="143271"/>
                    <a:pt x="101362" y="136706"/>
                    <a:pt x="102734" y="130141"/>
                  </a:cubicBezTo>
                  <a:cubicBezTo>
                    <a:pt x="104106" y="123576"/>
                    <a:pt x="105496" y="117020"/>
                    <a:pt x="106877" y="110464"/>
                  </a:cubicBezTo>
                  <a:cubicBezTo>
                    <a:pt x="108258" y="103900"/>
                    <a:pt x="109648" y="97344"/>
                    <a:pt x="111038" y="90788"/>
                  </a:cubicBezTo>
                  <a:cubicBezTo>
                    <a:pt x="112429" y="84223"/>
                    <a:pt x="113926" y="77685"/>
                    <a:pt x="115209" y="71111"/>
                  </a:cubicBezTo>
                  <a:cubicBezTo>
                    <a:pt x="116491" y="64537"/>
                    <a:pt x="118626" y="57909"/>
                    <a:pt x="118733" y="51318"/>
                  </a:cubicBezTo>
                  <a:cubicBezTo>
                    <a:pt x="118841" y="44726"/>
                    <a:pt x="118034" y="37712"/>
                    <a:pt x="115837" y="31560"/>
                  </a:cubicBezTo>
                  <a:cubicBezTo>
                    <a:pt x="113648" y="25417"/>
                    <a:pt x="110052" y="19157"/>
                    <a:pt x="105586" y="14439"/>
                  </a:cubicBezTo>
                  <a:cubicBezTo>
                    <a:pt x="101119" y="9722"/>
                    <a:pt x="95102" y="5569"/>
                    <a:pt x="89057" y="3265"/>
                  </a:cubicBezTo>
                  <a:cubicBezTo>
                    <a:pt x="83012" y="951"/>
                    <a:pt x="75783" y="0"/>
                    <a:pt x="69335" y="60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1" name="Outer right wave"/>
            <p:cNvSpPr/>
            <p:nvPr/>
          </p:nvSpPr>
          <p:spPr>
            <a:xfrm>
              <a:off x="7304113" y="2801645"/>
              <a:ext cx="228257" cy="502190"/>
            </a:xfrm>
            <a:custGeom>
              <a:avLst/>
              <a:gdLst/>
              <a:ahLst/>
              <a:cxnLst/>
              <a:rect l="l" t="t" r="r" b="b"/>
              <a:pathLst>
                <a:path w="228257" h="502190">
                  <a:moveTo>
                    <a:pt x="160526" y="490"/>
                  </a:moveTo>
                  <a:cubicBezTo>
                    <a:pt x="153962" y="978"/>
                    <a:pt x="147208" y="2637"/>
                    <a:pt x="141065" y="5022"/>
                  </a:cubicBezTo>
                  <a:cubicBezTo>
                    <a:pt x="134921" y="7417"/>
                    <a:pt x="128886" y="10807"/>
                    <a:pt x="123648" y="14807"/>
                  </a:cubicBezTo>
                  <a:cubicBezTo>
                    <a:pt x="118411" y="18816"/>
                    <a:pt x="113594" y="23775"/>
                    <a:pt x="109648" y="29067"/>
                  </a:cubicBezTo>
                  <a:cubicBezTo>
                    <a:pt x="105702" y="34358"/>
                    <a:pt x="102536" y="40448"/>
                    <a:pt x="99962" y="46555"/>
                  </a:cubicBezTo>
                  <a:cubicBezTo>
                    <a:pt x="97388" y="52672"/>
                    <a:pt x="96025" y="59326"/>
                    <a:pt x="94205" y="65748"/>
                  </a:cubicBezTo>
                  <a:cubicBezTo>
                    <a:pt x="92384" y="72178"/>
                    <a:pt x="90770" y="78671"/>
                    <a:pt x="89048" y="85129"/>
                  </a:cubicBezTo>
                  <a:cubicBezTo>
                    <a:pt x="87335" y="91595"/>
                    <a:pt x="85613" y="98052"/>
                    <a:pt x="83891" y="104509"/>
                  </a:cubicBezTo>
                  <a:cubicBezTo>
                    <a:pt x="82169" y="110967"/>
                    <a:pt x="80456" y="117433"/>
                    <a:pt x="78725" y="123890"/>
                  </a:cubicBezTo>
                  <a:cubicBezTo>
                    <a:pt x="76985" y="130348"/>
                    <a:pt x="75209" y="136787"/>
                    <a:pt x="73488" y="143244"/>
                  </a:cubicBezTo>
                  <a:cubicBezTo>
                    <a:pt x="71766" y="149701"/>
                    <a:pt x="70071" y="156177"/>
                    <a:pt x="68384" y="162643"/>
                  </a:cubicBezTo>
                  <a:cubicBezTo>
                    <a:pt x="66707" y="169109"/>
                    <a:pt x="65066" y="175593"/>
                    <a:pt x="63398" y="182069"/>
                  </a:cubicBezTo>
                  <a:cubicBezTo>
                    <a:pt x="61730" y="188544"/>
                    <a:pt x="60053" y="195010"/>
                    <a:pt x="58394" y="201485"/>
                  </a:cubicBezTo>
                  <a:cubicBezTo>
                    <a:pt x="56743" y="207961"/>
                    <a:pt x="55093" y="214445"/>
                    <a:pt x="53488" y="220929"/>
                  </a:cubicBezTo>
                  <a:cubicBezTo>
                    <a:pt x="51874" y="227422"/>
                    <a:pt x="50331" y="233924"/>
                    <a:pt x="48744" y="240417"/>
                  </a:cubicBezTo>
                  <a:cubicBezTo>
                    <a:pt x="47156" y="246911"/>
                    <a:pt x="45506" y="253386"/>
                    <a:pt x="43945" y="259888"/>
                  </a:cubicBezTo>
                  <a:cubicBezTo>
                    <a:pt x="42385" y="266390"/>
                    <a:pt x="40887" y="272901"/>
                    <a:pt x="39398" y="279421"/>
                  </a:cubicBezTo>
                  <a:cubicBezTo>
                    <a:pt x="37901" y="285932"/>
                    <a:pt x="36466" y="292461"/>
                    <a:pt x="34977" y="298981"/>
                  </a:cubicBezTo>
                  <a:cubicBezTo>
                    <a:pt x="33488" y="305502"/>
                    <a:pt x="31973" y="312004"/>
                    <a:pt x="30466" y="318524"/>
                  </a:cubicBezTo>
                  <a:cubicBezTo>
                    <a:pt x="28959" y="325035"/>
                    <a:pt x="27435" y="331546"/>
                    <a:pt x="25946" y="338057"/>
                  </a:cubicBezTo>
                  <a:cubicBezTo>
                    <a:pt x="24448" y="344577"/>
                    <a:pt x="22977" y="351097"/>
                    <a:pt x="21515" y="357617"/>
                  </a:cubicBezTo>
                  <a:cubicBezTo>
                    <a:pt x="20045" y="364137"/>
                    <a:pt x="18601" y="370666"/>
                    <a:pt x="17130" y="377186"/>
                  </a:cubicBezTo>
                  <a:cubicBezTo>
                    <a:pt x="15668" y="383706"/>
                    <a:pt x="14170" y="390227"/>
                    <a:pt x="12717" y="396747"/>
                  </a:cubicBezTo>
                  <a:cubicBezTo>
                    <a:pt x="11264" y="403276"/>
                    <a:pt x="9856" y="409814"/>
                    <a:pt x="8421" y="416343"/>
                  </a:cubicBezTo>
                  <a:cubicBezTo>
                    <a:pt x="6986" y="422863"/>
                    <a:pt x="5471" y="429383"/>
                    <a:pt x="4099" y="435921"/>
                  </a:cubicBezTo>
                  <a:cubicBezTo>
                    <a:pt x="2717" y="442459"/>
                    <a:pt x="332" y="449024"/>
                    <a:pt x="161" y="455571"/>
                  </a:cubicBezTo>
                  <a:cubicBezTo>
                    <a:pt x="0" y="462127"/>
                    <a:pt x="700" y="469275"/>
                    <a:pt x="3103" y="475256"/>
                  </a:cubicBezTo>
                  <a:cubicBezTo>
                    <a:pt x="5507" y="481238"/>
                    <a:pt x="9740" y="487229"/>
                    <a:pt x="14574" y="491462"/>
                  </a:cubicBezTo>
                  <a:cubicBezTo>
                    <a:pt x="19417" y="495696"/>
                    <a:pt x="25919" y="499148"/>
                    <a:pt x="32143" y="500673"/>
                  </a:cubicBezTo>
                  <a:cubicBezTo>
                    <a:pt x="38376" y="502189"/>
                    <a:pt x="45757" y="502180"/>
                    <a:pt x="51963" y="500583"/>
                  </a:cubicBezTo>
                  <a:cubicBezTo>
                    <a:pt x="58169" y="498978"/>
                    <a:pt x="64420" y="495283"/>
                    <a:pt x="69371" y="491077"/>
                  </a:cubicBezTo>
                  <a:cubicBezTo>
                    <a:pt x="74331" y="486871"/>
                    <a:pt x="78178" y="480960"/>
                    <a:pt x="81703" y="475337"/>
                  </a:cubicBezTo>
                  <a:cubicBezTo>
                    <a:pt x="85236" y="469723"/>
                    <a:pt x="87954" y="463508"/>
                    <a:pt x="90572" y="457373"/>
                  </a:cubicBezTo>
                  <a:cubicBezTo>
                    <a:pt x="93191" y="451239"/>
                    <a:pt x="95128" y="444800"/>
                    <a:pt x="97406" y="438522"/>
                  </a:cubicBezTo>
                  <a:cubicBezTo>
                    <a:pt x="99693" y="432244"/>
                    <a:pt x="102007" y="425966"/>
                    <a:pt x="104285" y="419679"/>
                  </a:cubicBezTo>
                  <a:cubicBezTo>
                    <a:pt x="106563" y="413401"/>
                    <a:pt x="108823" y="407105"/>
                    <a:pt x="111092" y="400818"/>
                  </a:cubicBezTo>
                  <a:cubicBezTo>
                    <a:pt x="113361" y="394531"/>
                    <a:pt x="115639" y="388245"/>
                    <a:pt x="117899" y="381958"/>
                  </a:cubicBezTo>
                  <a:cubicBezTo>
                    <a:pt x="120159" y="375662"/>
                    <a:pt x="122393" y="369366"/>
                    <a:pt x="124653" y="363070"/>
                  </a:cubicBezTo>
                  <a:cubicBezTo>
                    <a:pt x="126904" y="356774"/>
                    <a:pt x="129164" y="350487"/>
                    <a:pt x="131415" y="344191"/>
                  </a:cubicBezTo>
                  <a:cubicBezTo>
                    <a:pt x="133675" y="337905"/>
                    <a:pt x="135935" y="331609"/>
                    <a:pt x="138186" y="325313"/>
                  </a:cubicBezTo>
                  <a:cubicBezTo>
                    <a:pt x="140437" y="319026"/>
                    <a:pt x="142670" y="312721"/>
                    <a:pt x="144930" y="306434"/>
                  </a:cubicBezTo>
                  <a:cubicBezTo>
                    <a:pt x="147190" y="300138"/>
                    <a:pt x="149486" y="293860"/>
                    <a:pt x="151755" y="287574"/>
                  </a:cubicBezTo>
                  <a:cubicBezTo>
                    <a:pt x="154024" y="281287"/>
                    <a:pt x="156284" y="274991"/>
                    <a:pt x="158535" y="268704"/>
                  </a:cubicBezTo>
                  <a:cubicBezTo>
                    <a:pt x="160795" y="262408"/>
                    <a:pt x="163064" y="256121"/>
                    <a:pt x="165316" y="249825"/>
                  </a:cubicBezTo>
                  <a:cubicBezTo>
                    <a:pt x="167567" y="243529"/>
                    <a:pt x="169800" y="237234"/>
                    <a:pt x="172051" y="230938"/>
                  </a:cubicBezTo>
                  <a:cubicBezTo>
                    <a:pt x="174302" y="224642"/>
                    <a:pt x="176580" y="218355"/>
                    <a:pt x="178840" y="212068"/>
                  </a:cubicBezTo>
                  <a:cubicBezTo>
                    <a:pt x="181100" y="205781"/>
                    <a:pt x="183351" y="199485"/>
                    <a:pt x="185620" y="193199"/>
                  </a:cubicBezTo>
                  <a:cubicBezTo>
                    <a:pt x="187889" y="186912"/>
                    <a:pt x="190203" y="180634"/>
                    <a:pt x="192472" y="174347"/>
                  </a:cubicBezTo>
                  <a:cubicBezTo>
                    <a:pt x="194741" y="168060"/>
                    <a:pt x="196974" y="161764"/>
                    <a:pt x="199234" y="155468"/>
                  </a:cubicBezTo>
                  <a:cubicBezTo>
                    <a:pt x="201485" y="149172"/>
                    <a:pt x="203763" y="142885"/>
                    <a:pt x="205979" y="136581"/>
                  </a:cubicBezTo>
                  <a:cubicBezTo>
                    <a:pt x="208194" y="130276"/>
                    <a:pt x="210346" y="123944"/>
                    <a:pt x="212535" y="117630"/>
                  </a:cubicBezTo>
                  <a:cubicBezTo>
                    <a:pt x="214732" y="111316"/>
                    <a:pt x="216992" y="105021"/>
                    <a:pt x="219126" y="98689"/>
                  </a:cubicBezTo>
                  <a:cubicBezTo>
                    <a:pt x="221252" y="92348"/>
                    <a:pt x="223835" y="86079"/>
                    <a:pt x="225315" y="79613"/>
                  </a:cubicBezTo>
                  <a:cubicBezTo>
                    <a:pt x="226794" y="73138"/>
                    <a:pt x="228256" y="66411"/>
                    <a:pt x="228014" y="59864"/>
                  </a:cubicBezTo>
                  <a:cubicBezTo>
                    <a:pt x="227763" y="53317"/>
                    <a:pt x="226202" y="46466"/>
                    <a:pt x="223835" y="40331"/>
                  </a:cubicBezTo>
                  <a:cubicBezTo>
                    <a:pt x="221467" y="34197"/>
                    <a:pt x="217969" y="28143"/>
                    <a:pt x="213808" y="23058"/>
                  </a:cubicBezTo>
                  <a:cubicBezTo>
                    <a:pt x="209647" y="17973"/>
                    <a:pt x="204409" y="13318"/>
                    <a:pt x="198849" y="9820"/>
                  </a:cubicBezTo>
                  <a:cubicBezTo>
                    <a:pt x="193288" y="6323"/>
                    <a:pt x="186822" y="3641"/>
                    <a:pt x="180436" y="2081"/>
                  </a:cubicBezTo>
                  <a:cubicBezTo>
                    <a:pt x="174051" y="529"/>
                    <a:pt x="167091" y="0"/>
                    <a:pt x="160526" y="493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12" name="Text 9"/>
          <p:cNvSpPr txBox="1"/>
          <p:nvPr/>
        </p:nvSpPr>
        <p:spPr>
          <a:xfrm>
            <a:off x="6400800" y="3840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64 px</a:t>
            </a:r>
            <a:endParaRPr lang="en-US" sz="1200" dirty="0"/>
          </a:p>
        </p:txBody>
      </p:sp>
      <p:sp>
        <p:nvSpPr>
          <p:cNvPr id="13" name="Icon 48px"/>
          <p:cNvSpPr/>
          <p:nvPr/>
        </p:nvSpPr>
        <p:spPr>
          <a:xfrm>
            <a:off x="8110728" y="2843784"/>
            <a:ext cx="859536" cy="859536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</p:sp>
      <p:grpSp>
        <p:nvGrpSpPr>
          <p:cNvPr id="43" name="VCA symbol"/>
          <p:cNvGrpSpPr/>
          <p:nvPr/>
        </p:nvGrpSpPr>
        <p:grpSpPr>
          <a:xfrm>
            <a:off x="8256849" y="3025260"/>
            <a:ext cx="567294" cy="496584"/>
            <a:chOff x="8256849" y="3025260"/>
            <a:chExt cx="567294" cy="496584"/>
          </a:xfrm>
        </p:grpSpPr>
        <p:sp>
          <p:nvSpPr>
            <p:cNvPr id="14" name="Outer left wave"/>
            <p:cNvSpPr/>
            <p:nvPr/>
          </p:nvSpPr>
          <p:spPr>
            <a:xfrm>
              <a:off x="8256849" y="3025359"/>
              <a:ext cx="171449" cy="377713"/>
            </a:xfrm>
            <a:custGeom>
              <a:avLst/>
              <a:gdLst/>
              <a:ahLst/>
              <a:cxnLst/>
              <a:rect l="l" t="t" r="r" b="b"/>
              <a:pathLst>
                <a:path w="171449" h="377713">
                  <a:moveTo>
                    <a:pt x="48644" y="97"/>
                  </a:moveTo>
                  <a:cubicBezTo>
                    <a:pt x="43696" y="0"/>
                    <a:pt x="38490" y="620"/>
                    <a:pt x="33748" y="2030"/>
                  </a:cubicBezTo>
                  <a:cubicBezTo>
                    <a:pt x="29007" y="3446"/>
                    <a:pt x="24259" y="5739"/>
                    <a:pt x="20206" y="8572"/>
                  </a:cubicBezTo>
                  <a:cubicBezTo>
                    <a:pt x="16159" y="11405"/>
                    <a:pt x="12382" y="15067"/>
                    <a:pt x="9429" y="19032"/>
                  </a:cubicBezTo>
                  <a:cubicBezTo>
                    <a:pt x="6475" y="22998"/>
                    <a:pt x="4040" y="27672"/>
                    <a:pt x="2482" y="32366"/>
                  </a:cubicBezTo>
                  <a:cubicBezTo>
                    <a:pt x="924" y="37060"/>
                    <a:pt x="0" y="42273"/>
                    <a:pt x="67" y="47203"/>
                  </a:cubicBezTo>
                  <a:cubicBezTo>
                    <a:pt x="142" y="52133"/>
                    <a:pt x="1639" y="57104"/>
                    <a:pt x="2907" y="61946"/>
                  </a:cubicBezTo>
                  <a:cubicBezTo>
                    <a:pt x="4168" y="66789"/>
                    <a:pt x="6043" y="71503"/>
                    <a:pt x="7655" y="76264"/>
                  </a:cubicBezTo>
                  <a:cubicBezTo>
                    <a:pt x="9260" y="81033"/>
                    <a:pt x="10919" y="85780"/>
                    <a:pt x="12571" y="90528"/>
                  </a:cubicBezTo>
                  <a:cubicBezTo>
                    <a:pt x="14217" y="95276"/>
                    <a:pt x="15883" y="100024"/>
                    <a:pt x="17555" y="104766"/>
                  </a:cubicBezTo>
                  <a:cubicBezTo>
                    <a:pt x="19228" y="109514"/>
                    <a:pt x="20921" y="114241"/>
                    <a:pt x="22600" y="118983"/>
                  </a:cubicBezTo>
                  <a:cubicBezTo>
                    <a:pt x="24279" y="123724"/>
                    <a:pt x="25945" y="128472"/>
                    <a:pt x="27631" y="133206"/>
                  </a:cubicBezTo>
                  <a:cubicBezTo>
                    <a:pt x="29317" y="137948"/>
                    <a:pt x="31003" y="142682"/>
                    <a:pt x="32703" y="147416"/>
                  </a:cubicBezTo>
                  <a:cubicBezTo>
                    <a:pt x="34403" y="152144"/>
                    <a:pt x="36136" y="156865"/>
                    <a:pt x="37842" y="161600"/>
                  </a:cubicBezTo>
                  <a:cubicBezTo>
                    <a:pt x="39548" y="166327"/>
                    <a:pt x="41241" y="171069"/>
                    <a:pt x="42941" y="175796"/>
                  </a:cubicBezTo>
                  <a:cubicBezTo>
                    <a:pt x="44640" y="180531"/>
                    <a:pt x="46340" y="185265"/>
                    <a:pt x="48053" y="189993"/>
                  </a:cubicBezTo>
                  <a:cubicBezTo>
                    <a:pt x="49766" y="194721"/>
                    <a:pt x="51520" y="199435"/>
                    <a:pt x="53219" y="204163"/>
                  </a:cubicBezTo>
                  <a:cubicBezTo>
                    <a:pt x="54925" y="208897"/>
                    <a:pt x="56571" y="213645"/>
                    <a:pt x="58264" y="218380"/>
                  </a:cubicBezTo>
                  <a:cubicBezTo>
                    <a:pt x="59963" y="223114"/>
                    <a:pt x="61703" y="227835"/>
                    <a:pt x="63403" y="232563"/>
                  </a:cubicBezTo>
                  <a:cubicBezTo>
                    <a:pt x="65096" y="237297"/>
                    <a:pt x="66762" y="242045"/>
                    <a:pt x="68448" y="246780"/>
                  </a:cubicBezTo>
                  <a:cubicBezTo>
                    <a:pt x="70141" y="251514"/>
                    <a:pt x="71847" y="256249"/>
                    <a:pt x="73546" y="260977"/>
                  </a:cubicBezTo>
                  <a:cubicBezTo>
                    <a:pt x="75246" y="265711"/>
                    <a:pt x="76952" y="270446"/>
                    <a:pt x="78652" y="275180"/>
                  </a:cubicBezTo>
                  <a:cubicBezTo>
                    <a:pt x="80345" y="279908"/>
                    <a:pt x="82037" y="284649"/>
                    <a:pt x="83737" y="289377"/>
                  </a:cubicBezTo>
                  <a:cubicBezTo>
                    <a:pt x="85437" y="294111"/>
                    <a:pt x="87136" y="298846"/>
                    <a:pt x="88849" y="303574"/>
                  </a:cubicBezTo>
                  <a:cubicBezTo>
                    <a:pt x="90562" y="308301"/>
                    <a:pt x="92295" y="313022"/>
                    <a:pt x="94002" y="317750"/>
                  </a:cubicBezTo>
                  <a:cubicBezTo>
                    <a:pt x="95708" y="322484"/>
                    <a:pt x="97354" y="327232"/>
                    <a:pt x="99073" y="331960"/>
                  </a:cubicBezTo>
                  <a:cubicBezTo>
                    <a:pt x="100787" y="336688"/>
                    <a:pt x="102250" y="341530"/>
                    <a:pt x="104294" y="346110"/>
                  </a:cubicBezTo>
                  <a:cubicBezTo>
                    <a:pt x="106337" y="350689"/>
                    <a:pt x="108522" y="355322"/>
                    <a:pt x="111341" y="359436"/>
                  </a:cubicBezTo>
                  <a:cubicBezTo>
                    <a:pt x="114154" y="363544"/>
                    <a:pt x="117270" y="367880"/>
                    <a:pt x="121174" y="370787"/>
                  </a:cubicBezTo>
                  <a:cubicBezTo>
                    <a:pt x="125086" y="373694"/>
                    <a:pt x="130050" y="376034"/>
                    <a:pt x="134791" y="376870"/>
                  </a:cubicBezTo>
                  <a:cubicBezTo>
                    <a:pt x="139539" y="377713"/>
                    <a:pt x="145083" y="377336"/>
                    <a:pt x="149662" y="375825"/>
                  </a:cubicBezTo>
                  <a:cubicBezTo>
                    <a:pt x="154235" y="374314"/>
                    <a:pt x="158868" y="371273"/>
                    <a:pt x="162261" y="367813"/>
                  </a:cubicBezTo>
                  <a:cubicBezTo>
                    <a:pt x="165646" y="364346"/>
                    <a:pt x="168533" y="359639"/>
                    <a:pt x="169990" y="355026"/>
                  </a:cubicBezTo>
                  <a:cubicBezTo>
                    <a:pt x="171446" y="350413"/>
                    <a:pt x="171332" y="345078"/>
                    <a:pt x="171001" y="340134"/>
                  </a:cubicBezTo>
                  <a:cubicBezTo>
                    <a:pt x="170671" y="335191"/>
                    <a:pt x="169039" y="330274"/>
                    <a:pt x="168000" y="325351"/>
                  </a:cubicBezTo>
                  <a:cubicBezTo>
                    <a:pt x="166968" y="320427"/>
                    <a:pt x="165869" y="315524"/>
                    <a:pt x="164796" y="310608"/>
                  </a:cubicBezTo>
                  <a:cubicBezTo>
                    <a:pt x="163724" y="305698"/>
                    <a:pt x="162645" y="300781"/>
                    <a:pt x="161579" y="295872"/>
                  </a:cubicBezTo>
                  <a:cubicBezTo>
                    <a:pt x="160507" y="290955"/>
                    <a:pt x="159489" y="286032"/>
                    <a:pt x="158376" y="281129"/>
                  </a:cubicBezTo>
                  <a:cubicBezTo>
                    <a:pt x="157256" y="276225"/>
                    <a:pt x="156015" y="271349"/>
                    <a:pt x="154882" y="266453"/>
                  </a:cubicBezTo>
                  <a:cubicBezTo>
                    <a:pt x="153743" y="261550"/>
                    <a:pt x="152670" y="256640"/>
                    <a:pt x="151571" y="251737"/>
                  </a:cubicBezTo>
                  <a:cubicBezTo>
                    <a:pt x="150465" y="246827"/>
                    <a:pt x="149379" y="241917"/>
                    <a:pt x="148260" y="237014"/>
                  </a:cubicBezTo>
                  <a:cubicBezTo>
                    <a:pt x="147147" y="232111"/>
                    <a:pt x="146000" y="227215"/>
                    <a:pt x="144867" y="222318"/>
                  </a:cubicBezTo>
                  <a:cubicBezTo>
                    <a:pt x="143741" y="217415"/>
                    <a:pt x="142635" y="212512"/>
                    <a:pt x="141488" y="207616"/>
                  </a:cubicBezTo>
                  <a:cubicBezTo>
                    <a:pt x="140348" y="202720"/>
                    <a:pt x="139175" y="197823"/>
                    <a:pt x="138008" y="192934"/>
                  </a:cubicBezTo>
                  <a:cubicBezTo>
                    <a:pt x="136841" y="188044"/>
                    <a:pt x="135668" y="183154"/>
                    <a:pt x="134488" y="178265"/>
                  </a:cubicBezTo>
                  <a:cubicBezTo>
                    <a:pt x="133314" y="173375"/>
                    <a:pt x="132174" y="168479"/>
                    <a:pt x="130954" y="163596"/>
                  </a:cubicBezTo>
                  <a:cubicBezTo>
                    <a:pt x="129733" y="158720"/>
                    <a:pt x="128425" y="153864"/>
                    <a:pt x="127163" y="148995"/>
                  </a:cubicBezTo>
                  <a:cubicBezTo>
                    <a:pt x="125902" y="144125"/>
                    <a:pt x="124655" y="139256"/>
                    <a:pt x="123400" y="134387"/>
                  </a:cubicBezTo>
                  <a:cubicBezTo>
                    <a:pt x="122146" y="129517"/>
                    <a:pt x="120911" y="124641"/>
                    <a:pt x="119637" y="119778"/>
                  </a:cubicBezTo>
                  <a:cubicBezTo>
                    <a:pt x="118355" y="114916"/>
                    <a:pt x="117033" y="110067"/>
                    <a:pt x="115725" y="105211"/>
                  </a:cubicBezTo>
                  <a:cubicBezTo>
                    <a:pt x="114423" y="100348"/>
                    <a:pt x="113102" y="95499"/>
                    <a:pt x="111807" y="90636"/>
                  </a:cubicBezTo>
                  <a:cubicBezTo>
                    <a:pt x="110512" y="85780"/>
                    <a:pt x="109264" y="80911"/>
                    <a:pt x="107962" y="76049"/>
                  </a:cubicBezTo>
                  <a:cubicBezTo>
                    <a:pt x="106668" y="71193"/>
                    <a:pt x="105332" y="66343"/>
                    <a:pt x="104031" y="61488"/>
                  </a:cubicBezTo>
                  <a:cubicBezTo>
                    <a:pt x="102729" y="56632"/>
                    <a:pt x="101555" y="51729"/>
                    <a:pt x="100146" y="46906"/>
                  </a:cubicBezTo>
                  <a:cubicBezTo>
                    <a:pt x="98736" y="42084"/>
                    <a:pt x="97603" y="37100"/>
                    <a:pt x="95553" y="32561"/>
                  </a:cubicBezTo>
                  <a:cubicBezTo>
                    <a:pt x="93503" y="28022"/>
                    <a:pt x="90960" y="23531"/>
                    <a:pt x="87851" y="19660"/>
                  </a:cubicBezTo>
                  <a:cubicBezTo>
                    <a:pt x="84749" y="15782"/>
                    <a:pt x="80985" y="12167"/>
                    <a:pt x="76919" y="9327"/>
                  </a:cubicBezTo>
                  <a:cubicBezTo>
                    <a:pt x="72852" y="6481"/>
                    <a:pt x="68164" y="4154"/>
                    <a:pt x="63450" y="2617"/>
                  </a:cubicBezTo>
                  <a:cubicBezTo>
                    <a:pt x="58736" y="1079"/>
                    <a:pt x="53597" y="196"/>
                    <a:pt x="48646" y="94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5" name="Inner left wave"/>
            <p:cNvSpPr/>
            <p:nvPr/>
          </p:nvSpPr>
          <p:spPr>
            <a:xfrm>
              <a:off x="8400087" y="3127995"/>
              <a:ext cx="89427" cy="322375"/>
            </a:xfrm>
            <a:custGeom>
              <a:avLst/>
              <a:gdLst/>
              <a:ahLst/>
              <a:cxnLst/>
              <a:rect l="l" t="t" r="r" b="b"/>
              <a:pathLst>
                <a:path w="89427" h="322375">
                  <a:moveTo>
                    <a:pt x="32367" y="299"/>
                  </a:moveTo>
                  <a:cubicBezTo>
                    <a:pt x="27510" y="600"/>
                    <a:pt x="22229" y="2212"/>
                    <a:pt x="17994" y="4627"/>
                  </a:cubicBezTo>
                  <a:cubicBezTo>
                    <a:pt x="13758" y="7048"/>
                    <a:pt x="9806" y="10811"/>
                    <a:pt x="6974" y="14804"/>
                  </a:cubicBezTo>
                  <a:cubicBezTo>
                    <a:pt x="4141" y="18796"/>
                    <a:pt x="2023" y="23787"/>
                    <a:pt x="1012" y="28582"/>
                  </a:cubicBezTo>
                  <a:cubicBezTo>
                    <a:pt x="0" y="33377"/>
                    <a:pt x="418" y="38598"/>
                    <a:pt x="904" y="43568"/>
                  </a:cubicBezTo>
                  <a:cubicBezTo>
                    <a:pt x="1383" y="48539"/>
                    <a:pt x="2873" y="53462"/>
                    <a:pt x="3905" y="58399"/>
                  </a:cubicBezTo>
                  <a:cubicBezTo>
                    <a:pt x="4937" y="63336"/>
                    <a:pt x="6050" y="68252"/>
                    <a:pt x="7102" y="73189"/>
                  </a:cubicBezTo>
                  <a:cubicBezTo>
                    <a:pt x="8154" y="78119"/>
                    <a:pt x="9179" y="83056"/>
                    <a:pt x="10204" y="87993"/>
                  </a:cubicBezTo>
                  <a:cubicBezTo>
                    <a:pt x="11236" y="92929"/>
                    <a:pt x="12234" y="97873"/>
                    <a:pt x="13279" y="102810"/>
                  </a:cubicBezTo>
                  <a:cubicBezTo>
                    <a:pt x="14318" y="107740"/>
                    <a:pt x="15404" y="112663"/>
                    <a:pt x="16456" y="117600"/>
                  </a:cubicBezTo>
                  <a:cubicBezTo>
                    <a:pt x="17508" y="122530"/>
                    <a:pt x="18574" y="127460"/>
                    <a:pt x="19599" y="132397"/>
                  </a:cubicBezTo>
                  <a:cubicBezTo>
                    <a:pt x="20631" y="137334"/>
                    <a:pt x="21609" y="142284"/>
                    <a:pt x="22641" y="147221"/>
                  </a:cubicBezTo>
                  <a:cubicBezTo>
                    <a:pt x="23666" y="152158"/>
                    <a:pt x="24758" y="157081"/>
                    <a:pt x="25770" y="162018"/>
                  </a:cubicBezTo>
                  <a:cubicBezTo>
                    <a:pt x="26788" y="166961"/>
                    <a:pt x="27766" y="171905"/>
                    <a:pt x="28731" y="176855"/>
                  </a:cubicBezTo>
                  <a:cubicBezTo>
                    <a:pt x="29688" y="181806"/>
                    <a:pt x="30626" y="186763"/>
                    <a:pt x="31550" y="191720"/>
                  </a:cubicBezTo>
                  <a:cubicBezTo>
                    <a:pt x="32474" y="196677"/>
                    <a:pt x="33377" y="201640"/>
                    <a:pt x="34281" y="206604"/>
                  </a:cubicBezTo>
                  <a:cubicBezTo>
                    <a:pt x="35185" y="211561"/>
                    <a:pt x="36089" y="216525"/>
                    <a:pt x="36965" y="221489"/>
                  </a:cubicBezTo>
                  <a:cubicBezTo>
                    <a:pt x="37849" y="226459"/>
                    <a:pt x="38712" y="231430"/>
                    <a:pt x="39555" y="236400"/>
                  </a:cubicBezTo>
                  <a:cubicBezTo>
                    <a:pt x="40398" y="241371"/>
                    <a:pt x="41235" y="246342"/>
                    <a:pt x="42037" y="251326"/>
                  </a:cubicBezTo>
                  <a:cubicBezTo>
                    <a:pt x="42840" y="256303"/>
                    <a:pt x="43582" y="261287"/>
                    <a:pt x="44377" y="266271"/>
                  </a:cubicBezTo>
                  <a:cubicBezTo>
                    <a:pt x="45180" y="271248"/>
                    <a:pt x="46036" y="276219"/>
                    <a:pt x="46826" y="281203"/>
                  </a:cubicBezTo>
                  <a:cubicBezTo>
                    <a:pt x="47615" y="286180"/>
                    <a:pt x="48181" y="291211"/>
                    <a:pt x="49119" y="296155"/>
                  </a:cubicBezTo>
                  <a:cubicBezTo>
                    <a:pt x="50063" y="301098"/>
                    <a:pt x="50117" y="306737"/>
                    <a:pt x="52470" y="310851"/>
                  </a:cubicBezTo>
                  <a:cubicBezTo>
                    <a:pt x="54824" y="314965"/>
                    <a:pt x="58992" y="319315"/>
                    <a:pt x="63241" y="320846"/>
                  </a:cubicBezTo>
                  <a:cubicBezTo>
                    <a:pt x="67490" y="322377"/>
                    <a:pt x="73897" y="322012"/>
                    <a:pt x="77957" y="320023"/>
                  </a:cubicBezTo>
                  <a:cubicBezTo>
                    <a:pt x="82017" y="318040"/>
                    <a:pt x="85794" y="313272"/>
                    <a:pt x="87608" y="308922"/>
                  </a:cubicBezTo>
                  <a:cubicBezTo>
                    <a:pt x="89429" y="304572"/>
                    <a:pt x="88647" y="298947"/>
                    <a:pt x="88849" y="293929"/>
                  </a:cubicBezTo>
                  <a:cubicBezTo>
                    <a:pt x="89058" y="288905"/>
                    <a:pt x="88849" y="283840"/>
                    <a:pt x="88849" y="278795"/>
                  </a:cubicBezTo>
                  <a:cubicBezTo>
                    <a:pt x="88849" y="273750"/>
                    <a:pt x="88849" y="268712"/>
                    <a:pt x="88849" y="263668"/>
                  </a:cubicBezTo>
                  <a:cubicBezTo>
                    <a:pt x="88849" y="258623"/>
                    <a:pt x="88849" y="253578"/>
                    <a:pt x="88849" y="248533"/>
                  </a:cubicBezTo>
                  <a:cubicBezTo>
                    <a:pt x="88849" y="243495"/>
                    <a:pt x="88849" y="238451"/>
                    <a:pt x="88849" y="233406"/>
                  </a:cubicBezTo>
                  <a:cubicBezTo>
                    <a:pt x="88849" y="228361"/>
                    <a:pt x="88849" y="223317"/>
                    <a:pt x="88849" y="218272"/>
                  </a:cubicBezTo>
                  <a:cubicBezTo>
                    <a:pt x="88849" y="213234"/>
                    <a:pt x="88849" y="208189"/>
                    <a:pt x="88849" y="203144"/>
                  </a:cubicBezTo>
                  <a:cubicBezTo>
                    <a:pt x="88849" y="198100"/>
                    <a:pt x="88849" y="193055"/>
                    <a:pt x="88849" y="188017"/>
                  </a:cubicBezTo>
                  <a:cubicBezTo>
                    <a:pt x="88849" y="182972"/>
                    <a:pt x="88849" y="177928"/>
                    <a:pt x="88849" y="172883"/>
                  </a:cubicBezTo>
                  <a:cubicBezTo>
                    <a:pt x="88849" y="167838"/>
                    <a:pt x="88849" y="162800"/>
                    <a:pt x="88849" y="157755"/>
                  </a:cubicBezTo>
                  <a:cubicBezTo>
                    <a:pt x="88849" y="152711"/>
                    <a:pt x="88849" y="147666"/>
                    <a:pt x="88849" y="142621"/>
                  </a:cubicBezTo>
                  <a:cubicBezTo>
                    <a:pt x="88849" y="137583"/>
                    <a:pt x="88984" y="132532"/>
                    <a:pt x="88849" y="127494"/>
                  </a:cubicBezTo>
                  <a:cubicBezTo>
                    <a:pt x="88714" y="122456"/>
                    <a:pt x="88620" y="117398"/>
                    <a:pt x="88033" y="112400"/>
                  </a:cubicBezTo>
                  <a:cubicBezTo>
                    <a:pt x="87440" y="107403"/>
                    <a:pt x="86327" y="102459"/>
                    <a:pt x="85308" y="97522"/>
                  </a:cubicBezTo>
                  <a:cubicBezTo>
                    <a:pt x="84290" y="92585"/>
                    <a:pt x="83056" y="87689"/>
                    <a:pt x="81923" y="82773"/>
                  </a:cubicBezTo>
                  <a:cubicBezTo>
                    <a:pt x="80783" y="77863"/>
                    <a:pt x="79630" y="72953"/>
                    <a:pt x="78497" y="68036"/>
                  </a:cubicBezTo>
                  <a:cubicBezTo>
                    <a:pt x="77364" y="63126"/>
                    <a:pt x="76251" y="58203"/>
                    <a:pt x="75118" y="53287"/>
                  </a:cubicBezTo>
                  <a:cubicBezTo>
                    <a:pt x="73985" y="48377"/>
                    <a:pt x="72933" y="43433"/>
                    <a:pt x="71698" y="38550"/>
                  </a:cubicBezTo>
                  <a:cubicBezTo>
                    <a:pt x="70471" y="33667"/>
                    <a:pt x="69763" y="28508"/>
                    <a:pt x="67726" y="23983"/>
                  </a:cubicBezTo>
                  <a:cubicBezTo>
                    <a:pt x="65689" y="19457"/>
                    <a:pt x="62911" y="14912"/>
                    <a:pt x="59478" y="11384"/>
                  </a:cubicBezTo>
                  <a:cubicBezTo>
                    <a:pt x="56052" y="7864"/>
                    <a:pt x="51668" y="4681"/>
                    <a:pt x="47143" y="2833"/>
                  </a:cubicBezTo>
                  <a:cubicBezTo>
                    <a:pt x="42624" y="985"/>
                    <a:pt x="37228" y="0"/>
                    <a:pt x="32366" y="29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6" name="Center wave"/>
            <p:cNvSpPr/>
            <p:nvPr/>
          </p:nvSpPr>
          <p:spPr>
            <a:xfrm>
              <a:off x="8503023" y="3248011"/>
              <a:ext cx="74591" cy="273833"/>
            </a:xfrm>
            <a:custGeom>
              <a:avLst/>
              <a:gdLst/>
              <a:ahLst/>
              <a:cxnLst/>
              <a:rect l="l" t="t" r="r" b="b"/>
              <a:pathLst>
                <a:path w="74591" h="273833">
                  <a:moveTo>
                    <a:pt x="34642" y="340"/>
                  </a:moveTo>
                  <a:cubicBezTo>
                    <a:pt x="29789" y="681"/>
                    <a:pt x="24610" y="2138"/>
                    <a:pt x="20300" y="4397"/>
                  </a:cubicBezTo>
                  <a:cubicBezTo>
                    <a:pt x="15991" y="6657"/>
                    <a:pt x="11850" y="10103"/>
                    <a:pt x="8795" y="13893"/>
                  </a:cubicBezTo>
                  <a:cubicBezTo>
                    <a:pt x="5739" y="17677"/>
                    <a:pt x="3338" y="22452"/>
                    <a:pt x="1969" y="27139"/>
                  </a:cubicBezTo>
                  <a:cubicBezTo>
                    <a:pt x="600" y="31826"/>
                    <a:pt x="816" y="37033"/>
                    <a:pt x="587" y="42010"/>
                  </a:cubicBezTo>
                  <a:cubicBezTo>
                    <a:pt x="351" y="46994"/>
                    <a:pt x="587" y="52012"/>
                    <a:pt x="587" y="57016"/>
                  </a:cubicBezTo>
                  <a:cubicBezTo>
                    <a:pt x="587" y="62014"/>
                    <a:pt x="587" y="67018"/>
                    <a:pt x="587" y="72015"/>
                  </a:cubicBezTo>
                  <a:cubicBezTo>
                    <a:pt x="587" y="77013"/>
                    <a:pt x="587" y="82017"/>
                    <a:pt x="587" y="87015"/>
                  </a:cubicBezTo>
                  <a:cubicBezTo>
                    <a:pt x="587" y="92019"/>
                    <a:pt x="587" y="97016"/>
                    <a:pt x="587" y="102021"/>
                  </a:cubicBezTo>
                  <a:cubicBezTo>
                    <a:pt x="587" y="107018"/>
                    <a:pt x="587" y="112022"/>
                    <a:pt x="587" y="117020"/>
                  </a:cubicBezTo>
                  <a:cubicBezTo>
                    <a:pt x="587" y="122018"/>
                    <a:pt x="587" y="127022"/>
                    <a:pt x="587" y="132019"/>
                  </a:cubicBezTo>
                  <a:cubicBezTo>
                    <a:pt x="587" y="137024"/>
                    <a:pt x="587" y="142021"/>
                    <a:pt x="587" y="147025"/>
                  </a:cubicBezTo>
                  <a:cubicBezTo>
                    <a:pt x="587" y="152023"/>
                    <a:pt x="587" y="157027"/>
                    <a:pt x="587" y="162025"/>
                  </a:cubicBezTo>
                  <a:cubicBezTo>
                    <a:pt x="587" y="167022"/>
                    <a:pt x="587" y="172026"/>
                    <a:pt x="587" y="177024"/>
                  </a:cubicBezTo>
                  <a:cubicBezTo>
                    <a:pt x="587" y="182028"/>
                    <a:pt x="587" y="187026"/>
                    <a:pt x="587" y="192030"/>
                  </a:cubicBezTo>
                  <a:cubicBezTo>
                    <a:pt x="587" y="197027"/>
                    <a:pt x="587" y="202032"/>
                    <a:pt x="587" y="207029"/>
                  </a:cubicBezTo>
                  <a:cubicBezTo>
                    <a:pt x="587" y="212027"/>
                    <a:pt x="587" y="217031"/>
                    <a:pt x="587" y="222028"/>
                  </a:cubicBezTo>
                  <a:cubicBezTo>
                    <a:pt x="580" y="227033"/>
                    <a:pt x="0" y="232104"/>
                    <a:pt x="546" y="237028"/>
                  </a:cubicBezTo>
                  <a:cubicBezTo>
                    <a:pt x="1099" y="241951"/>
                    <a:pt x="1895" y="247110"/>
                    <a:pt x="3878" y="251568"/>
                  </a:cubicBezTo>
                  <a:cubicBezTo>
                    <a:pt x="5854" y="256026"/>
                    <a:pt x="8875" y="260437"/>
                    <a:pt x="12423" y="263769"/>
                  </a:cubicBezTo>
                  <a:cubicBezTo>
                    <a:pt x="15964" y="267094"/>
                    <a:pt x="20550" y="269926"/>
                    <a:pt x="25129" y="271545"/>
                  </a:cubicBezTo>
                  <a:cubicBezTo>
                    <a:pt x="29715" y="273157"/>
                    <a:pt x="35064" y="273831"/>
                    <a:pt x="39919" y="273467"/>
                  </a:cubicBezTo>
                  <a:cubicBezTo>
                    <a:pt x="44769" y="273103"/>
                    <a:pt x="49941" y="271626"/>
                    <a:pt x="54237" y="269353"/>
                  </a:cubicBezTo>
                  <a:cubicBezTo>
                    <a:pt x="58527" y="267080"/>
                    <a:pt x="62634" y="263614"/>
                    <a:pt x="65676" y="259817"/>
                  </a:cubicBezTo>
                  <a:cubicBezTo>
                    <a:pt x="68717" y="256026"/>
                    <a:pt x="71125" y="251258"/>
                    <a:pt x="72501" y="246578"/>
                  </a:cubicBezTo>
                  <a:cubicBezTo>
                    <a:pt x="73870" y="241890"/>
                    <a:pt x="73688" y="236691"/>
                    <a:pt x="73931" y="231713"/>
                  </a:cubicBezTo>
                  <a:cubicBezTo>
                    <a:pt x="74167" y="226736"/>
                    <a:pt x="73931" y="221711"/>
                    <a:pt x="73931" y="216714"/>
                  </a:cubicBezTo>
                  <a:cubicBezTo>
                    <a:pt x="73931" y="211710"/>
                    <a:pt x="73904" y="206712"/>
                    <a:pt x="73931" y="201715"/>
                  </a:cubicBezTo>
                  <a:cubicBezTo>
                    <a:pt x="73951" y="196710"/>
                    <a:pt x="74045" y="191713"/>
                    <a:pt x="74072" y="186715"/>
                  </a:cubicBezTo>
                  <a:cubicBezTo>
                    <a:pt x="74093" y="181711"/>
                    <a:pt x="74072" y="176714"/>
                    <a:pt x="74072" y="171716"/>
                  </a:cubicBezTo>
                  <a:cubicBezTo>
                    <a:pt x="74072" y="166719"/>
                    <a:pt x="74086" y="161721"/>
                    <a:pt x="74059" y="156717"/>
                  </a:cubicBezTo>
                  <a:cubicBezTo>
                    <a:pt x="74039" y="151719"/>
                    <a:pt x="73944" y="146722"/>
                    <a:pt x="73931" y="141724"/>
                  </a:cubicBezTo>
                  <a:cubicBezTo>
                    <a:pt x="73911" y="136720"/>
                    <a:pt x="73958" y="131723"/>
                    <a:pt x="73965" y="126725"/>
                  </a:cubicBezTo>
                  <a:cubicBezTo>
                    <a:pt x="73978" y="121728"/>
                    <a:pt x="73985" y="116723"/>
                    <a:pt x="73978" y="111726"/>
                  </a:cubicBezTo>
                  <a:cubicBezTo>
                    <a:pt x="73971" y="106728"/>
                    <a:pt x="73911" y="101731"/>
                    <a:pt x="73931" y="96726"/>
                  </a:cubicBezTo>
                  <a:cubicBezTo>
                    <a:pt x="73944" y="91729"/>
                    <a:pt x="74039" y="86731"/>
                    <a:pt x="74066" y="81727"/>
                  </a:cubicBezTo>
                  <a:cubicBezTo>
                    <a:pt x="74093" y="76730"/>
                    <a:pt x="74120" y="71732"/>
                    <a:pt x="74099" y="66735"/>
                  </a:cubicBezTo>
                  <a:cubicBezTo>
                    <a:pt x="74072" y="61730"/>
                    <a:pt x="73938" y="56733"/>
                    <a:pt x="73931" y="51735"/>
                  </a:cubicBezTo>
                  <a:cubicBezTo>
                    <a:pt x="73931" y="46731"/>
                    <a:pt x="74592" y="41653"/>
                    <a:pt x="74072" y="36736"/>
                  </a:cubicBezTo>
                  <a:cubicBezTo>
                    <a:pt x="73553" y="31813"/>
                    <a:pt x="72805" y="26633"/>
                    <a:pt x="70815" y="22202"/>
                  </a:cubicBezTo>
                  <a:cubicBezTo>
                    <a:pt x="68819" y="17771"/>
                    <a:pt x="65683" y="13435"/>
                    <a:pt x="62115" y="10130"/>
                  </a:cubicBezTo>
                  <a:cubicBezTo>
                    <a:pt x="58547" y="6825"/>
                    <a:pt x="53995" y="3993"/>
                    <a:pt x="49415" y="2360"/>
                  </a:cubicBezTo>
                  <a:cubicBezTo>
                    <a:pt x="44843" y="728"/>
                    <a:pt x="39495" y="0"/>
                    <a:pt x="34645" y="33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7" name="Inner right wave"/>
            <p:cNvSpPr/>
            <p:nvPr/>
          </p:nvSpPr>
          <p:spPr>
            <a:xfrm>
              <a:off x="8591241" y="3128051"/>
              <a:ext cx="89368" cy="322370"/>
            </a:xfrm>
            <a:custGeom>
              <a:avLst/>
              <a:gdLst/>
              <a:ahLst/>
              <a:cxnLst/>
              <a:rect l="l" t="t" r="r" b="b"/>
              <a:pathLst>
                <a:path w="89368" h="322370">
                  <a:moveTo>
                    <a:pt x="52141" y="452"/>
                  </a:moveTo>
                  <a:cubicBezTo>
                    <a:pt x="47298" y="904"/>
                    <a:pt x="42125" y="2691"/>
                    <a:pt x="37903" y="5166"/>
                  </a:cubicBezTo>
                  <a:cubicBezTo>
                    <a:pt x="33681" y="7641"/>
                    <a:pt x="29769" y="11378"/>
                    <a:pt x="26809" y="15316"/>
                  </a:cubicBezTo>
                  <a:cubicBezTo>
                    <a:pt x="23848" y="19248"/>
                    <a:pt x="21811" y="24077"/>
                    <a:pt x="20138" y="28778"/>
                  </a:cubicBezTo>
                  <a:cubicBezTo>
                    <a:pt x="18459" y="33479"/>
                    <a:pt x="17893" y="38611"/>
                    <a:pt x="16766" y="43521"/>
                  </a:cubicBezTo>
                  <a:cubicBezTo>
                    <a:pt x="15640" y="48431"/>
                    <a:pt x="14500" y="53347"/>
                    <a:pt x="13367" y="58257"/>
                  </a:cubicBezTo>
                  <a:cubicBezTo>
                    <a:pt x="12227" y="63167"/>
                    <a:pt x="11081" y="68077"/>
                    <a:pt x="9934" y="72987"/>
                  </a:cubicBezTo>
                  <a:cubicBezTo>
                    <a:pt x="8781" y="77896"/>
                    <a:pt x="7587" y="82793"/>
                    <a:pt x="6461" y="87709"/>
                  </a:cubicBezTo>
                  <a:cubicBezTo>
                    <a:pt x="5328" y="92619"/>
                    <a:pt x="4087" y="97516"/>
                    <a:pt x="3156" y="102466"/>
                  </a:cubicBezTo>
                  <a:cubicBezTo>
                    <a:pt x="2226" y="107416"/>
                    <a:pt x="1295" y="112400"/>
                    <a:pt x="863" y="117404"/>
                  </a:cubicBezTo>
                  <a:cubicBezTo>
                    <a:pt x="432" y="122415"/>
                    <a:pt x="600" y="127480"/>
                    <a:pt x="546" y="132518"/>
                  </a:cubicBezTo>
                  <a:cubicBezTo>
                    <a:pt x="492" y="137556"/>
                    <a:pt x="546" y="142601"/>
                    <a:pt x="546" y="147646"/>
                  </a:cubicBezTo>
                  <a:cubicBezTo>
                    <a:pt x="546" y="152684"/>
                    <a:pt x="546" y="157728"/>
                    <a:pt x="546" y="162766"/>
                  </a:cubicBezTo>
                  <a:cubicBezTo>
                    <a:pt x="546" y="167811"/>
                    <a:pt x="546" y="172849"/>
                    <a:pt x="546" y="177894"/>
                  </a:cubicBezTo>
                  <a:cubicBezTo>
                    <a:pt x="546" y="182932"/>
                    <a:pt x="546" y="187977"/>
                    <a:pt x="546" y="193015"/>
                  </a:cubicBezTo>
                  <a:cubicBezTo>
                    <a:pt x="546" y="198059"/>
                    <a:pt x="546" y="203097"/>
                    <a:pt x="546" y="208142"/>
                  </a:cubicBezTo>
                  <a:cubicBezTo>
                    <a:pt x="546" y="213180"/>
                    <a:pt x="546" y="218225"/>
                    <a:pt x="546" y="223263"/>
                  </a:cubicBezTo>
                  <a:cubicBezTo>
                    <a:pt x="546" y="228307"/>
                    <a:pt x="546" y="233345"/>
                    <a:pt x="546" y="238390"/>
                  </a:cubicBezTo>
                  <a:cubicBezTo>
                    <a:pt x="546" y="243428"/>
                    <a:pt x="546" y="248473"/>
                    <a:pt x="546" y="253511"/>
                  </a:cubicBezTo>
                  <a:cubicBezTo>
                    <a:pt x="546" y="258555"/>
                    <a:pt x="546" y="263593"/>
                    <a:pt x="546" y="268638"/>
                  </a:cubicBezTo>
                  <a:cubicBezTo>
                    <a:pt x="546" y="273676"/>
                    <a:pt x="546" y="278721"/>
                    <a:pt x="546" y="283759"/>
                  </a:cubicBezTo>
                  <a:cubicBezTo>
                    <a:pt x="546" y="288804"/>
                    <a:pt x="0" y="293949"/>
                    <a:pt x="546" y="298886"/>
                  </a:cubicBezTo>
                  <a:cubicBezTo>
                    <a:pt x="1093" y="303823"/>
                    <a:pt x="1248" y="309616"/>
                    <a:pt x="3831" y="313386"/>
                  </a:cubicBezTo>
                  <a:cubicBezTo>
                    <a:pt x="6421" y="317163"/>
                    <a:pt x="11634" y="320677"/>
                    <a:pt x="16072" y="321520"/>
                  </a:cubicBezTo>
                  <a:cubicBezTo>
                    <a:pt x="20516" y="322370"/>
                    <a:pt x="26761" y="321075"/>
                    <a:pt x="30477" y="318478"/>
                  </a:cubicBezTo>
                  <a:cubicBezTo>
                    <a:pt x="34187" y="315882"/>
                    <a:pt x="36628" y="310520"/>
                    <a:pt x="38355" y="305941"/>
                  </a:cubicBezTo>
                  <a:cubicBezTo>
                    <a:pt x="40075" y="301368"/>
                    <a:pt x="40000" y="296000"/>
                    <a:pt x="40810" y="291022"/>
                  </a:cubicBezTo>
                  <a:cubicBezTo>
                    <a:pt x="41619" y="286052"/>
                    <a:pt x="42422" y="281068"/>
                    <a:pt x="43217" y="276091"/>
                  </a:cubicBezTo>
                  <a:cubicBezTo>
                    <a:pt x="44013" y="271113"/>
                    <a:pt x="44789" y="266136"/>
                    <a:pt x="45591" y="261159"/>
                  </a:cubicBezTo>
                  <a:cubicBezTo>
                    <a:pt x="46394" y="256181"/>
                    <a:pt x="47210" y="251204"/>
                    <a:pt x="48046" y="246234"/>
                  </a:cubicBezTo>
                  <a:cubicBezTo>
                    <a:pt x="48883" y="241263"/>
                    <a:pt x="49746" y="236299"/>
                    <a:pt x="50623" y="231329"/>
                  </a:cubicBezTo>
                  <a:cubicBezTo>
                    <a:pt x="51499" y="226365"/>
                    <a:pt x="52417" y="221408"/>
                    <a:pt x="53300" y="216444"/>
                  </a:cubicBezTo>
                  <a:cubicBezTo>
                    <a:pt x="54177" y="211480"/>
                    <a:pt x="55006" y="206510"/>
                    <a:pt x="55917" y="201553"/>
                  </a:cubicBezTo>
                  <a:cubicBezTo>
                    <a:pt x="56821" y="196596"/>
                    <a:pt x="57798" y="191645"/>
                    <a:pt x="58743" y="186695"/>
                  </a:cubicBezTo>
                  <a:cubicBezTo>
                    <a:pt x="59694" y="181745"/>
                    <a:pt x="60604" y="176788"/>
                    <a:pt x="61589" y="171844"/>
                  </a:cubicBezTo>
                  <a:cubicBezTo>
                    <a:pt x="62573" y="166894"/>
                    <a:pt x="63626" y="161964"/>
                    <a:pt x="64644" y="157027"/>
                  </a:cubicBezTo>
                  <a:cubicBezTo>
                    <a:pt x="65662" y="152090"/>
                    <a:pt x="66640" y="147147"/>
                    <a:pt x="67692" y="142217"/>
                  </a:cubicBezTo>
                  <a:cubicBezTo>
                    <a:pt x="68738" y="137287"/>
                    <a:pt x="69851" y="132370"/>
                    <a:pt x="70930" y="127447"/>
                  </a:cubicBezTo>
                  <a:cubicBezTo>
                    <a:pt x="72009" y="122523"/>
                    <a:pt x="73115" y="117600"/>
                    <a:pt x="74174" y="112670"/>
                  </a:cubicBezTo>
                  <a:cubicBezTo>
                    <a:pt x="75226" y="107740"/>
                    <a:pt x="76224" y="102803"/>
                    <a:pt x="77256" y="97866"/>
                  </a:cubicBezTo>
                  <a:cubicBezTo>
                    <a:pt x="78288" y="92929"/>
                    <a:pt x="79333" y="87999"/>
                    <a:pt x="80372" y="83069"/>
                  </a:cubicBezTo>
                  <a:cubicBezTo>
                    <a:pt x="81410" y="78132"/>
                    <a:pt x="82456" y="73202"/>
                    <a:pt x="83501" y="68272"/>
                  </a:cubicBezTo>
                  <a:cubicBezTo>
                    <a:pt x="84546" y="63336"/>
                    <a:pt x="85673" y="58419"/>
                    <a:pt x="86637" y="53475"/>
                  </a:cubicBezTo>
                  <a:cubicBezTo>
                    <a:pt x="87601" y="48532"/>
                    <a:pt x="89207" y="43548"/>
                    <a:pt x="89288" y="38591"/>
                  </a:cubicBezTo>
                  <a:cubicBezTo>
                    <a:pt x="89368" y="33634"/>
                    <a:pt x="88761" y="28360"/>
                    <a:pt x="87109" y="23733"/>
                  </a:cubicBezTo>
                  <a:cubicBezTo>
                    <a:pt x="85464" y="19113"/>
                    <a:pt x="82759" y="14406"/>
                    <a:pt x="79400" y="10858"/>
                  </a:cubicBezTo>
                  <a:cubicBezTo>
                    <a:pt x="76042" y="7311"/>
                    <a:pt x="71516" y="4188"/>
                    <a:pt x="66971" y="2455"/>
                  </a:cubicBezTo>
                  <a:cubicBezTo>
                    <a:pt x="62425" y="715"/>
                    <a:pt x="56989" y="0"/>
                    <a:pt x="52140" y="452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8" name="Outer right wave"/>
            <p:cNvSpPr/>
            <p:nvPr/>
          </p:nvSpPr>
          <p:spPr>
            <a:xfrm>
              <a:off x="8652494" y="3025260"/>
              <a:ext cx="171649" cy="377647"/>
            </a:xfrm>
            <a:custGeom>
              <a:avLst/>
              <a:gdLst/>
              <a:ahLst/>
              <a:cxnLst/>
              <a:rect l="l" t="t" r="r" b="b"/>
              <a:pathLst>
                <a:path w="171649" h="377647">
                  <a:moveTo>
                    <a:pt x="120715" y="369"/>
                  </a:moveTo>
                  <a:cubicBezTo>
                    <a:pt x="115779" y="735"/>
                    <a:pt x="110701" y="1983"/>
                    <a:pt x="106081" y="3777"/>
                  </a:cubicBezTo>
                  <a:cubicBezTo>
                    <a:pt x="101461" y="5578"/>
                    <a:pt x="96922" y="8127"/>
                    <a:pt x="92983" y="11135"/>
                  </a:cubicBezTo>
                  <a:cubicBezTo>
                    <a:pt x="89045" y="14149"/>
                    <a:pt x="85423" y="17879"/>
                    <a:pt x="82456" y="21858"/>
                  </a:cubicBezTo>
                  <a:cubicBezTo>
                    <a:pt x="79488" y="25837"/>
                    <a:pt x="77107" y="30417"/>
                    <a:pt x="75172" y="35010"/>
                  </a:cubicBezTo>
                  <a:cubicBezTo>
                    <a:pt x="73236" y="39609"/>
                    <a:pt x="72211" y="44613"/>
                    <a:pt x="70842" y="49442"/>
                  </a:cubicBezTo>
                  <a:cubicBezTo>
                    <a:pt x="69473" y="54278"/>
                    <a:pt x="68259" y="59161"/>
                    <a:pt x="66964" y="64017"/>
                  </a:cubicBezTo>
                  <a:cubicBezTo>
                    <a:pt x="65676" y="68879"/>
                    <a:pt x="64381" y="73735"/>
                    <a:pt x="63086" y="78591"/>
                  </a:cubicBezTo>
                  <a:cubicBezTo>
                    <a:pt x="61791" y="83447"/>
                    <a:pt x="60503" y="88310"/>
                    <a:pt x="59201" y="93165"/>
                  </a:cubicBezTo>
                  <a:cubicBezTo>
                    <a:pt x="57893" y="98021"/>
                    <a:pt x="56558" y="102864"/>
                    <a:pt x="55263" y="107720"/>
                  </a:cubicBezTo>
                  <a:cubicBezTo>
                    <a:pt x="53968" y="112576"/>
                    <a:pt x="52693" y="117445"/>
                    <a:pt x="51425" y="122308"/>
                  </a:cubicBezTo>
                  <a:cubicBezTo>
                    <a:pt x="50164" y="127170"/>
                    <a:pt x="48930" y="132046"/>
                    <a:pt x="47675" y="136916"/>
                  </a:cubicBezTo>
                  <a:cubicBezTo>
                    <a:pt x="46421" y="141785"/>
                    <a:pt x="45160" y="146648"/>
                    <a:pt x="43912" y="151517"/>
                  </a:cubicBezTo>
                  <a:cubicBezTo>
                    <a:pt x="42671" y="156386"/>
                    <a:pt x="41430" y="161262"/>
                    <a:pt x="40223" y="166139"/>
                  </a:cubicBezTo>
                  <a:cubicBezTo>
                    <a:pt x="39009" y="171021"/>
                    <a:pt x="37849" y="175911"/>
                    <a:pt x="36655" y="180794"/>
                  </a:cubicBezTo>
                  <a:cubicBezTo>
                    <a:pt x="35461" y="185677"/>
                    <a:pt x="34220" y="190546"/>
                    <a:pt x="33047" y="195436"/>
                  </a:cubicBezTo>
                  <a:cubicBezTo>
                    <a:pt x="31873" y="200325"/>
                    <a:pt x="30747" y="205222"/>
                    <a:pt x="29628" y="210125"/>
                  </a:cubicBezTo>
                  <a:cubicBezTo>
                    <a:pt x="28501" y="215021"/>
                    <a:pt x="27422" y="219931"/>
                    <a:pt x="26303" y="224834"/>
                  </a:cubicBezTo>
                  <a:cubicBezTo>
                    <a:pt x="25183" y="229737"/>
                    <a:pt x="24043" y="234627"/>
                    <a:pt x="22910" y="239530"/>
                  </a:cubicBezTo>
                  <a:cubicBezTo>
                    <a:pt x="21777" y="244426"/>
                    <a:pt x="20631" y="249323"/>
                    <a:pt x="19511" y="254219"/>
                  </a:cubicBezTo>
                  <a:cubicBezTo>
                    <a:pt x="18385" y="259122"/>
                    <a:pt x="17279" y="264025"/>
                    <a:pt x="16180" y="268928"/>
                  </a:cubicBezTo>
                  <a:cubicBezTo>
                    <a:pt x="15073" y="273831"/>
                    <a:pt x="13988" y="278741"/>
                    <a:pt x="12882" y="283644"/>
                  </a:cubicBezTo>
                  <a:cubicBezTo>
                    <a:pt x="11782" y="288547"/>
                    <a:pt x="10656" y="293450"/>
                    <a:pt x="9563" y="298353"/>
                  </a:cubicBezTo>
                  <a:cubicBezTo>
                    <a:pt x="8471" y="303263"/>
                    <a:pt x="7412" y="308180"/>
                    <a:pt x="6333" y="313090"/>
                  </a:cubicBezTo>
                  <a:cubicBezTo>
                    <a:pt x="5254" y="317993"/>
                    <a:pt x="4114" y="322896"/>
                    <a:pt x="3082" y="327812"/>
                  </a:cubicBezTo>
                  <a:cubicBezTo>
                    <a:pt x="2044" y="332729"/>
                    <a:pt x="250" y="337666"/>
                    <a:pt x="121" y="342589"/>
                  </a:cubicBezTo>
                  <a:cubicBezTo>
                    <a:pt x="0" y="347519"/>
                    <a:pt x="526" y="352894"/>
                    <a:pt x="2334" y="357393"/>
                  </a:cubicBezTo>
                  <a:cubicBezTo>
                    <a:pt x="4141" y="361891"/>
                    <a:pt x="7324" y="366396"/>
                    <a:pt x="10959" y="369580"/>
                  </a:cubicBezTo>
                  <a:cubicBezTo>
                    <a:pt x="14601" y="372763"/>
                    <a:pt x="19491" y="375360"/>
                    <a:pt x="24171" y="376506"/>
                  </a:cubicBezTo>
                  <a:cubicBezTo>
                    <a:pt x="28859" y="377646"/>
                    <a:pt x="34409" y="377639"/>
                    <a:pt x="39076" y="376439"/>
                  </a:cubicBezTo>
                  <a:cubicBezTo>
                    <a:pt x="43743" y="375232"/>
                    <a:pt x="48444" y="372453"/>
                    <a:pt x="52167" y="369290"/>
                  </a:cubicBezTo>
                  <a:cubicBezTo>
                    <a:pt x="55897" y="366127"/>
                    <a:pt x="58790" y="361682"/>
                    <a:pt x="61440" y="357454"/>
                  </a:cubicBezTo>
                  <a:cubicBezTo>
                    <a:pt x="64098" y="353232"/>
                    <a:pt x="66141" y="348558"/>
                    <a:pt x="68110" y="343945"/>
                  </a:cubicBezTo>
                  <a:cubicBezTo>
                    <a:pt x="70080" y="339332"/>
                    <a:pt x="71537" y="334489"/>
                    <a:pt x="73250" y="329768"/>
                  </a:cubicBezTo>
                  <a:cubicBezTo>
                    <a:pt x="74969" y="325047"/>
                    <a:pt x="76709" y="320326"/>
                    <a:pt x="78422" y="315599"/>
                  </a:cubicBezTo>
                  <a:cubicBezTo>
                    <a:pt x="80136" y="310878"/>
                    <a:pt x="81835" y="306143"/>
                    <a:pt x="83541" y="301415"/>
                  </a:cubicBezTo>
                  <a:cubicBezTo>
                    <a:pt x="85248" y="296688"/>
                    <a:pt x="86961" y="291960"/>
                    <a:pt x="88660" y="287232"/>
                  </a:cubicBezTo>
                  <a:cubicBezTo>
                    <a:pt x="90360" y="282498"/>
                    <a:pt x="92039" y="277763"/>
                    <a:pt x="93739" y="273029"/>
                  </a:cubicBezTo>
                  <a:cubicBezTo>
                    <a:pt x="95432" y="268294"/>
                    <a:pt x="97131" y="263566"/>
                    <a:pt x="98824" y="258832"/>
                  </a:cubicBezTo>
                  <a:cubicBezTo>
                    <a:pt x="100523" y="254104"/>
                    <a:pt x="102223" y="249370"/>
                    <a:pt x="103916" y="244635"/>
                  </a:cubicBezTo>
                  <a:cubicBezTo>
                    <a:pt x="105609" y="239908"/>
                    <a:pt x="107288" y="235166"/>
                    <a:pt x="108988" y="230439"/>
                  </a:cubicBezTo>
                  <a:cubicBezTo>
                    <a:pt x="110687" y="225704"/>
                    <a:pt x="112414" y="220983"/>
                    <a:pt x="114120" y="216255"/>
                  </a:cubicBezTo>
                  <a:cubicBezTo>
                    <a:pt x="115826" y="211528"/>
                    <a:pt x="117526" y="206793"/>
                    <a:pt x="119219" y="202065"/>
                  </a:cubicBezTo>
                  <a:cubicBezTo>
                    <a:pt x="120918" y="197331"/>
                    <a:pt x="122624" y="192603"/>
                    <a:pt x="124317" y="187869"/>
                  </a:cubicBezTo>
                  <a:cubicBezTo>
                    <a:pt x="126010" y="183134"/>
                    <a:pt x="127689" y="178400"/>
                    <a:pt x="129382" y="173665"/>
                  </a:cubicBezTo>
                  <a:cubicBezTo>
                    <a:pt x="131075" y="168931"/>
                    <a:pt x="132788" y="164203"/>
                    <a:pt x="134488" y="159475"/>
                  </a:cubicBezTo>
                  <a:cubicBezTo>
                    <a:pt x="136187" y="154748"/>
                    <a:pt x="137880" y="150013"/>
                    <a:pt x="139586" y="145285"/>
                  </a:cubicBezTo>
                  <a:cubicBezTo>
                    <a:pt x="141293" y="140558"/>
                    <a:pt x="143033" y="135837"/>
                    <a:pt x="144739" y="131109"/>
                  </a:cubicBezTo>
                  <a:cubicBezTo>
                    <a:pt x="146445" y="126381"/>
                    <a:pt x="148125" y="121647"/>
                    <a:pt x="149824" y="116912"/>
                  </a:cubicBezTo>
                  <a:cubicBezTo>
                    <a:pt x="151517" y="112178"/>
                    <a:pt x="153230" y="107450"/>
                    <a:pt x="154896" y="102709"/>
                  </a:cubicBezTo>
                  <a:cubicBezTo>
                    <a:pt x="156562" y="97967"/>
                    <a:pt x="158180" y="93206"/>
                    <a:pt x="159826" y="88458"/>
                  </a:cubicBezTo>
                  <a:cubicBezTo>
                    <a:pt x="161478" y="83710"/>
                    <a:pt x="163178" y="78976"/>
                    <a:pt x="164783" y="74214"/>
                  </a:cubicBezTo>
                  <a:cubicBezTo>
                    <a:pt x="166381" y="69446"/>
                    <a:pt x="168324" y="64732"/>
                    <a:pt x="169437" y="59869"/>
                  </a:cubicBezTo>
                  <a:cubicBezTo>
                    <a:pt x="170549" y="55000"/>
                    <a:pt x="171649" y="49941"/>
                    <a:pt x="171467" y="45018"/>
                  </a:cubicBezTo>
                  <a:cubicBezTo>
                    <a:pt x="171278" y="40095"/>
                    <a:pt x="170104" y="34942"/>
                    <a:pt x="168324" y="30329"/>
                  </a:cubicBezTo>
                  <a:cubicBezTo>
                    <a:pt x="166543" y="25716"/>
                    <a:pt x="163913" y="21164"/>
                    <a:pt x="160784" y="17340"/>
                  </a:cubicBezTo>
                  <a:cubicBezTo>
                    <a:pt x="157654" y="13516"/>
                    <a:pt x="153716" y="10015"/>
                    <a:pt x="149534" y="7385"/>
                  </a:cubicBezTo>
                  <a:cubicBezTo>
                    <a:pt x="145353" y="4755"/>
                    <a:pt x="140490" y="2738"/>
                    <a:pt x="135688" y="1565"/>
                  </a:cubicBezTo>
                  <a:cubicBezTo>
                    <a:pt x="130886" y="398"/>
                    <a:pt x="125653" y="0"/>
                    <a:pt x="120716" y="37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19" name="Text 16"/>
          <p:cNvSpPr txBox="1"/>
          <p:nvPr/>
        </p:nvSpPr>
        <p:spPr>
          <a:xfrm>
            <a:off x="7927848" y="384048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48 px</a:t>
            </a:r>
            <a:endParaRPr lang="en-US" sz="1200" dirty="0"/>
          </a:p>
        </p:txBody>
      </p:sp>
      <p:sp>
        <p:nvSpPr>
          <p:cNvPr id="20" name="Icon 32px"/>
          <p:cNvSpPr/>
          <p:nvPr/>
        </p:nvSpPr>
        <p:spPr>
          <a:xfrm>
            <a:off x="9354312" y="3127248"/>
            <a:ext cx="576072" cy="576072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</p:sp>
      <p:grpSp>
        <p:nvGrpSpPr>
          <p:cNvPr id="44" name="VCA symbol"/>
          <p:cNvGrpSpPr/>
          <p:nvPr/>
        </p:nvGrpSpPr>
        <p:grpSpPr>
          <a:xfrm>
            <a:off x="9452244" y="3248876"/>
            <a:ext cx="380207" cy="332816"/>
            <a:chOff x="9452244" y="3248876"/>
            <a:chExt cx="380207" cy="332816"/>
          </a:xfrm>
        </p:grpSpPr>
        <p:sp>
          <p:nvSpPr>
            <p:cNvPr id="21" name="Outer left wave"/>
            <p:cNvSpPr/>
            <p:nvPr/>
          </p:nvSpPr>
          <p:spPr>
            <a:xfrm>
              <a:off x="9452244" y="3248942"/>
              <a:ext cx="114907" cy="253148"/>
            </a:xfrm>
            <a:custGeom>
              <a:avLst/>
              <a:gdLst/>
              <a:ahLst/>
              <a:cxnLst/>
              <a:rect l="l" t="t" r="r" b="b"/>
              <a:pathLst>
                <a:path w="114907" h="253148">
                  <a:moveTo>
                    <a:pt x="32602" y="65"/>
                  </a:moveTo>
                  <a:cubicBezTo>
                    <a:pt x="29286" y="0"/>
                    <a:pt x="25796" y="416"/>
                    <a:pt x="22619" y="1361"/>
                  </a:cubicBezTo>
                  <a:cubicBezTo>
                    <a:pt x="19441" y="2310"/>
                    <a:pt x="16259" y="3847"/>
                    <a:pt x="13542" y="5745"/>
                  </a:cubicBezTo>
                  <a:cubicBezTo>
                    <a:pt x="10830" y="7643"/>
                    <a:pt x="8299" y="10098"/>
                    <a:pt x="6319" y="12756"/>
                  </a:cubicBezTo>
                  <a:cubicBezTo>
                    <a:pt x="4339" y="15414"/>
                    <a:pt x="2708" y="18546"/>
                    <a:pt x="1663" y="21692"/>
                  </a:cubicBezTo>
                  <a:cubicBezTo>
                    <a:pt x="619" y="24838"/>
                    <a:pt x="0" y="28332"/>
                    <a:pt x="45" y="31636"/>
                  </a:cubicBezTo>
                  <a:cubicBezTo>
                    <a:pt x="95" y="34940"/>
                    <a:pt x="1098" y="38272"/>
                    <a:pt x="1948" y="41517"/>
                  </a:cubicBezTo>
                  <a:cubicBezTo>
                    <a:pt x="2793" y="44763"/>
                    <a:pt x="4050" y="47922"/>
                    <a:pt x="5130" y="51113"/>
                  </a:cubicBezTo>
                  <a:cubicBezTo>
                    <a:pt x="6206" y="54309"/>
                    <a:pt x="7318" y="57491"/>
                    <a:pt x="8425" y="60673"/>
                  </a:cubicBezTo>
                  <a:cubicBezTo>
                    <a:pt x="9528" y="63855"/>
                    <a:pt x="10645" y="67038"/>
                    <a:pt x="11766" y="70215"/>
                  </a:cubicBezTo>
                  <a:cubicBezTo>
                    <a:pt x="12887" y="73397"/>
                    <a:pt x="14021" y="76566"/>
                    <a:pt x="15147" y="79744"/>
                  </a:cubicBezTo>
                  <a:cubicBezTo>
                    <a:pt x="16272" y="82921"/>
                    <a:pt x="17389" y="86103"/>
                    <a:pt x="18519" y="89277"/>
                  </a:cubicBezTo>
                  <a:cubicBezTo>
                    <a:pt x="19649" y="92454"/>
                    <a:pt x="20779" y="95627"/>
                    <a:pt x="21918" y="98800"/>
                  </a:cubicBezTo>
                  <a:cubicBezTo>
                    <a:pt x="23057" y="101969"/>
                    <a:pt x="24219" y="105133"/>
                    <a:pt x="25362" y="108306"/>
                  </a:cubicBezTo>
                  <a:cubicBezTo>
                    <a:pt x="26506" y="111475"/>
                    <a:pt x="27640" y="114652"/>
                    <a:pt x="28779" y="117821"/>
                  </a:cubicBezTo>
                  <a:cubicBezTo>
                    <a:pt x="29919" y="120994"/>
                    <a:pt x="31058" y="124167"/>
                    <a:pt x="32206" y="127336"/>
                  </a:cubicBezTo>
                  <a:cubicBezTo>
                    <a:pt x="33354" y="130504"/>
                    <a:pt x="34529" y="133664"/>
                    <a:pt x="35668" y="136833"/>
                  </a:cubicBezTo>
                  <a:cubicBezTo>
                    <a:pt x="36812" y="140006"/>
                    <a:pt x="37915" y="143188"/>
                    <a:pt x="39049" y="146361"/>
                  </a:cubicBezTo>
                  <a:cubicBezTo>
                    <a:pt x="40188" y="149534"/>
                    <a:pt x="41354" y="152698"/>
                    <a:pt x="42493" y="155867"/>
                  </a:cubicBezTo>
                  <a:cubicBezTo>
                    <a:pt x="43628" y="159040"/>
                    <a:pt x="44744" y="162222"/>
                    <a:pt x="45875" y="165395"/>
                  </a:cubicBezTo>
                  <a:cubicBezTo>
                    <a:pt x="47009" y="168568"/>
                    <a:pt x="48153" y="171741"/>
                    <a:pt x="49292" y="174910"/>
                  </a:cubicBezTo>
                  <a:cubicBezTo>
                    <a:pt x="50431" y="178083"/>
                    <a:pt x="51574" y="181256"/>
                    <a:pt x="52713" y="184429"/>
                  </a:cubicBezTo>
                  <a:cubicBezTo>
                    <a:pt x="53848" y="187598"/>
                    <a:pt x="54983" y="190775"/>
                    <a:pt x="56122" y="193944"/>
                  </a:cubicBezTo>
                  <a:cubicBezTo>
                    <a:pt x="57261" y="197117"/>
                    <a:pt x="58400" y="200290"/>
                    <a:pt x="59548" y="203459"/>
                  </a:cubicBezTo>
                  <a:cubicBezTo>
                    <a:pt x="60696" y="206627"/>
                    <a:pt x="61858" y="209792"/>
                    <a:pt x="63001" y="212960"/>
                  </a:cubicBezTo>
                  <a:cubicBezTo>
                    <a:pt x="64145" y="216133"/>
                    <a:pt x="65248" y="219315"/>
                    <a:pt x="66400" y="222484"/>
                  </a:cubicBezTo>
                  <a:cubicBezTo>
                    <a:pt x="67548" y="225653"/>
                    <a:pt x="68529" y="228898"/>
                    <a:pt x="69899" y="231967"/>
                  </a:cubicBezTo>
                  <a:cubicBezTo>
                    <a:pt x="71268" y="235036"/>
                    <a:pt x="72733" y="238142"/>
                    <a:pt x="74622" y="240899"/>
                  </a:cubicBezTo>
                  <a:cubicBezTo>
                    <a:pt x="76507" y="243652"/>
                    <a:pt x="78596" y="246558"/>
                    <a:pt x="81213" y="248506"/>
                  </a:cubicBezTo>
                  <a:cubicBezTo>
                    <a:pt x="83834" y="250454"/>
                    <a:pt x="87161" y="252023"/>
                    <a:pt x="90339" y="252583"/>
                  </a:cubicBezTo>
                  <a:cubicBezTo>
                    <a:pt x="93521" y="253148"/>
                    <a:pt x="97236" y="252895"/>
                    <a:pt x="100306" y="251883"/>
                  </a:cubicBezTo>
                  <a:cubicBezTo>
                    <a:pt x="103370" y="250870"/>
                    <a:pt x="106476" y="248832"/>
                    <a:pt x="108749" y="246513"/>
                  </a:cubicBezTo>
                  <a:cubicBezTo>
                    <a:pt x="111018" y="244189"/>
                    <a:pt x="112953" y="241034"/>
                    <a:pt x="113929" y="237943"/>
                  </a:cubicBezTo>
                  <a:cubicBezTo>
                    <a:pt x="114906" y="234851"/>
                    <a:pt x="114829" y="231276"/>
                    <a:pt x="114607" y="227962"/>
                  </a:cubicBezTo>
                  <a:cubicBezTo>
                    <a:pt x="114386" y="224649"/>
                    <a:pt x="113292" y="221354"/>
                    <a:pt x="112596" y="218054"/>
                  </a:cubicBezTo>
                  <a:cubicBezTo>
                    <a:pt x="111904" y="214755"/>
                    <a:pt x="111167" y="211468"/>
                    <a:pt x="110449" y="208173"/>
                  </a:cubicBezTo>
                  <a:cubicBezTo>
                    <a:pt x="109730" y="204883"/>
                    <a:pt x="109007" y="201588"/>
                    <a:pt x="108293" y="198297"/>
                  </a:cubicBezTo>
                  <a:cubicBezTo>
                    <a:pt x="107574" y="195002"/>
                    <a:pt x="106891" y="191702"/>
                    <a:pt x="106146" y="188416"/>
                  </a:cubicBezTo>
                  <a:cubicBezTo>
                    <a:pt x="105395" y="185130"/>
                    <a:pt x="104564" y="181862"/>
                    <a:pt x="103804" y="178580"/>
                  </a:cubicBezTo>
                  <a:cubicBezTo>
                    <a:pt x="103040" y="175294"/>
                    <a:pt x="102322" y="172003"/>
                    <a:pt x="101585" y="168717"/>
                  </a:cubicBezTo>
                  <a:cubicBezTo>
                    <a:pt x="100843" y="165427"/>
                    <a:pt x="100116" y="162136"/>
                    <a:pt x="99365" y="158850"/>
                  </a:cubicBezTo>
                  <a:cubicBezTo>
                    <a:pt x="98620" y="155564"/>
                    <a:pt x="97851" y="152282"/>
                    <a:pt x="97092" y="149001"/>
                  </a:cubicBezTo>
                  <a:cubicBezTo>
                    <a:pt x="96337" y="145715"/>
                    <a:pt x="95596" y="142428"/>
                    <a:pt x="94827" y="139147"/>
                  </a:cubicBezTo>
                  <a:cubicBezTo>
                    <a:pt x="94063" y="135865"/>
                    <a:pt x="93277" y="132584"/>
                    <a:pt x="92495" y="129307"/>
                  </a:cubicBezTo>
                  <a:cubicBezTo>
                    <a:pt x="91713" y="126029"/>
                    <a:pt x="90926" y="122752"/>
                    <a:pt x="90135" y="119475"/>
                  </a:cubicBezTo>
                  <a:cubicBezTo>
                    <a:pt x="89349" y="116198"/>
                    <a:pt x="88585" y="112917"/>
                    <a:pt x="87767" y="109644"/>
                  </a:cubicBezTo>
                  <a:cubicBezTo>
                    <a:pt x="86949" y="106376"/>
                    <a:pt x="86072" y="103122"/>
                    <a:pt x="85227" y="99858"/>
                  </a:cubicBezTo>
                  <a:cubicBezTo>
                    <a:pt x="84381" y="96595"/>
                    <a:pt x="83545" y="93331"/>
                    <a:pt x="82704" y="90068"/>
                  </a:cubicBezTo>
                  <a:cubicBezTo>
                    <a:pt x="81864" y="86804"/>
                    <a:pt x="81036" y="83536"/>
                    <a:pt x="80182" y="80277"/>
                  </a:cubicBezTo>
                  <a:cubicBezTo>
                    <a:pt x="79323" y="77018"/>
                    <a:pt x="78437" y="73768"/>
                    <a:pt x="77560" y="70514"/>
                  </a:cubicBezTo>
                  <a:cubicBezTo>
                    <a:pt x="76688" y="67255"/>
                    <a:pt x="75802" y="64005"/>
                    <a:pt x="74934" y="60746"/>
                  </a:cubicBezTo>
                  <a:cubicBezTo>
                    <a:pt x="74066" y="57491"/>
                    <a:pt x="73230" y="54228"/>
                    <a:pt x="72358" y="50969"/>
                  </a:cubicBezTo>
                  <a:cubicBezTo>
                    <a:pt x="71490" y="47714"/>
                    <a:pt x="70595" y="44464"/>
                    <a:pt x="69723" y="41210"/>
                  </a:cubicBezTo>
                  <a:cubicBezTo>
                    <a:pt x="68850" y="37955"/>
                    <a:pt x="68064" y="34669"/>
                    <a:pt x="67119" y="31437"/>
                  </a:cubicBezTo>
                  <a:cubicBezTo>
                    <a:pt x="66174" y="28205"/>
                    <a:pt x="65415" y="24865"/>
                    <a:pt x="64041" y="21823"/>
                  </a:cubicBezTo>
                  <a:cubicBezTo>
                    <a:pt x="62667" y="18781"/>
                    <a:pt x="60963" y="15771"/>
                    <a:pt x="58879" y="13176"/>
                  </a:cubicBezTo>
                  <a:cubicBezTo>
                    <a:pt x="56800" y="10577"/>
                    <a:pt x="54277" y="8154"/>
                    <a:pt x="51552" y="6251"/>
                  </a:cubicBezTo>
                  <a:cubicBezTo>
                    <a:pt x="48826" y="4344"/>
                    <a:pt x="45685" y="2784"/>
                    <a:pt x="42525" y="1754"/>
                  </a:cubicBezTo>
                  <a:cubicBezTo>
                    <a:pt x="39366" y="723"/>
                    <a:pt x="35921" y="131"/>
                    <a:pt x="32603" y="63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2" name="Inner left wave"/>
            <p:cNvSpPr/>
            <p:nvPr/>
          </p:nvSpPr>
          <p:spPr>
            <a:xfrm>
              <a:off x="9548244" y="3317730"/>
              <a:ext cx="59935" cy="216060"/>
            </a:xfrm>
            <a:custGeom>
              <a:avLst/>
              <a:gdLst/>
              <a:ahLst/>
              <a:cxnLst/>
              <a:rect l="l" t="t" r="r" b="b"/>
              <a:pathLst>
                <a:path w="59935" h="216060">
                  <a:moveTo>
                    <a:pt x="21693" y="200"/>
                  </a:moveTo>
                  <a:cubicBezTo>
                    <a:pt x="18437" y="402"/>
                    <a:pt x="14898" y="1483"/>
                    <a:pt x="12060" y="3101"/>
                  </a:cubicBezTo>
                  <a:cubicBezTo>
                    <a:pt x="9221" y="4724"/>
                    <a:pt x="6572" y="7246"/>
                    <a:pt x="4674" y="9922"/>
                  </a:cubicBezTo>
                  <a:cubicBezTo>
                    <a:pt x="2775" y="12598"/>
                    <a:pt x="1356" y="15942"/>
                    <a:pt x="678" y="19156"/>
                  </a:cubicBezTo>
                  <a:cubicBezTo>
                    <a:pt x="0" y="22370"/>
                    <a:pt x="280" y="25869"/>
                    <a:pt x="606" y="29200"/>
                  </a:cubicBezTo>
                  <a:cubicBezTo>
                    <a:pt x="927" y="32531"/>
                    <a:pt x="1926" y="35831"/>
                    <a:pt x="2617" y="39140"/>
                  </a:cubicBezTo>
                  <a:cubicBezTo>
                    <a:pt x="3309" y="42448"/>
                    <a:pt x="4055" y="45743"/>
                    <a:pt x="4760" y="49052"/>
                  </a:cubicBezTo>
                  <a:cubicBezTo>
                    <a:pt x="5465" y="52356"/>
                    <a:pt x="6152" y="55665"/>
                    <a:pt x="6839" y="58974"/>
                  </a:cubicBezTo>
                  <a:cubicBezTo>
                    <a:pt x="7530" y="62282"/>
                    <a:pt x="8199" y="65596"/>
                    <a:pt x="8900" y="68904"/>
                  </a:cubicBezTo>
                  <a:cubicBezTo>
                    <a:pt x="9596" y="72209"/>
                    <a:pt x="10324" y="75508"/>
                    <a:pt x="11029" y="78817"/>
                  </a:cubicBezTo>
                  <a:cubicBezTo>
                    <a:pt x="11734" y="82121"/>
                    <a:pt x="12448" y="85425"/>
                    <a:pt x="13135" y="88734"/>
                  </a:cubicBezTo>
                  <a:cubicBezTo>
                    <a:pt x="13827" y="92043"/>
                    <a:pt x="14482" y="95361"/>
                    <a:pt x="15174" y="98669"/>
                  </a:cubicBezTo>
                  <a:cubicBezTo>
                    <a:pt x="15861" y="101978"/>
                    <a:pt x="16593" y="105278"/>
                    <a:pt x="17271" y="108586"/>
                  </a:cubicBezTo>
                  <a:cubicBezTo>
                    <a:pt x="17954" y="111900"/>
                    <a:pt x="18609" y="115213"/>
                    <a:pt x="19256" y="118531"/>
                  </a:cubicBezTo>
                  <a:cubicBezTo>
                    <a:pt x="19897" y="121848"/>
                    <a:pt x="20526" y="125171"/>
                    <a:pt x="21145" y="128493"/>
                  </a:cubicBezTo>
                  <a:cubicBezTo>
                    <a:pt x="21764" y="131815"/>
                    <a:pt x="22370" y="135142"/>
                    <a:pt x="22976" y="138469"/>
                  </a:cubicBezTo>
                  <a:cubicBezTo>
                    <a:pt x="23581" y="141791"/>
                    <a:pt x="24187" y="145118"/>
                    <a:pt x="24775" y="148445"/>
                  </a:cubicBezTo>
                  <a:cubicBezTo>
                    <a:pt x="25367" y="151776"/>
                    <a:pt x="25945" y="155107"/>
                    <a:pt x="26510" y="158439"/>
                  </a:cubicBezTo>
                  <a:cubicBezTo>
                    <a:pt x="27075" y="161770"/>
                    <a:pt x="27636" y="165101"/>
                    <a:pt x="28174" y="168442"/>
                  </a:cubicBezTo>
                  <a:cubicBezTo>
                    <a:pt x="28712" y="171777"/>
                    <a:pt x="29209" y="175118"/>
                    <a:pt x="29742" y="178458"/>
                  </a:cubicBezTo>
                  <a:cubicBezTo>
                    <a:pt x="30280" y="181794"/>
                    <a:pt x="30854" y="185125"/>
                    <a:pt x="31383" y="188466"/>
                  </a:cubicBezTo>
                  <a:cubicBezTo>
                    <a:pt x="31912" y="191802"/>
                    <a:pt x="32292" y="195174"/>
                    <a:pt x="32920" y="198487"/>
                  </a:cubicBezTo>
                  <a:cubicBezTo>
                    <a:pt x="33553" y="201800"/>
                    <a:pt x="33589" y="205579"/>
                    <a:pt x="35166" y="208336"/>
                  </a:cubicBezTo>
                  <a:cubicBezTo>
                    <a:pt x="36744" y="211093"/>
                    <a:pt x="39537" y="214009"/>
                    <a:pt x="42385" y="215035"/>
                  </a:cubicBezTo>
                  <a:cubicBezTo>
                    <a:pt x="45233" y="216061"/>
                    <a:pt x="49527" y="215817"/>
                    <a:pt x="52248" y="214483"/>
                  </a:cubicBezTo>
                  <a:cubicBezTo>
                    <a:pt x="54969" y="213154"/>
                    <a:pt x="57500" y="209959"/>
                    <a:pt x="58716" y="207043"/>
                  </a:cubicBezTo>
                  <a:cubicBezTo>
                    <a:pt x="59937" y="204128"/>
                    <a:pt x="59412" y="200358"/>
                    <a:pt x="59548" y="196995"/>
                  </a:cubicBezTo>
                  <a:cubicBezTo>
                    <a:pt x="59688" y="193628"/>
                    <a:pt x="59548" y="190233"/>
                    <a:pt x="59548" y="186852"/>
                  </a:cubicBezTo>
                  <a:cubicBezTo>
                    <a:pt x="59548" y="183471"/>
                    <a:pt x="59548" y="180094"/>
                    <a:pt x="59548" y="176713"/>
                  </a:cubicBezTo>
                  <a:cubicBezTo>
                    <a:pt x="59548" y="173332"/>
                    <a:pt x="59548" y="169951"/>
                    <a:pt x="59548" y="166570"/>
                  </a:cubicBezTo>
                  <a:cubicBezTo>
                    <a:pt x="59548" y="163194"/>
                    <a:pt x="59548" y="159813"/>
                    <a:pt x="59548" y="156432"/>
                  </a:cubicBezTo>
                  <a:cubicBezTo>
                    <a:pt x="59548" y="153051"/>
                    <a:pt x="59548" y="149670"/>
                    <a:pt x="59548" y="146289"/>
                  </a:cubicBezTo>
                  <a:cubicBezTo>
                    <a:pt x="59548" y="142912"/>
                    <a:pt x="59548" y="139531"/>
                    <a:pt x="59548" y="136150"/>
                  </a:cubicBezTo>
                  <a:cubicBezTo>
                    <a:pt x="59548" y="132769"/>
                    <a:pt x="59548" y="129388"/>
                    <a:pt x="59548" y="126011"/>
                  </a:cubicBezTo>
                  <a:cubicBezTo>
                    <a:pt x="59548" y="122630"/>
                    <a:pt x="59548" y="119249"/>
                    <a:pt x="59548" y="115868"/>
                  </a:cubicBezTo>
                  <a:cubicBezTo>
                    <a:pt x="59548" y="112487"/>
                    <a:pt x="59548" y="109111"/>
                    <a:pt x="59548" y="105730"/>
                  </a:cubicBezTo>
                  <a:cubicBezTo>
                    <a:pt x="59548" y="102349"/>
                    <a:pt x="59548" y="98968"/>
                    <a:pt x="59548" y="95587"/>
                  </a:cubicBezTo>
                  <a:cubicBezTo>
                    <a:pt x="59548" y="92210"/>
                    <a:pt x="59638" y="88825"/>
                    <a:pt x="59548" y="85448"/>
                  </a:cubicBezTo>
                  <a:cubicBezTo>
                    <a:pt x="59457" y="82072"/>
                    <a:pt x="59394" y="78681"/>
                    <a:pt x="59001" y="75332"/>
                  </a:cubicBezTo>
                  <a:cubicBezTo>
                    <a:pt x="58603" y="71983"/>
                    <a:pt x="57857" y="68669"/>
                    <a:pt x="57175" y="65361"/>
                  </a:cubicBezTo>
                  <a:cubicBezTo>
                    <a:pt x="56492" y="62052"/>
                    <a:pt x="55665" y="58770"/>
                    <a:pt x="54906" y="55475"/>
                  </a:cubicBezTo>
                  <a:cubicBezTo>
                    <a:pt x="54142" y="52185"/>
                    <a:pt x="53369" y="48894"/>
                    <a:pt x="52609" y="45599"/>
                  </a:cubicBezTo>
                  <a:cubicBezTo>
                    <a:pt x="51850" y="42308"/>
                    <a:pt x="51104" y="39008"/>
                    <a:pt x="50345" y="35713"/>
                  </a:cubicBezTo>
                  <a:cubicBezTo>
                    <a:pt x="49586" y="32423"/>
                    <a:pt x="48880" y="29109"/>
                    <a:pt x="48053" y="25837"/>
                  </a:cubicBezTo>
                  <a:cubicBezTo>
                    <a:pt x="47231" y="22564"/>
                    <a:pt x="46756" y="19106"/>
                    <a:pt x="45391" y="16073"/>
                  </a:cubicBezTo>
                  <a:cubicBezTo>
                    <a:pt x="44026" y="13040"/>
                    <a:pt x="42164" y="9994"/>
                    <a:pt x="39863" y="7630"/>
                  </a:cubicBezTo>
                  <a:cubicBezTo>
                    <a:pt x="37567" y="5270"/>
                    <a:pt x="34629" y="3137"/>
                    <a:pt x="31596" y="1898"/>
                  </a:cubicBezTo>
                  <a:cubicBezTo>
                    <a:pt x="28567" y="660"/>
                    <a:pt x="24951" y="0"/>
                    <a:pt x="21692" y="19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3" name="Center wave"/>
            <p:cNvSpPr/>
            <p:nvPr/>
          </p:nvSpPr>
          <p:spPr>
            <a:xfrm>
              <a:off x="9617233" y="3398166"/>
              <a:ext cx="49992" cy="183526"/>
            </a:xfrm>
            <a:custGeom>
              <a:avLst/>
              <a:gdLst/>
              <a:ahLst/>
              <a:cxnLst/>
              <a:rect l="l" t="t" r="r" b="b"/>
              <a:pathLst>
                <a:path w="49992" h="183526">
                  <a:moveTo>
                    <a:pt x="23218" y="228"/>
                  </a:moveTo>
                  <a:cubicBezTo>
                    <a:pt x="19965" y="457"/>
                    <a:pt x="16494" y="1433"/>
                    <a:pt x="13606" y="2947"/>
                  </a:cubicBezTo>
                  <a:cubicBezTo>
                    <a:pt x="10717" y="4461"/>
                    <a:pt x="7942" y="6771"/>
                    <a:pt x="5894" y="9311"/>
                  </a:cubicBezTo>
                  <a:cubicBezTo>
                    <a:pt x="3847" y="11847"/>
                    <a:pt x="2237" y="15047"/>
                    <a:pt x="1320" y="18189"/>
                  </a:cubicBezTo>
                  <a:cubicBezTo>
                    <a:pt x="402" y="21330"/>
                    <a:pt x="547" y="24820"/>
                    <a:pt x="393" y="28156"/>
                  </a:cubicBezTo>
                  <a:cubicBezTo>
                    <a:pt x="235" y="31496"/>
                    <a:pt x="393" y="34859"/>
                    <a:pt x="393" y="38213"/>
                  </a:cubicBezTo>
                  <a:cubicBezTo>
                    <a:pt x="393" y="41562"/>
                    <a:pt x="393" y="44916"/>
                    <a:pt x="393" y="48266"/>
                  </a:cubicBezTo>
                  <a:cubicBezTo>
                    <a:pt x="393" y="51615"/>
                    <a:pt x="393" y="54969"/>
                    <a:pt x="393" y="58318"/>
                  </a:cubicBezTo>
                  <a:cubicBezTo>
                    <a:pt x="393" y="61672"/>
                    <a:pt x="393" y="65022"/>
                    <a:pt x="393" y="68376"/>
                  </a:cubicBezTo>
                  <a:cubicBezTo>
                    <a:pt x="393" y="71725"/>
                    <a:pt x="393" y="75079"/>
                    <a:pt x="393" y="78428"/>
                  </a:cubicBezTo>
                  <a:cubicBezTo>
                    <a:pt x="393" y="81778"/>
                    <a:pt x="393" y="85132"/>
                    <a:pt x="393" y="88481"/>
                  </a:cubicBezTo>
                  <a:cubicBezTo>
                    <a:pt x="393" y="91835"/>
                    <a:pt x="393" y="95184"/>
                    <a:pt x="393" y="98538"/>
                  </a:cubicBezTo>
                  <a:cubicBezTo>
                    <a:pt x="393" y="101888"/>
                    <a:pt x="393" y="105242"/>
                    <a:pt x="393" y="108591"/>
                  </a:cubicBezTo>
                  <a:cubicBezTo>
                    <a:pt x="393" y="111940"/>
                    <a:pt x="393" y="115294"/>
                    <a:pt x="393" y="118644"/>
                  </a:cubicBezTo>
                  <a:cubicBezTo>
                    <a:pt x="393" y="121998"/>
                    <a:pt x="393" y="125347"/>
                    <a:pt x="393" y="128701"/>
                  </a:cubicBezTo>
                  <a:cubicBezTo>
                    <a:pt x="393" y="132050"/>
                    <a:pt x="393" y="135404"/>
                    <a:pt x="393" y="138754"/>
                  </a:cubicBezTo>
                  <a:cubicBezTo>
                    <a:pt x="393" y="142103"/>
                    <a:pt x="393" y="145457"/>
                    <a:pt x="393" y="148806"/>
                  </a:cubicBezTo>
                  <a:cubicBezTo>
                    <a:pt x="389" y="152160"/>
                    <a:pt x="0" y="155559"/>
                    <a:pt x="366" y="158859"/>
                  </a:cubicBezTo>
                  <a:cubicBezTo>
                    <a:pt x="737" y="162159"/>
                    <a:pt x="1270" y="165617"/>
                    <a:pt x="2599" y="168604"/>
                  </a:cubicBezTo>
                  <a:cubicBezTo>
                    <a:pt x="3923" y="171592"/>
                    <a:pt x="5948" y="174548"/>
                    <a:pt x="8326" y="176781"/>
                  </a:cubicBezTo>
                  <a:cubicBezTo>
                    <a:pt x="10699" y="179010"/>
                    <a:pt x="13773" y="180908"/>
                    <a:pt x="16842" y="181993"/>
                  </a:cubicBezTo>
                  <a:cubicBezTo>
                    <a:pt x="19916" y="183073"/>
                    <a:pt x="23500" y="183525"/>
                    <a:pt x="26754" y="183281"/>
                  </a:cubicBezTo>
                  <a:cubicBezTo>
                    <a:pt x="30004" y="183037"/>
                    <a:pt x="33471" y="182047"/>
                    <a:pt x="36351" y="180524"/>
                  </a:cubicBezTo>
                  <a:cubicBezTo>
                    <a:pt x="39225" y="179001"/>
                    <a:pt x="41978" y="176677"/>
                    <a:pt x="44017" y="174132"/>
                  </a:cubicBezTo>
                  <a:cubicBezTo>
                    <a:pt x="46055" y="171592"/>
                    <a:pt x="47669" y="168396"/>
                    <a:pt x="48591" y="165259"/>
                  </a:cubicBezTo>
                  <a:cubicBezTo>
                    <a:pt x="49509" y="162118"/>
                    <a:pt x="49387" y="158633"/>
                    <a:pt x="49549" y="155297"/>
                  </a:cubicBezTo>
                  <a:cubicBezTo>
                    <a:pt x="49708" y="151961"/>
                    <a:pt x="49549" y="148594"/>
                    <a:pt x="49549" y="145244"/>
                  </a:cubicBezTo>
                  <a:cubicBezTo>
                    <a:pt x="49549" y="141891"/>
                    <a:pt x="49531" y="138541"/>
                    <a:pt x="49549" y="135192"/>
                  </a:cubicBezTo>
                  <a:cubicBezTo>
                    <a:pt x="49563" y="131838"/>
                    <a:pt x="49626" y="128488"/>
                    <a:pt x="49644" y="125139"/>
                  </a:cubicBezTo>
                  <a:cubicBezTo>
                    <a:pt x="49658" y="121785"/>
                    <a:pt x="49644" y="118436"/>
                    <a:pt x="49644" y="115086"/>
                  </a:cubicBezTo>
                  <a:cubicBezTo>
                    <a:pt x="49644" y="111737"/>
                    <a:pt x="49653" y="108388"/>
                    <a:pt x="49635" y="105034"/>
                  </a:cubicBezTo>
                  <a:cubicBezTo>
                    <a:pt x="49622" y="101684"/>
                    <a:pt x="49558" y="98335"/>
                    <a:pt x="49549" y="94985"/>
                  </a:cubicBezTo>
                  <a:cubicBezTo>
                    <a:pt x="49536" y="91632"/>
                    <a:pt x="49567" y="88282"/>
                    <a:pt x="49572" y="84933"/>
                  </a:cubicBezTo>
                  <a:cubicBezTo>
                    <a:pt x="49581" y="81583"/>
                    <a:pt x="49586" y="78229"/>
                    <a:pt x="49581" y="74880"/>
                  </a:cubicBezTo>
                  <a:cubicBezTo>
                    <a:pt x="49576" y="71531"/>
                    <a:pt x="49536" y="68181"/>
                    <a:pt x="49549" y="64827"/>
                  </a:cubicBezTo>
                  <a:cubicBezTo>
                    <a:pt x="49558" y="61478"/>
                    <a:pt x="49622" y="58129"/>
                    <a:pt x="49640" y="54775"/>
                  </a:cubicBezTo>
                  <a:cubicBezTo>
                    <a:pt x="49658" y="51425"/>
                    <a:pt x="49676" y="48076"/>
                    <a:pt x="49662" y="44726"/>
                  </a:cubicBezTo>
                  <a:cubicBezTo>
                    <a:pt x="49644" y="41372"/>
                    <a:pt x="49554" y="38023"/>
                    <a:pt x="49549" y="34674"/>
                  </a:cubicBezTo>
                  <a:cubicBezTo>
                    <a:pt x="49549" y="31320"/>
                    <a:pt x="49992" y="27916"/>
                    <a:pt x="49644" y="24621"/>
                  </a:cubicBezTo>
                  <a:cubicBezTo>
                    <a:pt x="49296" y="21321"/>
                    <a:pt x="48795" y="17850"/>
                    <a:pt x="47461" y="14880"/>
                  </a:cubicBezTo>
                  <a:cubicBezTo>
                    <a:pt x="46123" y="11910"/>
                    <a:pt x="44021" y="9004"/>
                    <a:pt x="41630" y="6789"/>
                  </a:cubicBezTo>
                  <a:cubicBezTo>
                    <a:pt x="39239" y="4574"/>
                    <a:pt x="36188" y="2676"/>
                    <a:pt x="33119" y="1582"/>
                  </a:cubicBezTo>
                  <a:cubicBezTo>
                    <a:pt x="30054" y="488"/>
                    <a:pt x="26470" y="0"/>
                    <a:pt x="23220" y="22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4" name="Inner right wave"/>
            <p:cNvSpPr/>
            <p:nvPr/>
          </p:nvSpPr>
          <p:spPr>
            <a:xfrm>
              <a:off x="9676358" y="3317767"/>
              <a:ext cx="59896" cy="216057"/>
            </a:xfrm>
            <a:custGeom>
              <a:avLst/>
              <a:gdLst/>
              <a:ahLst/>
              <a:cxnLst/>
              <a:rect l="l" t="t" r="r" b="b"/>
              <a:pathLst>
                <a:path w="59896" h="216057">
                  <a:moveTo>
                    <a:pt x="34946" y="303"/>
                  </a:moveTo>
                  <a:cubicBezTo>
                    <a:pt x="31699" y="606"/>
                    <a:pt x="28233" y="1804"/>
                    <a:pt x="25403" y="3462"/>
                  </a:cubicBezTo>
                  <a:cubicBezTo>
                    <a:pt x="22573" y="5121"/>
                    <a:pt x="19952" y="7625"/>
                    <a:pt x="17967" y="10265"/>
                  </a:cubicBezTo>
                  <a:cubicBezTo>
                    <a:pt x="15983" y="12900"/>
                    <a:pt x="14618" y="16137"/>
                    <a:pt x="13497" y="19287"/>
                  </a:cubicBezTo>
                  <a:cubicBezTo>
                    <a:pt x="12372" y="22438"/>
                    <a:pt x="11992" y="25878"/>
                    <a:pt x="11237" y="29168"/>
                  </a:cubicBezTo>
                  <a:cubicBezTo>
                    <a:pt x="10482" y="32459"/>
                    <a:pt x="9718" y="35754"/>
                    <a:pt x="8959" y="39045"/>
                  </a:cubicBezTo>
                  <a:cubicBezTo>
                    <a:pt x="8195" y="42335"/>
                    <a:pt x="7427" y="45626"/>
                    <a:pt x="6658" y="48917"/>
                  </a:cubicBezTo>
                  <a:cubicBezTo>
                    <a:pt x="5885" y="52207"/>
                    <a:pt x="5085" y="55489"/>
                    <a:pt x="4330" y="58784"/>
                  </a:cubicBezTo>
                  <a:cubicBezTo>
                    <a:pt x="3571" y="62075"/>
                    <a:pt x="2739" y="65356"/>
                    <a:pt x="2115" y="68674"/>
                  </a:cubicBezTo>
                  <a:cubicBezTo>
                    <a:pt x="1492" y="71992"/>
                    <a:pt x="868" y="75332"/>
                    <a:pt x="579" y="78686"/>
                  </a:cubicBezTo>
                  <a:cubicBezTo>
                    <a:pt x="289" y="82044"/>
                    <a:pt x="402" y="85439"/>
                    <a:pt x="366" y="88815"/>
                  </a:cubicBezTo>
                  <a:cubicBezTo>
                    <a:pt x="330" y="92192"/>
                    <a:pt x="366" y="95573"/>
                    <a:pt x="366" y="98954"/>
                  </a:cubicBezTo>
                  <a:cubicBezTo>
                    <a:pt x="366" y="102331"/>
                    <a:pt x="366" y="105712"/>
                    <a:pt x="366" y="109088"/>
                  </a:cubicBezTo>
                  <a:cubicBezTo>
                    <a:pt x="366" y="112469"/>
                    <a:pt x="366" y="115846"/>
                    <a:pt x="366" y="119227"/>
                  </a:cubicBezTo>
                  <a:cubicBezTo>
                    <a:pt x="366" y="122603"/>
                    <a:pt x="366" y="125984"/>
                    <a:pt x="366" y="129361"/>
                  </a:cubicBezTo>
                  <a:cubicBezTo>
                    <a:pt x="366" y="132742"/>
                    <a:pt x="366" y="136118"/>
                    <a:pt x="366" y="139499"/>
                  </a:cubicBezTo>
                  <a:cubicBezTo>
                    <a:pt x="366" y="142876"/>
                    <a:pt x="366" y="146257"/>
                    <a:pt x="366" y="149633"/>
                  </a:cubicBezTo>
                  <a:cubicBezTo>
                    <a:pt x="366" y="153015"/>
                    <a:pt x="366" y="156391"/>
                    <a:pt x="366" y="159772"/>
                  </a:cubicBezTo>
                  <a:cubicBezTo>
                    <a:pt x="366" y="163149"/>
                    <a:pt x="366" y="166530"/>
                    <a:pt x="366" y="169906"/>
                  </a:cubicBezTo>
                  <a:cubicBezTo>
                    <a:pt x="366" y="173287"/>
                    <a:pt x="366" y="176664"/>
                    <a:pt x="366" y="180045"/>
                  </a:cubicBezTo>
                  <a:cubicBezTo>
                    <a:pt x="366" y="183421"/>
                    <a:pt x="366" y="186802"/>
                    <a:pt x="366" y="190179"/>
                  </a:cubicBezTo>
                  <a:cubicBezTo>
                    <a:pt x="366" y="193560"/>
                    <a:pt x="0" y="197009"/>
                    <a:pt x="366" y="200317"/>
                  </a:cubicBezTo>
                  <a:cubicBezTo>
                    <a:pt x="732" y="203626"/>
                    <a:pt x="836" y="207509"/>
                    <a:pt x="2567" y="210036"/>
                  </a:cubicBezTo>
                  <a:cubicBezTo>
                    <a:pt x="4303" y="212567"/>
                    <a:pt x="7797" y="214922"/>
                    <a:pt x="10771" y="215487"/>
                  </a:cubicBezTo>
                  <a:cubicBezTo>
                    <a:pt x="13750" y="216056"/>
                    <a:pt x="17936" y="215189"/>
                    <a:pt x="20426" y="213448"/>
                  </a:cubicBezTo>
                  <a:cubicBezTo>
                    <a:pt x="22912" y="211708"/>
                    <a:pt x="24549" y="208115"/>
                    <a:pt x="25706" y="205045"/>
                  </a:cubicBezTo>
                  <a:cubicBezTo>
                    <a:pt x="26858" y="201981"/>
                    <a:pt x="26809" y="198383"/>
                    <a:pt x="27351" y="195047"/>
                  </a:cubicBezTo>
                  <a:cubicBezTo>
                    <a:pt x="27894" y="191716"/>
                    <a:pt x="28431" y="188375"/>
                    <a:pt x="28965" y="185039"/>
                  </a:cubicBezTo>
                  <a:cubicBezTo>
                    <a:pt x="29498" y="181704"/>
                    <a:pt x="30018" y="178368"/>
                    <a:pt x="30556" y="175032"/>
                  </a:cubicBezTo>
                  <a:cubicBezTo>
                    <a:pt x="31094" y="171696"/>
                    <a:pt x="31641" y="168360"/>
                    <a:pt x="32201" y="165029"/>
                  </a:cubicBezTo>
                  <a:cubicBezTo>
                    <a:pt x="32762" y="161698"/>
                    <a:pt x="33340" y="158371"/>
                    <a:pt x="33928" y="155040"/>
                  </a:cubicBezTo>
                  <a:cubicBezTo>
                    <a:pt x="34516" y="151713"/>
                    <a:pt x="35130" y="148390"/>
                    <a:pt x="35722" y="145064"/>
                  </a:cubicBezTo>
                  <a:cubicBezTo>
                    <a:pt x="36310" y="141737"/>
                    <a:pt x="36866" y="138406"/>
                    <a:pt x="37476" y="135083"/>
                  </a:cubicBezTo>
                  <a:cubicBezTo>
                    <a:pt x="38082" y="131761"/>
                    <a:pt x="38737" y="128443"/>
                    <a:pt x="39370" y="125125"/>
                  </a:cubicBezTo>
                  <a:cubicBezTo>
                    <a:pt x="40007" y="121808"/>
                    <a:pt x="40618" y="118485"/>
                    <a:pt x="41278" y="115172"/>
                  </a:cubicBezTo>
                  <a:cubicBezTo>
                    <a:pt x="41938" y="111854"/>
                    <a:pt x="42643" y="108550"/>
                    <a:pt x="43325" y="105242"/>
                  </a:cubicBezTo>
                  <a:cubicBezTo>
                    <a:pt x="44008" y="101933"/>
                    <a:pt x="44663" y="98620"/>
                    <a:pt x="45368" y="95315"/>
                  </a:cubicBezTo>
                  <a:cubicBezTo>
                    <a:pt x="46069" y="92011"/>
                    <a:pt x="46815" y="88716"/>
                    <a:pt x="47538" y="85416"/>
                  </a:cubicBezTo>
                  <a:cubicBezTo>
                    <a:pt x="48261" y="82117"/>
                    <a:pt x="49002" y="78817"/>
                    <a:pt x="49712" y="75513"/>
                  </a:cubicBezTo>
                  <a:cubicBezTo>
                    <a:pt x="50417" y="72209"/>
                    <a:pt x="51086" y="68900"/>
                    <a:pt x="51778" y="65591"/>
                  </a:cubicBezTo>
                  <a:cubicBezTo>
                    <a:pt x="52469" y="62282"/>
                    <a:pt x="53170" y="58978"/>
                    <a:pt x="53866" y="55674"/>
                  </a:cubicBezTo>
                  <a:cubicBezTo>
                    <a:pt x="54562" y="52365"/>
                    <a:pt x="55263" y="49061"/>
                    <a:pt x="55963" y="45757"/>
                  </a:cubicBezTo>
                  <a:cubicBezTo>
                    <a:pt x="56664" y="42448"/>
                    <a:pt x="57419" y="39153"/>
                    <a:pt x="58065" y="35840"/>
                  </a:cubicBezTo>
                  <a:cubicBezTo>
                    <a:pt x="58712" y="32527"/>
                    <a:pt x="59787" y="29186"/>
                    <a:pt x="59842" y="25864"/>
                  </a:cubicBezTo>
                  <a:cubicBezTo>
                    <a:pt x="59896" y="22542"/>
                    <a:pt x="59489" y="19007"/>
                    <a:pt x="58382" y="15906"/>
                  </a:cubicBezTo>
                  <a:cubicBezTo>
                    <a:pt x="57279" y="12810"/>
                    <a:pt x="55466" y="9655"/>
                    <a:pt x="53215" y="7277"/>
                  </a:cubicBezTo>
                  <a:cubicBezTo>
                    <a:pt x="50964" y="4900"/>
                    <a:pt x="47931" y="2807"/>
                    <a:pt x="44885" y="1645"/>
                  </a:cubicBezTo>
                  <a:cubicBezTo>
                    <a:pt x="41838" y="479"/>
                    <a:pt x="38195" y="0"/>
                    <a:pt x="34945" y="303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5" name="Outer right wave"/>
            <p:cNvSpPr/>
            <p:nvPr/>
          </p:nvSpPr>
          <p:spPr>
            <a:xfrm>
              <a:off x="9717410" y="3248876"/>
              <a:ext cx="115041" cy="253104"/>
            </a:xfrm>
            <a:custGeom>
              <a:avLst/>
              <a:gdLst/>
              <a:ahLst/>
              <a:cxnLst/>
              <a:rect l="l" t="t" r="r" b="b"/>
              <a:pathLst>
                <a:path w="115041" h="253104">
                  <a:moveTo>
                    <a:pt x="80905" y="247"/>
                  </a:moveTo>
                  <a:cubicBezTo>
                    <a:pt x="77597" y="493"/>
                    <a:pt x="74193" y="1329"/>
                    <a:pt x="71097" y="2531"/>
                  </a:cubicBezTo>
                  <a:cubicBezTo>
                    <a:pt x="68000" y="3738"/>
                    <a:pt x="64958" y="5447"/>
                    <a:pt x="62319" y="7463"/>
                  </a:cubicBezTo>
                  <a:cubicBezTo>
                    <a:pt x="59679" y="9483"/>
                    <a:pt x="57252" y="11983"/>
                    <a:pt x="55263" y="14650"/>
                  </a:cubicBezTo>
                  <a:cubicBezTo>
                    <a:pt x="53274" y="17317"/>
                    <a:pt x="51678" y="20386"/>
                    <a:pt x="50381" y="23464"/>
                  </a:cubicBezTo>
                  <a:cubicBezTo>
                    <a:pt x="49084" y="26547"/>
                    <a:pt x="48397" y="29900"/>
                    <a:pt x="47479" y="33137"/>
                  </a:cubicBezTo>
                  <a:cubicBezTo>
                    <a:pt x="46562" y="36378"/>
                    <a:pt x="45748" y="39650"/>
                    <a:pt x="44880" y="42905"/>
                  </a:cubicBezTo>
                  <a:cubicBezTo>
                    <a:pt x="44017" y="46164"/>
                    <a:pt x="43149" y="49418"/>
                    <a:pt x="42281" y="52673"/>
                  </a:cubicBezTo>
                  <a:cubicBezTo>
                    <a:pt x="41413" y="55927"/>
                    <a:pt x="40550" y="59186"/>
                    <a:pt x="39677" y="62441"/>
                  </a:cubicBezTo>
                  <a:cubicBezTo>
                    <a:pt x="38801" y="65695"/>
                    <a:pt x="37906" y="68941"/>
                    <a:pt x="37038" y="72195"/>
                  </a:cubicBezTo>
                  <a:cubicBezTo>
                    <a:pt x="36170" y="75450"/>
                    <a:pt x="35316" y="78713"/>
                    <a:pt x="34466" y="81972"/>
                  </a:cubicBezTo>
                  <a:cubicBezTo>
                    <a:pt x="33621" y="85231"/>
                    <a:pt x="32793" y="88499"/>
                    <a:pt x="31953" y="91763"/>
                  </a:cubicBezTo>
                  <a:cubicBezTo>
                    <a:pt x="31112" y="95026"/>
                    <a:pt x="30267" y="98285"/>
                    <a:pt x="29430" y="101549"/>
                  </a:cubicBezTo>
                  <a:cubicBezTo>
                    <a:pt x="28599" y="104812"/>
                    <a:pt x="27767" y="108080"/>
                    <a:pt x="26958" y="111348"/>
                  </a:cubicBezTo>
                  <a:cubicBezTo>
                    <a:pt x="26144" y="114621"/>
                    <a:pt x="25367" y="117898"/>
                    <a:pt x="24567" y="121170"/>
                  </a:cubicBezTo>
                  <a:cubicBezTo>
                    <a:pt x="23767" y="124443"/>
                    <a:pt x="22935" y="127706"/>
                    <a:pt x="22149" y="130984"/>
                  </a:cubicBezTo>
                  <a:cubicBezTo>
                    <a:pt x="21362" y="134261"/>
                    <a:pt x="20607" y="137542"/>
                    <a:pt x="19857" y="140828"/>
                  </a:cubicBezTo>
                  <a:cubicBezTo>
                    <a:pt x="19102" y="144110"/>
                    <a:pt x="18379" y="147401"/>
                    <a:pt x="17628" y="150687"/>
                  </a:cubicBezTo>
                  <a:cubicBezTo>
                    <a:pt x="16878" y="153973"/>
                    <a:pt x="16114" y="157250"/>
                    <a:pt x="15355" y="160536"/>
                  </a:cubicBezTo>
                  <a:cubicBezTo>
                    <a:pt x="14595" y="163818"/>
                    <a:pt x="13827" y="167099"/>
                    <a:pt x="13077" y="170381"/>
                  </a:cubicBezTo>
                  <a:cubicBezTo>
                    <a:pt x="12322" y="173667"/>
                    <a:pt x="11581" y="176953"/>
                    <a:pt x="10844" y="180239"/>
                  </a:cubicBezTo>
                  <a:cubicBezTo>
                    <a:pt x="10102" y="183525"/>
                    <a:pt x="9375" y="186816"/>
                    <a:pt x="8633" y="190102"/>
                  </a:cubicBezTo>
                  <a:cubicBezTo>
                    <a:pt x="7897" y="193388"/>
                    <a:pt x="7142" y="196674"/>
                    <a:pt x="6410" y="199960"/>
                  </a:cubicBezTo>
                  <a:cubicBezTo>
                    <a:pt x="5677" y="203251"/>
                    <a:pt x="4968" y="206546"/>
                    <a:pt x="4244" y="209837"/>
                  </a:cubicBezTo>
                  <a:cubicBezTo>
                    <a:pt x="3521" y="213123"/>
                    <a:pt x="2757" y="216409"/>
                    <a:pt x="2066" y="219704"/>
                  </a:cubicBezTo>
                  <a:cubicBezTo>
                    <a:pt x="1370" y="222999"/>
                    <a:pt x="167" y="226308"/>
                    <a:pt x="81" y="229608"/>
                  </a:cubicBezTo>
                  <a:cubicBezTo>
                    <a:pt x="0" y="232912"/>
                    <a:pt x="353" y="236514"/>
                    <a:pt x="1564" y="239529"/>
                  </a:cubicBezTo>
                  <a:cubicBezTo>
                    <a:pt x="2775" y="242544"/>
                    <a:pt x="4909" y="245564"/>
                    <a:pt x="7345" y="247697"/>
                  </a:cubicBezTo>
                  <a:cubicBezTo>
                    <a:pt x="9786" y="249831"/>
                    <a:pt x="13063" y="251571"/>
                    <a:pt x="16200" y="252339"/>
                  </a:cubicBezTo>
                  <a:cubicBezTo>
                    <a:pt x="19342" y="253103"/>
                    <a:pt x="23062" y="253099"/>
                    <a:pt x="26189" y="252294"/>
                  </a:cubicBezTo>
                  <a:cubicBezTo>
                    <a:pt x="29317" y="251485"/>
                    <a:pt x="32468" y="249623"/>
                    <a:pt x="34963" y="247503"/>
                  </a:cubicBezTo>
                  <a:cubicBezTo>
                    <a:pt x="37463" y="245383"/>
                    <a:pt x="39402" y="242404"/>
                    <a:pt x="41178" y="239570"/>
                  </a:cubicBezTo>
                  <a:cubicBezTo>
                    <a:pt x="42959" y="236740"/>
                    <a:pt x="44329" y="233608"/>
                    <a:pt x="45649" y="230516"/>
                  </a:cubicBezTo>
                  <a:cubicBezTo>
                    <a:pt x="46968" y="227424"/>
                    <a:pt x="47945" y="224179"/>
                    <a:pt x="49093" y="221015"/>
                  </a:cubicBezTo>
                  <a:cubicBezTo>
                    <a:pt x="50245" y="217851"/>
                    <a:pt x="51412" y="214687"/>
                    <a:pt x="52560" y="211518"/>
                  </a:cubicBezTo>
                  <a:cubicBezTo>
                    <a:pt x="53708" y="208354"/>
                    <a:pt x="54847" y="205181"/>
                    <a:pt x="55991" y="202012"/>
                  </a:cubicBezTo>
                  <a:cubicBezTo>
                    <a:pt x="57134" y="198844"/>
                    <a:pt x="58282" y="195675"/>
                    <a:pt x="59421" y="192507"/>
                  </a:cubicBezTo>
                  <a:cubicBezTo>
                    <a:pt x="60560" y="189334"/>
                    <a:pt x="61686" y="186160"/>
                    <a:pt x="62825" y="182987"/>
                  </a:cubicBezTo>
                  <a:cubicBezTo>
                    <a:pt x="63959" y="179814"/>
                    <a:pt x="65099" y="176646"/>
                    <a:pt x="66233" y="173472"/>
                  </a:cubicBezTo>
                  <a:cubicBezTo>
                    <a:pt x="67372" y="170304"/>
                    <a:pt x="68511" y="167131"/>
                    <a:pt x="69646" y="163958"/>
                  </a:cubicBezTo>
                  <a:cubicBezTo>
                    <a:pt x="70780" y="160789"/>
                    <a:pt x="71906" y="157611"/>
                    <a:pt x="73045" y="154443"/>
                  </a:cubicBezTo>
                  <a:cubicBezTo>
                    <a:pt x="74184" y="151270"/>
                    <a:pt x="75341" y="148106"/>
                    <a:pt x="76485" y="144937"/>
                  </a:cubicBezTo>
                  <a:cubicBezTo>
                    <a:pt x="77628" y="141768"/>
                    <a:pt x="78767" y="138595"/>
                    <a:pt x="79902" y="135427"/>
                  </a:cubicBezTo>
                  <a:cubicBezTo>
                    <a:pt x="81041" y="132254"/>
                    <a:pt x="82185" y="129085"/>
                    <a:pt x="83319" y="125912"/>
                  </a:cubicBezTo>
                  <a:cubicBezTo>
                    <a:pt x="84454" y="122739"/>
                    <a:pt x="85579" y="119566"/>
                    <a:pt x="86714" y="116393"/>
                  </a:cubicBezTo>
                  <a:cubicBezTo>
                    <a:pt x="87848" y="113220"/>
                    <a:pt x="88996" y="110051"/>
                    <a:pt x="90135" y="106882"/>
                  </a:cubicBezTo>
                  <a:cubicBezTo>
                    <a:pt x="91274" y="103714"/>
                    <a:pt x="92409" y="100541"/>
                    <a:pt x="93553" y="97372"/>
                  </a:cubicBezTo>
                  <a:cubicBezTo>
                    <a:pt x="94696" y="94203"/>
                    <a:pt x="95862" y="91039"/>
                    <a:pt x="97006" y="87871"/>
                  </a:cubicBezTo>
                  <a:cubicBezTo>
                    <a:pt x="98150" y="84702"/>
                    <a:pt x="99275" y="81529"/>
                    <a:pt x="100414" y="78356"/>
                  </a:cubicBezTo>
                  <a:cubicBezTo>
                    <a:pt x="101549" y="75183"/>
                    <a:pt x="102697" y="72014"/>
                    <a:pt x="103813" y="68837"/>
                  </a:cubicBezTo>
                  <a:cubicBezTo>
                    <a:pt x="104930" y="65659"/>
                    <a:pt x="106014" y="62468"/>
                    <a:pt x="107117" y="59286"/>
                  </a:cubicBezTo>
                  <a:cubicBezTo>
                    <a:pt x="108225" y="56104"/>
                    <a:pt x="109364" y="52930"/>
                    <a:pt x="110440" y="49739"/>
                  </a:cubicBezTo>
                  <a:cubicBezTo>
                    <a:pt x="111511" y="46543"/>
                    <a:pt x="112813" y="43384"/>
                    <a:pt x="113559" y="40125"/>
                  </a:cubicBezTo>
                  <a:cubicBezTo>
                    <a:pt x="114304" y="36861"/>
                    <a:pt x="115041" y="33471"/>
                    <a:pt x="114919" y="30172"/>
                  </a:cubicBezTo>
                  <a:cubicBezTo>
                    <a:pt x="114793" y="26872"/>
                    <a:pt x="114006" y="23419"/>
                    <a:pt x="112813" y="20327"/>
                  </a:cubicBezTo>
                  <a:cubicBezTo>
                    <a:pt x="111619" y="17235"/>
                    <a:pt x="109857" y="14184"/>
                    <a:pt x="107759" y="11621"/>
                  </a:cubicBezTo>
                  <a:cubicBezTo>
                    <a:pt x="105662" y="9058"/>
                    <a:pt x="103022" y="6712"/>
                    <a:pt x="100220" y="4950"/>
                  </a:cubicBezTo>
                  <a:cubicBezTo>
                    <a:pt x="97417" y="3187"/>
                    <a:pt x="94158" y="1835"/>
                    <a:pt x="90940" y="1049"/>
                  </a:cubicBezTo>
                  <a:cubicBezTo>
                    <a:pt x="87722" y="267"/>
                    <a:pt x="84214" y="0"/>
                    <a:pt x="80905" y="24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26" name="Text 23"/>
          <p:cNvSpPr txBox="1"/>
          <p:nvPr/>
        </p:nvSpPr>
        <p:spPr>
          <a:xfrm>
            <a:off x="9171432" y="3840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32 px</a:t>
            </a:r>
            <a:endParaRPr lang="en-US" sz="1200" dirty="0"/>
          </a:p>
        </p:txBody>
      </p:sp>
      <p:sp>
        <p:nvSpPr>
          <p:cNvPr id="27" name="Icon 24px"/>
          <p:cNvSpPr/>
          <p:nvPr/>
        </p:nvSpPr>
        <p:spPr>
          <a:xfrm>
            <a:off x="10314432" y="3273552"/>
            <a:ext cx="429768" cy="429768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</p:sp>
      <p:grpSp>
        <p:nvGrpSpPr>
          <p:cNvPr id="45" name="VCA symbol"/>
          <p:cNvGrpSpPr/>
          <p:nvPr/>
        </p:nvGrpSpPr>
        <p:grpSpPr>
          <a:xfrm>
            <a:off x="10387493" y="3364290"/>
            <a:ext cx="283647" cy="248292"/>
            <a:chOff x="10387493" y="3364290"/>
            <a:chExt cx="283647" cy="248292"/>
          </a:xfrm>
        </p:grpSpPr>
        <p:sp>
          <p:nvSpPr>
            <p:cNvPr id="28" name="Outer left wave"/>
            <p:cNvSpPr/>
            <p:nvPr/>
          </p:nvSpPr>
          <p:spPr>
            <a:xfrm>
              <a:off x="10387493" y="3364339"/>
              <a:ext cx="85724" cy="188856"/>
            </a:xfrm>
            <a:custGeom>
              <a:avLst/>
              <a:gdLst/>
              <a:ahLst/>
              <a:cxnLst/>
              <a:rect l="l" t="t" r="r" b="b"/>
              <a:pathLst>
                <a:path w="85724" h="188856">
                  <a:moveTo>
                    <a:pt x="24322" y="49"/>
                  </a:moveTo>
                  <a:cubicBezTo>
                    <a:pt x="21848" y="0"/>
                    <a:pt x="19245" y="310"/>
                    <a:pt x="16874" y="1015"/>
                  </a:cubicBezTo>
                  <a:cubicBezTo>
                    <a:pt x="14504" y="1723"/>
                    <a:pt x="12130" y="2870"/>
                    <a:pt x="10103" y="4286"/>
                  </a:cubicBezTo>
                  <a:cubicBezTo>
                    <a:pt x="8080" y="5702"/>
                    <a:pt x="6191" y="7533"/>
                    <a:pt x="4714" y="9516"/>
                  </a:cubicBezTo>
                  <a:cubicBezTo>
                    <a:pt x="3237" y="11499"/>
                    <a:pt x="2020" y="13836"/>
                    <a:pt x="1241" y="16183"/>
                  </a:cubicBezTo>
                  <a:cubicBezTo>
                    <a:pt x="462" y="18530"/>
                    <a:pt x="0" y="21137"/>
                    <a:pt x="34" y="23602"/>
                  </a:cubicBezTo>
                  <a:cubicBezTo>
                    <a:pt x="71" y="26067"/>
                    <a:pt x="819" y="28552"/>
                    <a:pt x="1453" y="30973"/>
                  </a:cubicBezTo>
                  <a:cubicBezTo>
                    <a:pt x="2084" y="33394"/>
                    <a:pt x="3021" y="35751"/>
                    <a:pt x="3827" y="38132"/>
                  </a:cubicBezTo>
                  <a:cubicBezTo>
                    <a:pt x="4630" y="40516"/>
                    <a:pt x="5459" y="42890"/>
                    <a:pt x="6286" y="45264"/>
                  </a:cubicBezTo>
                  <a:cubicBezTo>
                    <a:pt x="7108" y="47638"/>
                    <a:pt x="7941" y="50012"/>
                    <a:pt x="8778" y="52383"/>
                  </a:cubicBezTo>
                  <a:cubicBezTo>
                    <a:pt x="9614" y="54757"/>
                    <a:pt x="10460" y="57121"/>
                    <a:pt x="11300" y="59491"/>
                  </a:cubicBezTo>
                  <a:cubicBezTo>
                    <a:pt x="12140" y="61862"/>
                    <a:pt x="12973" y="64236"/>
                    <a:pt x="13816" y="66603"/>
                  </a:cubicBezTo>
                  <a:cubicBezTo>
                    <a:pt x="14659" y="68974"/>
                    <a:pt x="15502" y="71341"/>
                    <a:pt x="16352" y="73708"/>
                  </a:cubicBezTo>
                  <a:cubicBezTo>
                    <a:pt x="17201" y="76072"/>
                    <a:pt x="18068" y="78433"/>
                    <a:pt x="18921" y="80800"/>
                  </a:cubicBezTo>
                  <a:cubicBezTo>
                    <a:pt x="19774" y="83164"/>
                    <a:pt x="20621" y="85534"/>
                    <a:pt x="21470" y="87898"/>
                  </a:cubicBezTo>
                  <a:cubicBezTo>
                    <a:pt x="22320" y="90265"/>
                    <a:pt x="23170" y="92633"/>
                    <a:pt x="24026" y="94997"/>
                  </a:cubicBezTo>
                  <a:cubicBezTo>
                    <a:pt x="24883" y="97360"/>
                    <a:pt x="25760" y="99718"/>
                    <a:pt x="26610" y="102081"/>
                  </a:cubicBezTo>
                  <a:cubicBezTo>
                    <a:pt x="27463" y="104449"/>
                    <a:pt x="28286" y="106823"/>
                    <a:pt x="29132" y="109190"/>
                  </a:cubicBezTo>
                  <a:cubicBezTo>
                    <a:pt x="29982" y="111557"/>
                    <a:pt x="30852" y="113918"/>
                    <a:pt x="31701" y="116282"/>
                  </a:cubicBezTo>
                  <a:cubicBezTo>
                    <a:pt x="32548" y="118649"/>
                    <a:pt x="33381" y="121023"/>
                    <a:pt x="34224" y="123390"/>
                  </a:cubicBezTo>
                  <a:cubicBezTo>
                    <a:pt x="35070" y="125757"/>
                    <a:pt x="35923" y="128124"/>
                    <a:pt x="36773" y="130488"/>
                  </a:cubicBezTo>
                  <a:cubicBezTo>
                    <a:pt x="37623" y="132856"/>
                    <a:pt x="38476" y="135223"/>
                    <a:pt x="39326" y="137590"/>
                  </a:cubicBezTo>
                  <a:cubicBezTo>
                    <a:pt x="40172" y="139954"/>
                    <a:pt x="41019" y="142325"/>
                    <a:pt x="41868" y="144688"/>
                  </a:cubicBezTo>
                  <a:cubicBezTo>
                    <a:pt x="42718" y="147056"/>
                    <a:pt x="43568" y="149423"/>
                    <a:pt x="44425" y="151787"/>
                  </a:cubicBezTo>
                  <a:cubicBezTo>
                    <a:pt x="45281" y="154151"/>
                    <a:pt x="46148" y="156511"/>
                    <a:pt x="47001" y="158875"/>
                  </a:cubicBezTo>
                  <a:cubicBezTo>
                    <a:pt x="47854" y="161242"/>
                    <a:pt x="48677" y="163616"/>
                    <a:pt x="49537" y="165980"/>
                  </a:cubicBezTo>
                  <a:cubicBezTo>
                    <a:pt x="50393" y="168344"/>
                    <a:pt x="51125" y="170765"/>
                    <a:pt x="52147" y="173055"/>
                  </a:cubicBezTo>
                  <a:cubicBezTo>
                    <a:pt x="53169" y="175345"/>
                    <a:pt x="54261" y="177661"/>
                    <a:pt x="55671" y="179718"/>
                  </a:cubicBezTo>
                  <a:cubicBezTo>
                    <a:pt x="57077" y="181772"/>
                    <a:pt x="58635" y="183940"/>
                    <a:pt x="60587" y="185394"/>
                  </a:cubicBezTo>
                  <a:cubicBezTo>
                    <a:pt x="62543" y="186847"/>
                    <a:pt x="65025" y="188017"/>
                    <a:pt x="67396" y="188435"/>
                  </a:cubicBezTo>
                  <a:cubicBezTo>
                    <a:pt x="69770" y="188857"/>
                    <a:pt x="72541" y="188668"/>
                    <a:pt x="74831" y="187912"/>
                  </a:cubicBezTo>
                  <a:cubicBezTo>
                    <a:pt x="77117" y="187157"/>
                    <a:pt x="79434" y="185636"/>
                    <a:pt x="81130" y="183906"/>
                  </a:cubicBezTo>
                  <a:cubicBezTo>
                    <a:pt x="82823" y="182173"/>
                    <a:pt x="84266" y="179819"/>
                    <a:pt x="84995" y="177513"/>
                  </a:cubicBezTo>
                  <a:cubicBezTo>
                    <a:pt x="85723" y="175206"/>
                    <a:pt x="85666" y="172539"/>
                    <a:pt x="85501" y="170067"/>
                  </a:cubicBezTo>
                  <a:cubicBezTo>
                    <a:pt x="85335" y="167595"/>
                    <a:pt x="84519" y="165137"/>
                    <a:pt x="84000" y="162675"/>
                  </a:cubicBezTo>
                  <a:cubicBezTo>
                    <a:pt x="83484" y="160214"/>
                    <a:pt x="82934" y="157762"/>
                    <a:pt x="82398" y="155304"/>
                  </a:cubicBezTo>
                  <a:cubicBezTo>
                    <a:pt x="81862" y="152849"/>
                    <a:pt x="81323" y="150391"/>
                    <a:pt x="80790" y="147936"/>
                  </a:cubicBezTo>
                  <a:cubicBezTo>
                    <a:pt x="80254" y="145477"/>
                    <a:pt x="79744" y="143016"/>
                    <a:pt x="79188" y="140564"/>
                  </a:cubicBezTo>
                  <a:cubicBezTo>
                    <a:pt x="78628" y="138113"/>
                    <a:pt x="78008" y="135675"/>
                    <a:pt x="77441" y="133227"/>
                  </a:cubicBezTo>
                  <a:cubicBezTo>
                    <a:pt x="76871" y="130775"/>
                    <a:pt x="76335" y="128320"/>
                    <a:pt x="75785" y="125868"/>
                  </a:cubicBezTo>
                  <a:cubicBezTo>
                    <a:pt x="75232" y="123414"/>
                    <a:pt x="74690" y="120959"/>
                    <a:pt x="74130" y="118507"/>
                  </a:cubicBezTo>
                  <a:cubicBezTo>
                    <a:pt x="73573" y="116056"/>
                    <a:pt x="73000" y="113607"/>
                    <a:pt x="72434" y="111159"/>
                  </a:cubicBezTo>
                  <a:cubicBezTo>
                    <a:pt x="71870" y="108708"/>
                    <a:pt x="71317" y="106256"/>
                    <a:pt x="70744" y="103808"/>
                  </a:cubicBezTo>
                  <a:cubicBezTo>
                    <a:pt x="70174" y="101360"/>
                    <a:pt x="69587" y="98912"/>
                    <a:pt x="69004" y="96467"/>
                  </a:cubicBezTo>
                  <a:cubicBezTo>
                    <a:pt x="68421" y="94022"/>
                    <a:pt x="67834" y="91577"/>
                    <a:pt x="67244" y="89132"/>
                  </a:cubicBezTo>
                  <a:cubicBezTo>
                    <a:pt x="66657" y="86688"/>
                    <a:pt x="66087" y="84239"/>
                    <a:pt x="65477" y="81798"/>
                  </a:cubicBezTo>
                  <a:cubicBezTo>
                    <a:pt x="64866" y="79360"/>
                    <a:pt x="64212" y="76932"/>
                    <a:pt x="63582" y="74497"/>
                  </a:cubicBezTo>
                  <a:cubicBezTo>
                    <a:pt x="62951" y="72063"/>
                    <a:pt x="62327" y="69628"/>
                    <a:pt x="61700" y="67193"/>
                  </a:cubicBezTo>
                  <a:cubicBezTo>
                    <a:pt x="61073" y="64759"/>
                    <a:pt x="60456" y="62321"/>
                    <a:pt x="59818" y="59889"/>
                  </a:cubicBezTo>
                  <a:cubicBezTo>
                    <a:pt x="59178" y="57458"/>
                    <a:pt x="58517" y="55033"/>
                    <a:pt x="57863" y="52605"/>
                  </a:cubicBezTo>
                  <a:cubicBezTo>
                    <a:pt x="57212" y="50174"/>
                    <a:pt x="56551" y="47750"/>
                    <a:pt x="55903" y="45318"/>
                  </a:cubicBezTo>
                  <a:cubicBezTo>
                    <a:pt x="55256" y="42890"/>
                    <a:pt x="54632" y="40456"/>
                    <a:pt x="53981" y="38024"/>
                  </a:cubicBezTo>
                  <a:cubicBezTo>
                    <a:pt x="53334" y="35596"/>
                    <a:pt x="52666" y="33172"/>
                    <a:pt x="52015" y="30744"/>
                  </a:cubicBezTo>
                  <a:cubicBezTo>
                    <a:pt x="51364" y="28316"/>
                    <a:pt x="50778" y="25864"/>
                    <a:pt x="50073" y="23453"/>
                  </a:cubicBezTo>
                  <a:cubicBezTo>
                    <a:pt x="49368" y="21042"/>
                    <a:pt x="48802" y="18550"/>
                    <a:pt x="47776" y="16281"/>
                  </a:cubicBezTo>
                  <a:cubicBezTo>
                    <a:pt x="46751" y="14011"/>
                    <a:pt x="45480" y="11765"/>
                    <a:pt x="43925" y="9830"/>
                  </a:cubicBezTo>
                  <a:cubicBezTo>
                    <a:pt x="42374" y="7891"/>
                    <a:pt x="40493" y="6083"/>
                    <a:pt x="38459" y="4664"/>
                  </a:cubicBezTo>
                  <a:cubicBezTo>
                    <a:pt x="36426" y="3241"/>
                    <a:pt x="34082" y="2077"/>
                    <a:pt x="31725" y="1308"/>
                  </a:cubicBezTo>
                  <a:cubicBezTo>
                    <a:pt x="29368" y="540"/>
                    <a:pt x="26798" y="98"/>
                    <a:pt x="24323" y="4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9" name="Inner left wave"/>
            <p:cNvSpPr/>
            <p:nvPr/>
          </p:nvSpPr>
          <p:spPr>
            <a:xfrm>
              <a:off x="10459112" y="3415658"/>
              <a:ext cx="44713" cy="161188"/>
            </a:xfrm>
            <a:custGeom>
              <a:avLst/>
              <a:gdLst/>
              <a:ahLst/>
              <a:cxnLst/>
              <a:rect l="l" t="t" r="r" b="b"/>
              <a:pathLst>
                <a:path w="44713" h="161188">
                  <a:moveTo>
                    <a:pt x="16183" y="149"/>
                  </a:moveTo>
                  <a:cubicBezTo>
                    <a:pt x="13755" y="300"/>
                    <a:pt x="11115" y="1106"/>
                    <a:pt x="8997" y="2313"/>
                  </a:cubicBezTo>
                  <a:cubicBezTo>
                    <a:pt x="6879" y="3524"/>
                    <a:pt x="4903" y="5406"/>
                    <a:pt x="3487" y="7402"/>
                  </a:cubicBezTo>
                  <a:cubicBezTo>
                    <a:pt x="2070" y="9398"/>
                    <a:pt x="1012" y="11894"/>
                    <a:pt x="506" y="14291"/>
                  </a:cubicBezTo>
                  <a:cubicBezTo>
                    <a:pt x="0" y="16689"/>
                    <a:pt x="209" y="19299"/>
                    <a:pt x="452" y="21784"/>
                  </a:cubicBezTo>
                  <a:cubicBezTo>
                    <a:pt x="691" y="24269"/>
                    <a:pt x="1437" y="26731"/>
                    <a:pt x="1952" y="29199"/>
                  </a:cubicBezTo>
                  <a:cubicBezTo>
                    <a:pt x="2468" y="31668"/>
                    <a:pt x="3025" y="34126"/>
                    <a:pt x="3551" y="36594"/>
                  </a:cubicBezTo>
                  <a:cubicBezTo>
                    <a:pt x="4077" y="39059"/>
                    <a:pt x="4589" y="41528"/>
                    <a:pt x="5102" y="43996"/>
                  </a:cubicBezTo>
                  <a:cubicBezTo>
                    <a:pt x="5618" y="46465"/>
                    <a:pt x="6117" y="48936"/>
                    <a:pt x="6640" y="51405"/>
                  </a:cubicBezTo>
                  <a:cubicBezTo>
                    <a:pt x="7159" y="53870"/>
                    <a:pt x="7702" y="56332"/>
                    <a:pt x="8228" y="58800"/>
                  </a:cubicBezTo>
                  <a:cubicBezTo>
                    <a:pt x="8754" y="61265"/>
                    <a:pt x="9287" y="63730"/>
                    <a:pt x="9799" y="66198"/>
                  </a:cubicBezTo>
                  <a:cubicBezTo>
                    <a:pt x="10315" y="68667"/>
                    <a:pt x="10804" y="71142"/>
                    <a:pt x="11320" y="73610"/>
                  </a:cubicBezTo>
                  <a:cubicBezTo>
                    <a:pt x="11833" y="76079"/>
                    <a:pt x="12379" y="78541"/>
                    <a:pt x="12885" y="81009"/>
                  </a:cubicBezTo>
                  <a:cubicBezTo>
                    <a:pt x="13394" y="83481"/>
                    <a:pt x="13883" y="85952"/>
                    <a:pt x="14365" y="88428"/>
                  </a:cubicBezTo>
                  <a:cubicBezTo>
                    <a:pt x="14844" y="90903"/>
                    <a:pt x="15313" y="93381"/>
                    <a:pt x="15775" y="95860"/>
                  </a:cubicBezTo>
                  <a:cubicBezTo>
                    <a:pt x="16237" y="98338"/>
                    <a:pt x="16689" y="100820"/>
                    <a:pt x="17141" y="103302"/>
                  </a:cubicBezTo>
                  <a:cubicBezTo>
                    <a:pt x="17592" y="105781"/>
                    <a:pt x="18044" y="108263"/>
                    <a:pt x="18483" y="110744"/>
                  </a:cubicBezTo>
                  <a:cubicBezTo>
                    <a:pt x="18924" y="113230"/>
                    <a:pt x="19356" y="115715"/>
                    <a:pt x="19778" y="118200"/>
                  </a:cubicBezTo>
                  <a:cubicBezTo>
                    <a:pt x="20199" y="120686"/>
                    <a:pt x="20617" y="123171"/>
                    <a:pt x="21019" y="125663"/>
                  </a:cubicBezTo>
                  <a:cubicBezTo>
                    <a:pt x="21420" y="128151"/>
                    <a:pt x="21791" y="130643"/>
                    <a:pt x="22189" y="133135"/>
                  </a:cubicBezTo>
                  <a:cubicBezTo>
                    <a:pt x="22590" y="135624"/>
                    <a:pt x="23018" y="138109"/>
                    <a:pt x="23413" y="140601"/>
                  </a:cubicBezTo>
                  <a:cubicBezTo>
                    <a:pt x="23807" y="143090"/>
                    <a:pt x="24091" y="145606"/>
                    <a:pt x="24559" y="148077"/>
                  </a:cubicBezTo>
                  <a:cubicBezTo>
                    <a:pt x="25031" y="150549"/>
                    <a:pt x="25058" y="153368"/>
                    <a:pt x="26235" y="155425"/>
                  </a:cubicBezTo>
                  <a:cubicBezTo>
                    <a:pt x="27412" y="157482"/>
                    <a:pt x="29496" y="159657"/>
                    <a:pt x="31621" y="160423"/>
                  </a:cubicBezTo>
                  <a:cubicBezTo>
                    <a:pt x="33745" y="161188"/>
                    <a:pt x="36949" y="161006"/>
                    <a:pt x="38979" y="160011"/>
                  </a:cubicBezTo>
                  <a:cubicBezTo>
                    <a:pt x="41009" y="159020"/>
                    <a:pt x="42897" y="156636"/>
                    <a:pt x="43804" y="154461"/>
                  </a:cubicBezTo>
                  <a:cubicBezTo>
                    <a:pt x="44715" y="152286"/>
                    <a:pt x="44323" y="149473"/>
                    <a:pt x="44425" y="146965"/>
                  </a:cubicBezTo>
                  <a:cubicBezTo>
                    <a:pt x="44529" y="144452"/>
                    <a:pt x="44425" y="141920"/>
                    <a:pt x="44425" y="139398"/>
                  </a:cubicBezTo>
                  <a:cubicBezTo>
                    <a:pt x="44425" y="136875"/>
                    <a:pt x="44425" y="134356"/>
                    <a:pt x="44425" y="131834"/>
                  </a:cubicBezTo>
                  <a:cubicBezTo>
                    <a:pt x="44425" y="129311"/>
                    <a:pt x="44425" y="126789"/>
                    <a:pt x="44425" y="124267"/>
                  </a:cubicBezTo>
                  <a:cubicBezTo>
                    <a:pt x="44425" y="121748"/>
                    <a:pt x="44425" y="119225"/>
                    <a:pt x="44425" y="116703"/>
                  </a:cubicBezTo>
                  <a:cubicBezTo>
                    <a:pt x="44425" y="114181"/>
                    <a:pt x="44425" y="111658"/>
                    <a:pt x="44425" y="109136"/>
                  </a:cubicBezTo>
                  <a:cubicBezTo>
                    <a:pt x="44425" y="106617"/>
                    <a:pt x="44425" y="104095"/>
                    <a:pt x="44425" y="101572"/>
                  </a:cubicBezTo>
                  <a:cubicBezTo>
                    <a:pt x="44425" y="99050"/>
                    <a:pt x="44425" y="96528"/>
                    <a:pt x="44425" y="94009"/>
                  </a:cubicBezTo>
                  <a:cubicBezTo>
                    <a:pt x="44425" y="91486"/>
                    <a:pt x="44425" y="88964"/>
                    <a:pt x="44425" y="86441"/>
                  </a:cubicBezTo>
                  <a:cubicBezTo>
                    <a:pt x="44425" y="83919"/>
                    <a:pt x="44425" y="81400"/>
                    <a:pt x="44425" y="78878"/>
                  </a:cubicBezTo>
                  <a:cubicBezTo>
                    <a:pt x="44425" y="76355"/>
                    <a:pt x="44425" y="73833"/>
                    <a:pt x="44425" y="71311"/>
                  </a:cubicBezTo>
                  <a:cubicBezTo>
                    <a:pt x="44425" y="68792"/>
                    <a:pt x="44492" y="66266"/>
                    <a:pt x="44425" y="63747"/>
                  </a:cubicBezTo>
                  <a:cubicBezTo>
                    <a:pt x="44357" y="61228"/>
                    <a:pt x="44310" y="58699"/>
                    <a:pt x="44017" y="56200"/>
                  </a:cubicBezTo>
                  <a:cubicBezTo>
                    <a:pt x="43720" y="53701"/>
                    <a:pt x="43163" y="51230"/>
                    <a:pt x="42654" y="48761"/>
                  </a:cubicBezTo>
                  <a:cubicBezTo>
                    <a:pt x="42145" y="46293"/>
                    <a:pt x="41528" y="43845"/>
                    <a:pt x="40961" y="41386"/>
                  </a:cubicBezTo>
                  <a:cubicBezTo>
                    <a:pt x="40391" y="38931"/>
                    <a:pt x="39815" y="36476"/>
                    <a:pt x="39248" y="34018"/>
                  </a:cubicBezTo>
                  <a:cubicBezTo>
                    <a:pt x="38682" y="31563"/>
                    <a:pt x="38125" y="29102"/>
                    <a:pt x="37559" y="26643"/>
                  </a:cubicBezTo>
                  <a:cubicBezTo>
                    <a:pt x="36992" y="24188"/>
                    <a:pt x="36466" y="21717"/>
                    <a:pt x="35849" y="19275"/>
                  </a:cubicBezTo>
                  <a:cubicBezTo>
                    <a:pt x="35235" y="16834"/>
                    <a:pt x="34881" y="14254"/>
                    <a:pt x="33863" y="11991"/>
                  </a:cubicBezTo>
                  <a:cubicBezTo>
                    <a:pt x="32845" y="9729"/>
                    <a:pt x="31455" y="7456"/>
                    <a:pt x="29739" y="5692"/>
                  </a:cubicBezTo>
                  <a:cubicBezTo>
                    <a:pt x="28026" y="3932"/>
                    <a:pt x="25834" y="2340"/>
                    <a:pt x="23571" y="1416"/>
                  </a:cubicBezTo>
                  <a:cubicBezTo>
                    <a:pt x="21312" y="492"/>
                    <a:pt x="18614" y="0"/>
                    <a:pt x="16183" y="14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0" name="Center wave"/>
            <p:cNvSpPr/>
            <p:nvPr/>
          </p:nvSpPr>
          <p:spPr>
            <a:xfrm>
              <a:off x="10510579" y="3475665"/>
              <a:ext cx="37296" cy="136917"/>
            </a:xfrm>
            <a:custGeom>
              <a:avLst/>
              <a:gdLst/>
              <a:ahLst/>
              <a:cxnLst/>
              <a:rect l="l" t="t" r="r" b="b"/>
              <a:pathLst>
                <a:path w="37296" h="136917">
                  <a:moveTo>
                    <a:pt x="17321" y="170"/>
                  </a:moveTo>
                  <a:cubicBezTo>
                    <a:pt x="14895" y="341"/>
                    <a:pt x="12305" y="1069"/>
                    <a:pt x="10150" y="2199"/>
                  </a:cubicBezTo>
                  <a:cubicBezTo>
                    <a:pt x="7995" y="3328"/>
                    <a:pt x="5925" y="5051"/>
                    <a:pt x="4397" y="6947"/>
                  </a:cubicBezTo>
                  <a:cubicBezTo>
                    <a:pt x="2870" y="8838"/>
                    <a:pt x="1669" y="11226"/>
                    <a:pt x="985" y="13569"/>
                  </a:cubicBezTo>
                  <a:cubicBezTo>
                    <a:pt x="300" y="15913"/>
                    <a:pt x="408" y="18516"/>
                    <a:pt x="293" y="21005"/>
                  </a:cubicBezTo>
                  <a:cubicBezTo>
                    <a:pt x="175" y="23497"/>
                    <a:pt x="293" y="26006"/>
                    <a:pt x="293" y="28508"/>
                  </a:cubicBezTo>
                  <a:cubicBezTo>
                    <a:pt x="293" y="31007"/>
                    <a:pt x="293" y="33509"/>
                    <a:pt x="293" y="36008"/>
                  </a:cubicBezTo>
                  <a:cubicBezTo>
                    <a:pt x="293" y="38506"/>
                    <a:pt x="293" y="41009"/>
                    <a:pt x="293" y="43507"/>
                  </a:cubicBezTo>
                  <a:cubicBezTo>
                    <a:pt x="293" y="46009"/>
                    <a:pt x="293" y="48508"/>
                    <a:pt x="293" y="51010"/>
                  </a:cubicBezTo>
                  <a:cubicBezTo>
                    <a:pt x="293" y="53509"/>
                    <a:pt x="293" y="56011"/>
                    <a:pt x="293" y="58510"/>
                  </a:cubicBezTo>
                  <a:cubicBezTo>
                    <a:pt x="293" y="61009"/>
                    <a:pt x="293" y="63511"/>
                    <a:pt x="293" y="66010"/>
                  </a:cubicBezTo>
                  <a:cubicBezTo>
                    <a:pt x="293" y="68512"/>
                    <a:pt x="293" y="71011"/>
                    <a:pt x="293" y="73513"/>
                  </a:cubicBezTo>
                  <a:cubicBezTo>
                    <a:pt x="293" y="76011"/>
                    <a:pt x="293" y="78514"/>
                    <a:pt x="293" y="81012"/>
                  </a:cubicBezTo>
                  <a:cubicBezTo>
                    <a:pt x="293" y="83511"/>
                    <a:pt x="293" y="86013"/>
                    <a:pt x="293" y="88512"/>
                  </a:cubicBezTo>
                  <a:cubicBezTo>
                    <a:pt x="293" y="91014"/>
                    <a:pt x="293" y="93513"/>
                    <a:pt x="293" y="96015"/>
                  </a:cubicBezTo>
                  <a:cubicBezTo>
                    <a:pt x="293" y="98514"/>
                    <a:pt x="293" y="101016"/>
                    <a:pt x="293" y="103515"/>
                  </a:cubicBezTo>
                  <a:cubicBezTo>
                    <a:pt x="293" y="106013"/>
                    <a:pt x="293" y="108515"/>
                    <a:pt x="293" y="111014"/>
                  </a:cubicBezTo>
                  <a:cubicBezTo>
                    <a:pt x="290" y="113516"/>
                    <a:pt x="0" y="116052"/>
                    <a:pt x="273" y="118514"/>
                  </a:cubicBezTo>
                  <a:cubicBezTo>
                    <a:pt x="550" y="120976"/>
                    <a:pt x="948" y="123555"/>
                    <a:pt x="1939" y="125784"/>
                  </a:cubicBezTo>
                  <a:cubicBezTo>
                    <a:pt x="2927" y="128013"/>
                    <a:pt x="4438" y="130219"/>
                    <a:pt x="6211" y="131884"/>
                  </a:cubicBezTo>
                  <a:cubicBezTo>
                    <a:pt x="7982" y="133547"/>
                    <a:pt x="10275" y="134963"/>
                    <a:pt x="12565" y="135772"/>
                  </a:cubicBezTo>
                  <a:cubicBezTo>
                    <a:pt x="14858" y="136578"/>
                    <a:pt x="17532" y="136916"/>
                    <a:pt x="19960" y="136734"/>
                  </a:cubicBezTo>
                  <a:cubicBezTo>
                    <a:pt x="22384" y="136551"/>
                    <a:pt x="24971" y="135813"/>
                    <a:pt x="27119" y="134677"/>
                  </a:cubicBezTo>
                  <a:cubicBezTo>
                    <a:pt x="29263" y="133540"/>
                    <a:pt x="31317" y="131807"/>
                    <a:pt x="32838" y="129908"/>
                  </a:cubicBezTo>
                  <a:cubicBezTo>
                    <a:pt x="34359" y="128013"/>
                    <a:pt x="35563" y="125629"/>
                    <a:pt x="36251" y="123289"/>
                  </a:cubicBezTo>
                  <a:cubicBezTo>
                    <a:pt x="36935" y="120945"/>
                    <a:pt x="36844" y="118345"/>
                    <a:pt x="36965" y="115857"/>
                  </a:cubicBezTo>
                  <a:cubicBezTo>
                    <a:pt x="37083" y="113368"/>
                    <a:pt x="36965" y="110856"/>
                    <a:pt x="36965" y="108357"/>
                  </a:cubicBezTo>
                  <a:cubicBezTo>
                    <a:pt x="36965" y="105855"/>
                    <a:pt x="36952" y="103356"/>
                    <a:pt x="36965" y="100857"/>
                  </a:cubicBezTo>
                  <a:cubicBezTo>
                    <a:pt x="36976" y="98355"/>
                    <a:pt x="37023" y="95856"/>
                    <a:pt x="37036" y="93358"/>
                  </a:cubicBezTo>
                  <a:cubicBezTo>
                    <a:pt x="37046" y="90856"/>
                    <a:pt x="37036" y="88357"/>
                    <a:pt x="37036" y="85858"/>
                  </a:cubicBezTo>
                  <a:cubicBezTo>
                    <a:pt x="37036" y="83359"/>
                    <a:pt x="37043" y="80861"/>
                    <a:pt x="37029" y="78358"/>
                  </a:cubicBezTo>
                  <a:cubicBezTo>
                    <a:pt x="37019" y="75860"/>
                    <a:pt x="36972" y="73361"/>
                    <a:pt x="36965" y="70862"/>
                  </a:cubicBezTo>
                  <a:cubicBezTo>
                    <a:pt x="36955" y="68360"/>
                    <a:pt x="36979" y="65861"/>
                    <a:pt x="36982" y="63363"/>
                  </a:cubicBezTo>
                  <a:cubicBezTo>
                    <a:pt x="36989" y="60864"/>
                    <a:pt x="36992" y="58362"/>
                    <a:pt x="36989" y="55863"/>
                  </a:cubicBezTo>
                  <a:cubicBezTo>
                    <a:pt x="36986" y="53364"/>
                    <a:pt x="36955" y="50865"/>
                    <a:pt x="36965" y="48363"/>
                  </a:cubicBezTo>
                  <a:cubicBezTo>
                    <a:pt x="36972" y="45864"/>
                    <a:pt x="37019" y="43366"/>
                    <a:pt x="37033" y="40864"/>
                  </a:cubicBezTo>
                  <a:cubicBezTo>
                    <a:pt x="37046" y="38365"/>
                    <a:pt x="37060" y="35866"/>
                    <a:pt x="37050" y="33367"/>
                  </a:cubicBezTo>
                  <a:cubicBezTo>
                    <a:pt x="37036" y="30865"/>
                    <a:pt x="36969" y="28366"/>
                    <a:pt x="36965" y="25868"/>
                  </a:cubicBezTo>
                  <a:cubicBezTo>
                    <a:pt x="36965" y="23366"/>
                    <a:pt x="37296" y="20826"/>
                    <a:pt x="37036" y="18368"/>
                  </a:cubicBezTo>
                  <a:cubicBezTo>
                    <a:pt x="36777" y="15906"/>
                    <a:pt x="36402" y="13317"/>
                    <a:pt x="35407" y="11101"/>
                  </a:cubicBezTo>
                  <a:cubicBezTo>
                    <a:pt x="34409" y="8886"/>
                    <a:pt x="32841" y="6717"/>
                    <a:pt x="31057" y="5065"/>
                  </a:cubicBezTo>
                  <a:cubicBezTo>
                    <a:pt x="29274" y="3413"/>
                    <a:pt x="26997" y="1996"/>
                    <a:pt x="24708" y="1180"/>
                  </a:cubicBezTo>
                  <a:cubicBezTo>
                    <a:pt x="22421" y="364"/>
                    <a:pt x="19747" y="0"/>
                    <a:pt x="17323" y="16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1" name="Inner right wave"/>
            <p:cNvSpPr/>
            <p:nvPr/>
          </p:nvSpPr>
          <p:spPr>
            <a:xfrm>
              <a:off x="10554688" y="3415686"/>
              <a:ext cx="44684" cy="161185"/>
            </a:xfrm>
            <a:custGeom>
              <a:avLst/>
              <a:gdLst/>
              <a:ahLst/>
              <a:cxnLst/>
              <a:rect l="l" t="t" r="r" b="b"/>
              <a:pathLst>
                <a:path w="44684" h="161185">
                  <a:moveTo>
                    <a:pt x="26071" y="226"/>
                  </a:moveTo>
                  <a:cubicBezTo>
                    <a:pt x="23649" y="452"/>
                    <a:pt x="21062" y="1345"/>
                    <a:pt x="18951" y="2583"/>
                  </a:cubicBezTo>
                  <a:cubicBezTo>
                    <a:pt x="16840" y="3821"/>
                    <a:pt x="14885" y="5689"/>
                    <a:pt x="13404" y="7658"/>
                  </a:cubicBezTo>
                  <a:cubicBezTo>
                    <a:pt x="11924" y="9624"/>
                    <a:pt x="10906" y="12039"/>
                    <a:pt x="10069" y="14389"/>
                  </a:cubicBezTo>
                  <a:cubicBezTo>
                    <a:pt x="9230" y="16739"/>
                    <a:pt x="8946" y="19306"/>
                    <a:pt x="8383" y="21760"/>
                  </a:cubicBezTo>
                  <a:cubicBezTo>
                    <a:pt x="7820" y="24215"/>
                    <a:pt x="7250" y="26674"/>
                    <a:pt x="6684" y="29129"/>
                  </a:cubicBezTo>
                  <a:cubicBezTo>
                    <a:pt x="6114" y="31583"/>
                    <a:pt x="5540" y="34038"/>
                    <a:pt x="4967" y="36493"/>
                  </a:cubicBezTo>
                  <a:cubicBezTo>
                    <a:pt x="4391" y="38948"/>
                    <a:pt x="3794" y="41396"/>
                    <a:pt x="3231" y="43855"/>
                  </a:cubicBezTo>
                  <a:cubicBezTo>
                    <a:pt x="2664" y="46310"/>
                    <a:pt x="2044" y="48758"/>
                    <a:pt x="1578" y="51233"/>
                  </a:cubicBezTo>
                  <a:cubicBezTo>
                    <a:pt x="1113" y="53708"/>
                    <a:pt x="647" y="56200"/>
                    <a:pt x="432" y="58702"/>
                  </a:cubicBezTo>
                  <a:cubicBezTo>
                    <a:pt x="216" y="61208"/>
                    <a:pt x="300" y="63740"/>
                    <a:pt x="273" y="66259"/>
                  </a:cubicBezTo>
                  <a:cubicBezTo>
                    <a:pt x="246" y="68778"/>
                    <a:pt x="273" y="71301"/>
                    <a:pt x="273" y="73823"/>
                  </a:cubicBezTo>
                  <a:cubicBezTo>
                    <a:pt x="273" y="76342"/>
                    <a:pt x="273" y="78864"/>
                    <a:pt x="273" y="81383"/>
                  </a:cubicBezTo>
                  <a:cubicBezTo>
                    <a:pt x="273" y="83906"/>
                    <a:pt x="273" y="86425"/>
                    <a:pt x="273" y="88947"/>
                  </a:cubicBezTo>
                  <a:cubicBezTo>
                    <a:pt x="273" y="91466"/>
                    <a:pt x="273" y="93988"/>
                    <a:pt x="273" y="96507"/>
                  </a:cubicBezTo>
                  <a:cubicBezTo>
                    <a:pt x="273" y="99030"/>
                    <a:pt x="273" y="101549"/>
                    <a:pt x="273" y="104071"/>
                  </a:cubicBezTo>
                  <a:cubicBezTo>
                    <a:pt x="273" y="106590"/>
                    <a:pt x="273" y="109112"/>
                    <a:pt x="273" y="111631"/>
                  </a:cubicBezTo>
                  <a:cubicBezTo>
                    <a:pt x="273" y="114154"/>
                    <a:pt x="273" y="116673"/>
                    <a:pt x="273" y="119195"/>
                  </a:cubicBezTo>
                  <a:cubicBezTo>
                    <a:pt x="273" y="121714"/>
                    <a:pt x="273" y="124236"/>
                    <a:pt x="273" y="126755"/>
                  </a:cubicBezTo>
                  <a:cubicBezTo>
                    <a:pt x="273" y="129278"/>
                    <a:pt x="273" y="131797"/>
                    <a:pt x="273" y="134319"/>
                  </a:cubicBezTo>
                  <a:cubicBezTo>
                    <a:pt x="273" y="136838"/>
                    <a:pt x="273" y="139360"/>
                    <a:pt x="273" y="141879"/>
                  </a:cubicBezTo>
                  <a:cubicBezTo>
                    <a:pt x="273" y="144402"/>
                    <a:pt x="0" y="146975"/>
                    <a:pt x="273" y="149443"/>
                  </a:cubicBezTo>
                  <a:cubicBezTo>
                    <a:pt x="546" y="151912"/>
                    <a:pt x="624" y="154808"/>
                    <a:pt x="1915" y="156693"/>
                  </a:cubicBezTo>
                  <a:cubicBezTo>
                    <a:pt x="3210" y="158582"/>
                    <a:pt x="5817" y="160339"/>
                    <a:pt x="8036" y="160760"/>
                  </a:cubicBezTo>
                  <a:cubicBezTo>
                    <a:pt x="10258" y="161185"/>
                    <a:pt x="13381" y="160537"/>
                    <a:pt x="15239" y="159239"/>
                  </a:cubicBezTo>
                  <a:cubicBezTo>
                    <a:pt x="17093" y="157941"/>
                    <a:pt x="18314" y="155260"/>
                    <a:pt x="19177" y="152970"/>
                  </a:cubicBezTo>
                  <a:cubicBezTo>
                    <a:pt x="20037" y="150684"/>
                    <a:pt x="20000" y="148000"/>
                    <a:pt x="20405" y="145511"/>
                  </a:cubicBezTo>
                  <a:cubicBezTo>
                    <a:pt x="20809" y="143026"/>
                    <a:pt x="21211" y="140534"/>
                    <a:pt x="21609" y="138045"/>
                  </a:cubicBezTo>
                  <a:cubicBezTo>
                    <a:pt x="22007" y="135557"/>
                    <a:pt x="22394" y="133068"/>
                    <a:pt x="22796" y="130579"/>
                  </a:cubicBezTo>
                  <a:cubicBezTo>
                    <a:pt x="23197" y="128091"/>
                    <a:pt x="23605" y="125602"/>
                    <a:pt x="24023" y="123117"/>
                  </a:cubicBezTo>
                  <a:cubicBezTo>
                    <a:pt x="24441" y="120632"/>
                    <a:pt x="24873" y="118150"/>
                    <a:pt x="25311" y="115664"/>
                  </a:cubicBezTo>
                  <a:cubicBezTo>
                    <a:pt x="25750" y="113183"/>
                    <a:pt x="26208" y="110704"/>
                    <a:pt x="26650" y="108222"/>
                  </a:cubicBezTo>
                  <a:cubicBezTo>
                    <a:pt x="27088" y="105740"/>
                    <a:pt x="27503" y="103255"/>
                    <a:pt x="27958" y="100776"/>
                  </a:cubicBezTo>
                  <a:cubicBezTo>
                    <a:pt x="28410" y="98298"/>
                    <a:pt x="28899" y="95823"/>
                    <a:pt x="29371" y="93348"/>
                  </a:cubicBezTo>
                  <a:cubicBezTo>
                    <a:pt x="29847" y="90872"/>
                    <a:pt x="30302" y="88394"/>
                    <a:pt x="30794" y="85922"/>
                  </a:cubicBezTo>
                  <a:cubicBezTo>
                    <a:pt x="31287" y="83447"/>
                    <a:pt x="31813" y="80982"/>
                    <a:pt x="32322" y="78514"/>
                  </a:cubicBezTo>
                  <a:cubicBezTo>
                    <a:pt x="32831" y="76045"/>
                    <a:pt x="33320" y="73573"/>
                    <a:pt x="33846" y="71108"/>
                  </a:cubicBezTo>
                  <a:cubicBezTo>
                    <a:pt x="34369" y="68643"/>
                    <a:pt x="34925" y="66185"/>
                    <a:pt x="35465" y="63723"/>
                  </a:cubicBezTo>
                  <a:cubicBezTo>
                    <a:pt x="36004" y="61262"/>
                    <a:pt x="36557" y="58800"/>
                    <a:pt x="37087" y="56335"/>
                  </a:cubicBezTo>
                  <a:cubicBezTo>
                    <a:pt x="37613" y="53870"/>
                    <a:pt x="38112" y="51402"/>
                    <a:pt x="38628" y="48933"/>
                  </a:cubicBezTo>
                  <a:cubicBezTo>
                    <a:pt x="39144" y="46465"/>
                    <a:pt x="39666" y="44000"/>
                    <a:pt x="40186" y="41535"/>
                  </a:cubicBezTo>
                  <a:cubicBezTo>
                    <a:pt x="40705" y="39066"/>
                    <a:pt x="41228" y="36601"/>
                    <a:pt x="41750" y="34136"/>
                  </a:cubicBezTo>
                  <a:cubicBezTo>
                    <a:pt x="42273" y="31668"/>
                    <a:pt x="42836" y="29209"/>
                    <a:pt x="43319" y="26738"/>
                  </a:cubicBezTo>
                  <a:cubicBezTo>
                    <a:pt x="43801" y="24266"/>
                    <a:pt x="44603" y="21774"/>
                    <a:pt x="44644" y="19295"/>
                  </a:cubicBezTo>
                  <a:cubicBezTo>
                    <a:pt x="44684" y="16817"/>
                    <a:pt x="44381" y="14180"/>
                    <a:pt x="43555" y="11867"/>
                  </a:cubicBezTo>
                  <a:cubicBezTo>
                    <a:pt x="42732" y="9557"/>
                    <a:pt x="41380" y="7203"/>
                    <a:pt x="39700" y="5429"/>
                  </a:cubicBezTo>
                  <a:cubicBezTo>
                    <a:pt x="38021" y="3655"/>
                    <a:pt x="35758" y="2094"/>
                    <a:pt x="33485" y="1227"/>
                  </a:cubicBezTo>
                  <a:cubicBezTo>
                    <a:pt x="31213" y="357"/>
                    <a:pt x="28495" y="0"/>
                    <a:pt x="26070" y="22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2" name="Outer right wave"/>
            <p:cNvSpPr/>
            <p:nvPr/>
          </p:nvSpPr>
          <p:spPr>
            <a:xfrm>
              <a:off x="10585315" y="3364290"/>
              <a:ext cx="85825" cy="188824"/>
            </a:xfrm>
            <a:custGeom>
              <a:avLst/>
              <a:gdLst/>
              <a:ahLst/>
              <a:cxnLst/>
              <a:rect l="l" t="t" r="r" b="b"/>
              <a:pathLst>
                <a:path w="85825" h="188824">
                  <a:moveTo>
                    <a:pt x="60358" y="184"/>
                  </a:moveTo>
                  <a:cubicBezTo>
                    <a:pt x="57890" y="368"/>
                    <a:pt x="55350" y="991"/>
                    <a:pt x="53040" y="1888"/>
                  </a:cubicBezTo>
                  <a:cubicBezTo>
                    <a:pt x="50730" y="2789"/>
                    <a:pt x="48461" y="4063"/>
                    <a:pt x="46492" y="5567"/>
                  </a:cubicBezTo>
                  <a:cubicBezTo>
                    <a:pt x="44522" y="7075"/>
                    <a:pt x="42712" y="8940"/>
                    <a:pt x="41228" y="10929"/>
                  </a:cubicBezTo>
                  <a:cubicBezTo>
                    <a:pt x="39744" y="12919"/>
                    <a:pt x="38554" y="15208"/>
                    <a:pt x="37586" y="17505"/>
                  </a:cubicBezTo>
                  <a:cubicBezTo>
                    <a:pt x="36618" y="19805"/>
                    <a:pt x="36106" y="22307"/>
                    <a:pt x="35421" y="24721"/>
                  </a:cubicBezTo>
                  <a:cubicBezTo>
                    <a:pt x="34736" y="27139"/>
                    <a:pt x="34129" y="29580"/>
                    <a:pt x="33482" y="32008"/>
                  </a:cubicBezTo>
                  <a:cubicBezTo>
                    <a:pt x="32838" y="34440"/>
                    <a:pt x="32190" y="36868"/>
                    <a:pt x="31543" y="39296"/>
                  </a:cubicBezTo>
                  <a:cubicBezTo>
                    <a:pt x="30896" y="41723"/>
                    <a:pt x="30251" y="44155"/>
                    <a:pt x="29601" y="46583"/>
                  </a:cubicBezTo>
                  <a:cubicBezTo>
                    <a:pt x="28946" y="49011"/>
                    <a:pt x="28279" y="51432"/>
                    <a:pt x="27631" y="53860"/>
                  </a:cubicBezTo>
                  <a:cubicBezTo>
                    <a:pt x="26984" y="56288"/>
                    <a:pt x="26347" y="58722"/>
                    <a:pt x="25713" y="61154"/>
                  </a:cubicBezTo>
                  <a:cubicBezTo>
                    <a:pt x="25082" y="63585"/>
                    <a:pt x="24465" y="66023"/>
                    <a:pt x="23838" y="68458"/>
                  </a:cubicBezTo>
                  <a:cubicBezTo>
                    <a:pt x="23210" y="70892"/>
                    <a:pt x="22580" y="73324"/>
                    <a:pt x="21956" y="75758"/>
                  </a:cubicBezTo>
                  <a:cubicBezTo>
                    <a:pt x="21336" y="78193"/>
                    <a:pt x="20715" y="80631"/>
                    <a:pt x="20111" y="83069"/>
                  </a:cubicBezTo>
                  <a:cubicBezTo>
                    <a:pt x="19504" y="85511"/>
                    <a:pt x="18924" y="87956"/>
                    <a:pt x="18328" y="90397"/>
                  </a:cubicBezTo>
                  <a:cubicBezTo>
                    <a:pt x="17731" y="92838"/>
                    <a:pt x="17110" y="95273"/>
                    <a:pt x="16523" y="97718"/>
                  </a:cubicBezTo>
                  <a:cubicBezTo>
                    <a:pt x="15937" y="100163"/>
                    <a:pt x="15374" y="102611"/>
                    <a:pt x="14814" y="105062"/>
                  </a:cubicBezTo>
                  <a:cubicBezTo>
                    <a:pt x="14251" y="107511"/>
                    <a:pt x="13711" y="109965"/>
                    <a:pt x="13151" y="112417"/>
                  </a:cubicBezTo>
                  <a:cubicBezTo>
                    <a:pt x="12592" y="114869"/>
                    <a:pt x="12022" y="117313"/>
                    <a:pt x="11455" y="119765"/>
                  </a:cubicBezTo>
                  <a:cubicBezTo>
                    <a:pt x="10889" y="122213"/>
                    <a:pt x="10315" y="124661"/>
                    <a:pt x="9756" y="127109"/>
                  </a:cubicBezTo>
                  <a:cubicBezTo>
                    <a:pt x="9192" y="129561"/>
                    <a:pt x="8639" y="132013"/>
                    <a:pt x="8090" y="134464"/>
                  </a:cubicBezTo>
                  <a:cubicBezTo>
                    <a:pt x="7537" y="136916"/>
                    <a:pt x="6994" y="139371"/>
                    <a:pt x="6441" y="141822"/>
                  </a:cubicBezTo>
                  <a:cubicBezTo>
                    <a:pt x="5891" y="144274"/>
                    <a:pt x="5328" y="146725"/>
                    <a:pt x="4782" y="149177"/>
                  </a:cubicBezTo>
                  <a:cubicBezTo>
                    <a:pt x="4235" y="151632"/>
                    <a:pt x="3706" y="154090"/>
                    <a:pt x="3166" y="156545"/>
                  </a:cubicBezTo>
                  <a:cubicBezTo>
                    <a:pt x="2627" y="158996"/>
                    <a:pt x="2057" y="161448"/>
                    <a:pt x="1541" y="163906"/>
                  </a:cubicBezTo>
                  <a:cubicBezTo>
                    <a:pt x="1022" y="166365"/>
                    <a:pt x="125" y="168833"/>
                    <a:pt x="61" y="171295"/>
                  </a:cubicBezTo>
                  <a:cubicBezTo>
                    <a:pt x="0" y="173760"/>
                    <a:pt x="263" y="176447"/>
                    <a:pt x="1167" y="178696"/>
                  </a:cubicBezTo>
                  <a:cubicBezTo>
                    <a:pt x="2070" y="180946"/>
                    <a:pt x="3662" y="183198"/>
                    <a:pt x="5480" y="184790"/>
                  </a:cubicBezTo>
                  <a:cubicBezTo>
                    <a:pt x="7301" y="186382"/>
                    <a:pt x="9745" y="187680"/>
                    <a:pt x="12086" y="188253"/>
                  </a:cubicBezTo>
                  <a:cubicBezTo>
                    <a:pt x="14429" y="188823"/>
                    <a:pt x="17205" y="188820"/>
                    <a:pt x="19538" y="188219"/>
                  </a:cubicBezTo>
                  <a:cubicBezTo>
                    <a:pt x="21872" y="187616"/>
                    <a:pt x="24222" y="186226"/>
                    <a:pt x="26084" y="184645"/>
                  </a:cubicBezTo>
                  <a:cubicBezTo>
                    <a:pt x="27948" y="183063"/>
                    <a:pt x="29395" y="180841"/>
                    <a:pt x="30720" y="178727"/>
                  </a:cubicBezTo>
                  <a:cubicBezTo>
                    <a:pt x="32049" y="176616"/>
                    <a:pt x="33071" y="174279"/>
                    <a:pt x="34055" y="171972"/>
                  </a:cubicBezTo>
                  <a:cubicBezTo>
                    <a:pt x="35040" y="169666"/>
                    <a:pt x="35768" y="167245"/>
                    <a:pt x="36625" y="164884"/>
                  </a:cubicBezTo>
                  <a:cubicBezTo>
                    <a:pt x="37485" y="162524"/>
                    <a:pt x="38355" y="160163"/>
                    <a:pt x="39211" y="157799"/>
                  </a:cubicBezTo>
                  <a:cubicBezTo>
                    <a:pt x="40068" y="155439"/>
                    <a:pt x="40918" y="153072"/>
                    <a:pt x="41771" y="150708"/>
                  </a:cubicBezTo>
                  <a:cubicBezTo>
                    <a:pt x="42624" y="148344"/>
                    <a:pt x="43480" y="145980"/>
                    <a:pt x="44330" y="143616"/>
                  </a:cubicBezTo>
                  <a:cubicBezTo>
                    <a:pt x="45180" y="141249"/>
                    <a:pt x="46020" y="138882"/>
                    <a:pt x="46869" y="136514"/>
                  </a:cubicBezTo>
                  <a:cubicBezTo>
                    <a:pt x="47716" y="134147"/>
                    <a:pt x="48566" y="131783"/>
                    <a:pt x="49412" y="129416"/>
                  </a:cubicBezTo>
                  <a:cubicBezTo>
                    <a:pt x="50262" y="127052"/>
                    <a:pt x="51112" y="124685"/>
                    <a:pt x="51958" y="122318"/>
                  </a:cubicBezTo>
                  <a:cubicBezTo>
                    <a:pt x="52804" y="119954"/>
                    <a:pt x="53644" y="117583"/>
                    <a:pt x="54494" y="115219"/>
                  </a:cubicBezTo>
                  <a:cubicBezTo>
                    <a:pt x="55344" y="112852"/>
                    <a:pt x="56207" y="110492"/>
                    <a:pt x="57060" y="108128"/>
                  </a:cubicBezTo>
                  <a:cubicBezTo>
                    <a:pt x="57913" y="105764"/>
                    <a:pt x="58763" y="103397"/>
                    <a:pt x="59609" y="101033"/>
                  </a:cubicBezTo>
                  <a:cubicBezTo>
                    <a:pt x="60459" y="98665"/>
                    <a:pt x="61312" y="96302"/>
                    <a:pt x="62159" y="93934"/>
                  </a:cubicBezTo>
                  <a:cubicBezTo>
                    <a:pt x="63005" y="91567"/>
                    <a:pt x="63845" y="89200"/>
                    <a:pt x="64691" y="86833"/>
                  </a:cubicBezTo>
                  <a:cubicBezTo>
                    <a:pt x="65538" y="84465"/>
                    <a:pt x="66394" y="82101"/>
                    <a:pt x="67244" y="79738"/>
                  </a:cubicBezTo>
                  <a:cubicBezTo>
                    <a:pt x="68094" y="77374"/>
                    <a:pt x="68940" y="75007"/>
                    <a:pt x="69793" y="72643"/>
                  </a:cubicBezTo>
                  <a:cubicBezTo>
                    <a:pt x="70646" y="70279"/>
                    <a:pt x="71516" y="67918"/>
                    <a:pt x="72369" y="65554"/>
                  </a:cubicBezTo>
                  <a:cubicBezTo>
                    <a:pt x="73223" y="63191"/>
                    <a:pt x="74062" y="60823"/>
                    <a:pt x="74912" y="58456"/>
                  </a:cubicBezTo>
                  <a:cubicBezTo>
                    <a:pt x="75758" y="56089"/>
                    <a:pt x="76615" y="53725"/>
                    <a:pt x="77448" y="51354"/>
                  </a:cubicBezTo>
                  <a:cubicBezTo>
                    <a:pt x="78281" y="48984"/>
                    <a:pt x="79090" y="46603"/>
                    <a:pt x="79913" y="44229"/>
                  </a:cubicBezTo>
                  <a:cubicBezTo>
                    <a:pt x="80739" y="41855"/>
                    <a:pt x="81589" y="39488"/>
                    <a:pt x="82391" y="37107"/>
                  </a:cubicBezTo>
                  <a:cubicBezTo>
                    <a:pt x="83191" y="34723"/>
                    <a:pt x="84162" y="32366"/>
                    <a:pt x="84718" y="29934"/>
                  </a:cubicBezTo>
                  <a:cubicBezTo>
                    <a:pt x="85275" y="27500"/>
                    <a:pt x="85824" y="24971"/>
                    <a:pt x="85733" y="22509"/>
                  </a:cubicBezTo>
                  <a:cubicBezTo>
                    <a:pt x="85639" y="20047"/>
                    <a:pt x="85052" y="17471"/>
                    <a:pt x="84162" y="15165"/>
                  </a:cubicBezTo>
                  <a:cubicBezTo>
                    <a:pt x="83272" y="12858"/>
                    <a:pt x="81956" y="10582"/>
                    <a:pt x="80392" y="8670"/>
                  </a:cubicBezTo>
                  <a:cubicBezTo>
                    <a:pt x="78827" y="6758"/>
                    <a:pt x="76858" y="5008"/>
                    <a:pt x="74767" y="3692"/>
                  </a:cubicBezTo>
                  <a:cubicBezTo>
                    <a:pt x="72676" y="2377"/>
                    <a:pt x="70245" y="1369"/>
                    <a:pt x="67844" y="782"/>
                  </a:cubicBezTo>
                  <a:cubicBezTo>
                    <a:pt x="65443" y="199"/>
                    <a:pt x="62826" y="0"/>
                    <a:pt x="60358" y="18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33" name="Text 30"/>
          <p:cNvSpPr txBox="1"/>
          <p:nvPr/>
        </p:nvSpPr>
        <p:spPr>
          <a:xfrm>
            <a:off x="10131552" y="384048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24 px</a:t>
            </a:r>
            <a:endParaRPr lang="en-US" sz="1200" dirty="0"/>
          </a:p>
        </p:txBody>
      </p:sp>
      <p:sp>
        <p:nvSpPr>
          <p:cNvPr id="34" name="Icon 16px"/>
          <p:cNvSpPr/>
          <p:nvPr/>
        </p:nvSpPr>
        <p:spPr>
          <a:xfrm>
            <a:off x="11128248" y="3419856"/>
            <a:ext cx="283464" cy="283464"/>
          </a:xfrm>
          <a:prstGeom prst="roundRect">
            <a:avLst>
              <a:gd name="adj" fmla="val 22000"/>
            </a:avLst>
          </a:prstGeom>
          <a:solidFill>
            <a:schemeClr val="tx1"/>
          </a:solidFill>
          <a:ln/>
        </p:spPr>
      </p:sp>
      <p:grpSp>
        <p:nvGrpSpPr>
          <p:cNvPr id="46" name="VCA symbol"/>
          <p:cNvGrpSpPr/>
          <p:nvPr/>
        </p:nvGrpSpPr>
        <p:grpSpPr>
          <a:xfrm>
            <a:off x="11176437" y="3479704"/>
            <a:ext cx="187086" cy="163768"/>
            <a:chOff x="11176437" y="3479704"/>
            <a:chExt cx="187086" cy="163768"/>
          </a:xfrm>
        </p:grpSpPr>
        <p:sp>
          <p:nvSpPr>
            <p:cNvPr id="35" name="Outer left wave"/>
            <p:cNvSpPr/>
            <p:nvPr/>
          </p:nvSpPr>
          <p:spPr>
            <a:xfrm>
              <a:off x="11176437" y="3479737"/>
              <a:ext cx="56542" cy="124565"/>
            </a:xfrm>
            <a:custGeom>
              <a:avLst/>
              <a:gdLst/>
              <a:ahLst/>
              <a:cxnLst/>
              <a:rect l="l" t="t" r="r" b="b"/>
              <a:pathLst>
                <a:path w="56542" h="124565">
                  <a:moveTo>
                    <a:pt x="16042" y="32"/>
                  </a:moveTo>
                  <a:cubicBezTo>
                    <a:pt x="14410" y="0"/>
                    <a:pt x="12693" y="205"/>
                    <a:pt x="11130" y="669"/>
                  </a:cubicBezTo>
                  <a:cubicBezTo>
                    <a:pt x="9566" y="1137"/>
                    <a:pt x="8000" y="1893"/>
                    <a:pt x="6664" y="2827"/>
                  </a:cubicBezTo>
                  <a:cubicBezTo>
                    <a:pt x="5329" y="3761"/>
                    <a:pt x="4084" y="4969"/>
                    <a:pt x="3109" y="6277"/>
                  </a:cubicBezTo>
                  <a:cubicBezTo>
                    <a:pt x="2135" y="7584"/>
                    <a:pt x="1332" y="9126"/>
                    <a:pt x="818" y="10674"/>
                  </a:cubicBezTo>
                  <a:cubicBezTo>
                    <a:pt x="305" y="12222"/>
                    <a:pt x="0" y="13941"/>
                    <a:pt x="22" y="15567"/>
                  </a:cubicBezTo>
                  <a:cubicBezTo>
                    <a:pt x="47" y="17193"/>
                    <a:pt x="540" y="18832"/>
                    <a:pt x="959" y="20429"/>
                  </a:cubicBezTo>
                  <a:cubicBezTo>
                    <a:pt x="1375" y="22026"/>
                    <a:pt x="1993" y="23581"/>
                    <a:pt x="2524" y="25151"/>
                  </a:cubicBezTo>
                  <a:cubicBezTo>
                    <a:pt x="3054" y="26723"/>
                    <a:pt x="3601" y="28289"/>
                    <a:pt x="4146" y="29855"/>
                  </a:cubicBezTo>
                  <a:cubicBezTo>
                    <a:pt x="4689" y="31421"/>
                    <a:pt x="5238" y="32987"/>
                    <a:pt x="5790" y="34550"/>
                  </a:cubicBezTo>
                  <a:cubicBezTo>
                    <a:pt x="6341" y="36116"/>
                    <a:pt x="6899" y="37675"/>
                    <a:pt x="7453" y="39239"/>
                  </a:cubicBezTo>
                  <a:cubicBezTo>
                    <a:pt x="8007" y="40803"/>
                    <a:pt x="8556" y="42368"/>
                    <a:pt x="9112" y="43930"/>
                  </a:cubicBezTo>
                  <a:cubicBezTo>
                    <a:pt x="9668" y="45493"/>
                    <a:pt x="10225" y="47055"/>
                    <a:pt x="10785" y="48616"/>
                  </a:cubicBezTo>
                  <a:cubicBezTo>
                    <a:pt x="11346" y="50175"/>
                    <a:pt x="11917" y="51732"/>
                    <a:pt x="12480" y="53294"/>
                  </a:cubicBezTo>
                  <a:cubicBezTo>
                    <a:pt x="13043" y="54853"/>
                    <a:pt x="13601" y="56416"/>
                    <a:pt x="14161" y="57975"/>
                  </a:cubicBezTo>
                  <a:cubicBezTo>
                    <a:pt x="14722" y="59537"/>
                    <a:pt x="15282" y="61098"/>
                    <a:pt x="15847" y="62657"/>
                  </a:cubicBezTo>
                  <a:cubicBezTo>
                    <a:pt x="16412" y="64216"/>
                    <a:pt x="16990" y="65771"/>
                    <a:pt x="17551" y="67330"/>
                  </a:cubicBezTo>
                  <a:cubicBezTo>
                    <a:pt x="18114" y="68892"/>
                    <a:pt x="18656" y="70457"/>
                    <a:pt x="19215" y="72019"/>
                  </a:cubicBezTo>
                  <a:cubicBezTo>
                    <a:pt x="19775" y="73580"/>
                    <a:pt x="20349" y="75137"/>
                    <a:pt x="20909" y="76696"/>
                  </a:cubicBezTo>
                  <a:cubicBezTo>
                    <a:pt x="21468" y="78258"/>
                    <a:pt x="22017" y="79824"/>
                    <a:pt x="22573" y="81385"/>
                  </a:cubicBezTo>
                  <a:cubicBezTo>
                    <a:pt x="23131" y="82946"/>
                    <a:pt x="23694" y="84508"/>
                    <a:pt x="24255" y="86067"/>
                  </a:cubicBezTo>
                  <a:cubicBezTo>
                    <a:pt x="24815" y="87628"/>
                    <a:pt x="25378" y="89190"/>
                    <a:pt x="25938" y="90751"/>
                  </a:cubicBezTo>
                  <a:cubicBezTo>
                    <a:pt x="26497" y="92310"/>
                    <a:pt x="27055" y="93874"/>
                    <a:pt x="27615" y="95433"/>
                  </a:cubicBezTo>
                  <a:cubicBezTo>
                    <a:pt x="28176" y="96994"/>
                    <a:pt x="28736" y="98556"/>
                    <a:pt x="29301" y="100115"/>
                  </a:cubicBezTo>
                  <a:cubicBezTo>
                    <a:pt x="29866" y="101674"/>
                    <a:pt x="30438" y="103231"/>
                    <a:pt x="31001" y="104790"/>
                  </a:cubicBezTo>
                  <a:cubicBezTo>
                    <a:pt x="31563" y="106351"/>
                    <a:pt x="32106" y="107917"/>
                    <a:pt x="32673" y="109476"/>
                  </a:cubicBezTo>
                  <a:cubicBezTo>
                    <a:pt x="33238" y="111035"/>
                    <a:pt x="33721" y="112632"/>
                    <a:pt x="34395" y="114143"/>
                  </a:cubicBezTo>
                  <a:cubicBezTo>
                    <a:pt x="35069" y="115653"/>
                    <a:pt x="35789" y="117181"/>
                    <a:pt x="36719" y="118538"/>
                  </a:cubicBezTo>
                  <a:cubicBezTo>
                    <a:pt x="37646" y="119892"/>
                    <a:pt x="38674" y="121322"/>
                    <a:pt x="39962" y="122281"/>
                  </a:cubicBezTo>
                  <a:cubicBezTo>
                    <a:pt x="41252" y="123239"/>
                    <a:pt x="42889" y="124011"/>
                    <a:pt x="44452" y="124287"/>
                  </a:cubicBezTo>
                  <a:cubicBezTo>
                    <a:pt x="46018" y="124565"/>
                    <a:pt x="47847" y="124441"/>
                    <a:pt x="49357" y="123942"/>
                  </a:cubicBezTo>
                  <a:cubicBezTo>
                    <a:pt x="50865" y="123444"/>
                    <a:pt x="52393" y="122441"/>
                    <a:pt x="53511" y="121300"/>
                  </a:cubicBezTo>
                  <a:cubicBezTo>
                    <a:pt x="54628" y="120157"/>
                    <a:pt x="55580" y="118604"/>
                    <a:pt x="56060" y="117083"/>
                  </a:cubicBezTo>
                  <a:cubicBezTo>
                    <a:pt x="56541" y="115562"/>
                    <a:pt x="56503" y="113802"/>
                    <a:pt x="56394" y="112172"/>
                  </a:cubicBezTo>
                  <a:cubicBezTo>
                    <a:pt x="56285" y="110542"/>
                    <a:pt x="55747" y="108920"/>
                    <a:pt x="55404" y="107297"/>
                  </a:cubicBezTo>
                  <a:cubicBezTo>
                    <a:pt x="55064" y="105673"/>
                    <a:pt x="54701" y="104056"/>
                    <a:pt x="54348" y="102434"/>
                  </a:cubicBezTo>
                  <a:cubicBezTo>
                    <a:pt x="53994" y="100815"/>
                    <a:pt x="53638" y="99194"/>
                    <a:pt x="53287" y="97575"/>
                  </a:cubicBezTo>
                  <a:cubicBezTo>
                    <a:pt x="52933" y="95953"/>
                    <a:pt x="52597" y="94330"/>
                    <a:pt x="52230" y="92713"/>
                  </a:cubicBezTo>
                  <a:cubicBezTo>
                    <a:pt x="51861" y="91096"/>
                    <a:pt x="51452" y="89488"/>
                    <a:pt x="51078" y="87873"/>
                  </a:cubicBezTo>
                  <a:cubicBezTo>
                    <a:pt x="50702" y="86256"/>
                    <a:pt x="50349" y="84637"/>
                    <a:pt x="49986" y="83020"/>
                  </a:cubicBezTo>
                  <a:cubicBezTo>
                    <a:pt x="49621" y="81400"/>
                    <a:pt x="49263" y="79781"/>
                    <a:pt x="48894" y="78164"/>
                  </a:cubicBezTo>
                  <a:cubicBezTo>
                    <a:pt x="48527" y="76547"/>
                    <a:pt x="48149" y="74933"/>
                    <a:pt x="47775" y="73318"/>
                  </a:cubicBezTo>
                  <a:cubicBezTo>
                    <a:pt x="47404" y="71701"/>
                    <a:pt x="47039" y="70084"/>
                    <a:pt x="46661" y="68469"/>
                  </a:cubicBezTo>
                  <a:cubicBezTo>
                    <a:pt x="46285" y="66854"/>
                    <a:pt x="45898" y="65240"/>
                    <a:pt x="45513" y="63627"/>
                  </a:cubicBezTo>
                  <a:cubicBezTo>
                    <a:pt x="45129" y="62015"/>
                    <a:pt x="44742" y="60402"/>
                    <a:pt x="44352" y="58789"/>
                  </a:cubicBezTo>
                  <a:cubicBezTo>
                    <a:pt x="43965" y="57177"/>
                    <a:pt x="43589" y="55562"/>
                    <a:pt x="43187" y="53952"/>
                  </a:cubicBezTo>
                  <a:cubicBezTo>
                    <a:pt x="42784" y="52344"/>
                    <a:pt x="42353" y="50742"/>
                    <a:pt x="41937" y="49137"/>
                  </a:cubicBezTo>
                  <a:cubicBezTo>
                    <a:pt x="41521" y="47531"/>
                    <a:pt x="41109" y="45925"/>
                    <a:pt x="40696" y="44319"/>
                  </a:cubicBezTo>
                  <a:cubicBezTo>
                    <a:pt x="40282" y="42713"/>
                    <a:pt x="39875" y="41105"/>
                    <a:pt x="39455" y="39501"/>
                  </a:cubicBezTo>
                  <a:cubicBezTo>
                    <a:pt x="39032" y="37898"/>
                    <a:pt x="38596" y="36299"/>
                    <a:pt x="38165" y="34697"/>
                  </a:cubicBezTo>
                  <a:cubicBezTo>
                    <a:pt x="37735" y="33094"/>
                    <a:pt x="37299" y="31494"/>
                    <a:pt x="36872" y="29891"/>
                  </a:cubicBezTo>
                  <a:cubicBezTo>
                    <a:pt x="36445" y="28289"/>
                    <a:pt x="36034" y="26683"/>
                    <a:pt x="35605" y="25080"/>
                  </a:cubicBezTo>
                  <a:cubicBezTo>
                    <a:pt x="35178" y="23478"/>
                    <a:pt x="34737" y="21879"/>
                    <a:pt x="34308" y="20278"/>
                  </a:cubicBezTo>
                  <a:cubicBezTo>
                    <a:pt x="33879" y="18676"/>
                    <a:pt x="33492" y="17059"/>
                    <a:pt x="33027" y="15469"/>
                  </a:cubicBezTo>
                  <a:cubicBezTo>
                    <a:pt x="32562" y="13879"/>
                    <a:pt x="32188" y="12235"/>
                    <a:pt x="31512" y="10738"/>
                  </a:cubicBezTo>
                  <a:cubicBezTo>
                    <a:pt x="30836" y="9241"/>
                    <a:pt x="29997" y="7760"/>
                    <a:pt x="28972" y="6483"/>
                  </a:cubicBezTo>
                  <a:cubicBezTo>
                    <a:pt x="27949" y="5205"/>
                    <a:pt x="26708" y="4012"/>
                    <a:pt x="25367" y="3076"/>
                  </a:cubicBezTo>
                  <a:cubicBezTo>
                    <a:pt x="24026" y="2137"/>
                    <a:pt x="22480" y="1370"/>
                    <a:pt x="20925" y="863"/>
                  </a:cubicBezTo>
                  <a:cubicBezTo>
                    <a:pt x="19370" y="356"/>
                    <a:pt x="17676" y="65"/>
                    <a:pt x="16043" y="31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6" name="Inner left wave"/>
            <p:cNvSpPr/>
            <p:nvPr/>
          </p:nvSpPr>
          <p:spPr>
            <a:xfrm>
              <a:off x="11223675" y="3513585"/>
              <a:ext cx="29492" cy="106315"/>
            </a:xfrm>
            <a:custGeom>
              <a:avLst/>
              <a:gdLst/>
              <a:ahLst/>
              <a:cxnLst/>
              <a:rect l="l" t="t" r="r" b="b"/>
              <a:pathLst>
                <a:path w="29492" h="106315">
                  <a:moveTo>
                    <a:pt x="10674" y="99"/>
                  </a:moveTo>
                  <a:cubicBezTo>
                    <a:pt x="9072" y="198"/>
                    <a:pt x="7331" y="730"/>
                    <a:pt x="5934" y="1526"/>
                  </a:cubicBezTo>
                  <a:cubicBezTo>
                    <a:pt x="4537" y="2324"/>
                    <a:pt x="3234" y="3565"/>
                    <a:pt x="2300" y="4882"/>
                  </a:cubicBezTo>
                  <a:cubicBezTo>
                    <a:pt x="1366" y="6199"/>
                    <a:pt x="667" y="7845"/>
                    <a:pt x="334" y="9426"/>
                  </a:cubicBezTo>
                  <a:cubicBezTo>
                    <a:pt x="0" y="11007"/>
                    <a:pt x="138" y="12729"/>
                    <a:pt x="298" y="14368"/>
                  </a:cubicBezTo>
                  <a:cubicBezTo>
                    <a:pt x="456" y="16007"/>
                    <a:pt x="947" y="17631"/>
                    <a:pt x="1288" y="19259"/>
                  </a:cubicBezTo>
                  <a:cubicBezTo>
                    <a:pt x="1628" y="20887"/>
                    <a:pt x="1995" y="22509"/>
                    <a:pt x="2342" y="24137"/>
                  </a:cubicBezTo>
                  <a:cubicBezTo>
                    <a:pt x="2689" y="25763"/>
                    <a:pt x="3027" y="27391"/>
                    <a:pt x="3365" y="29019"/>
                  </a:cubicBezTo>
                  <a:cubicBezTo>
                    <a:pt x="3705" y="30647"/>
                    <a:pt x="4035" y="32277"/>
                    <a:pt x="4379" y="33905"/>
                  </a:cubicBezTo>
                  <a:cubicBezTo>
                    <a:pt x="4722" y="35531"/>
                    <a:pt x="5080" y="37155"/>
                    <a:pt x="5427" y="38783"/>
                  </a:cubicBezTo>
                  <a:cubicBezTo>
                    <a:pt x="5774" y="40409"/>
                    <a:pt x="6125" y="42035"/>
                    <a:pt x="6463" y="43663"/>
                  </a:cubicBezTo>
                  <a:cubicBezTo>
                    <a:pt x="6804" y="45291"/>
                    <a:pt x="7126" y="46923"/>
                    <a:pt x="7467" y="48552"/>
                  </a:cubicBezTo>
                  <a:cubicBezTo>
                    <a:pt x="7805" y="50180"/>
                    <a:pt x="8165" y="51803"/>
                    <a:pt x="8499" y="53431"/>
                  </a:cubicBezTo>
                  <a:cubicBezTo>
                    <a:pt x="8834" y="55062"/>
                    <a:pt x="9157" y="56692"/>
                    <a:pt x="9475" y="58325"/>
                  </a:cubicBezTo>
                  <a:cubicBezTo>
                    <a:pt x="9791" y="59957"/>
                    <a:pt x="10100" y="61592"/>
                    <a:pt x="10405" y="63227"/>
                  </a:cubicBezTo>
                  <a:cubicBezTo>
                    <a:pt x="10709" y="64861"/>
                    <a:pt x="11007" y="66498"/>
                    <a:pt x="11305" y="68135"/>
                  </a:cubicBezTo>
                  <a:cubicBezTo>
                    <a:pt x="11604" y="69770"/>
                    <a:pt x="11902" y="71407"/>
                    <a:pt x="12191" y="73044"/>
                  </a:cubicBezTo>
                  <a:cubicBezTo>
                    <a:pt x="12482" y="74683"/>
                    <a:pt x="12767" y="76323"/>
                    <a:pt x="13045" y="77962"/>
                  </a:cubicBezTo>
                  <a:cubicBezTo>
                    <a:pt x="13323" y="79601"/>
                    <a:pt x="13599" y="81240"/>
                    <a:pt x="13863" y="82884"/>
                  </a:cubicBezTo>
                  <a:cubicBezTo>
                    <a:pt x="14128" y="84525"/>
                    <a:pt x="14373" y="86169"/>
                    <a:pt x="14635" y="87813"/>
                  </a:cubicBezTo>
                  <a:cubicBezTo>
                    <a:pt x="14900" y="89454"/>
                    <a:pt x="15182" y="91093"/>
                    <a:pt x="15442" y="92737"/>
                  </a:cubicBezTo>
                  <a:cubicBezTo>
                    <a:pt x="15703" y="94379"/>
                    <a:pt x="15890" y="96038"/>
                    <a:pt x="16199" y="97668"/>
                  </a:cubicBezTo>
                  <a:cubicBezTo>
                    <a:pt x="16510" y="99298"/>
                    <a:pt x="16528" y="101158"/>
                    <a:pt x="17304" y="102515"/>
                  </a:cubicBezTo>
                  <a:cubicBezTo>
                    <a:pt x="18080" y="103871"/>
                    <a:pt x="19455" y="105306"/>
                    <a:pt x="20856" y="105811"/>
                  </a:cubicBezTo>
                  <a:cubicBezTo>
                    <a:pt x="22257" y="106316"/>
                    <a:pt x="24370" y="106196"/>
                    <a:pt x="25709" y="105539"/>
                  </a:cubicBezTo>
                  <a:cubicBezTo>
                    <a:pt x="27048" y="104886"/>
                    <a:pt x="28294" y="103313"/>
                    <a:pt x="28892" y="101878"/>
                  </a:cubicBezTo>
                  <a:cubicBezTo>
                    <a:pt x="29493" y="100444"/>
                    <a:pt x="29235" y="98589"/>
                    <a:pt x="29301" y="96934"/>
                  </a:cubicBezTo>
                  <a:cubicBezTo>
                    <a:pt x="29370" y="95277"/>
                    <a:pt x="29301" y="93607"/>
                    <a:pt x="29301" y="91943"/>
                  </a:cubicBezTo>
                  <a:cubicBezTo>
                    <a:pt x="29301" y="90279"/>
                    <a:pt x="29301" y="88618"/>
                    <a:pt x="29301" y="86954"/>
                  </a:cubicBezTo>
                  <a:cubicBezTo>
                    <a:pt x="29301" y="85291"/>
                    <a:pt x="29301" y="83627"/>
                    <a:pt x="29301" y="81963"/>
                  </a:cubicBezTo>
                  <a:cubicBezTo>
                    <a:pt x="29301" y="80302"/>
                    <a:pt x="29301" y="78638"/>
                    <a:pt x="29301" y="76974"/>
                  </a:cubicBezTo>
                  <a:cubicBezTo>
                    <a:pt x="29301" y="75311"/>
                    <a:pt x="29301" y="73647"/>
                    <a:pt x="29301" y="71983"/>
                  </a:cubicBezTo>
                  <a:cubicBezTo>
                    <a:pt x="29301" y="70322"/>
                    <a:pt x="29301" y="68658"/>
                    <a:pt x="29301" y="66994"/>
                  </a:cubicBezTo>
                  <a:cubicBezTo>
                    <a:pt x="29301" y="65331"/>
                    <a:pt x="29301" y="63667"/>
                    <a:pt x="29301" y="62006"/>
                  </a:cubicBezTo>
                  <a:cubicBezTo>
                    <a:pt x="29301" y="60342"/>
                    <a:pt x="29301" y="58678"/>
                    <a:pt x="29301" y="57015"/>
                  </a:cubicBezTo>
                  <a:cubicBezTo>
                    <a:pt x="29301" y="55351"/>
                    <a:pt x="29301" y="53689"/>
                    <a:pt x="29301" y="52026"/>
                  </a:cubicBezTo>
                  <a:cubicBezTo>
                    <a:pt x="29301" y="50362"/>
                    <a:pt x="29301" y="48698"/>
                    <a:pt x="29301" y="47035"/>
                  </a:cubicBezTo>
                  <a:cubicBezTo>
                    <a:pt x="29301" y="45373"/>
                    <a:pt x="29346" y="43707"/>
                    <a:pt x="29301" y="42046"/>
                  </a:cubicBezTo>
                  <a:cubicBezTo>
                    <a:pt x="29257" y="40384"/>
                    <a:pt x="29226" y="38716"/>
                    <a:pt x="29032" y="37068"/>
                  </a:cubicBezTo>
                  <a:cubicBezTo>
                    <a:pt x="28836" y="35420"/>
                    <a:pt x="28469" y="33790"/>
                    <a:pt x="28134" y="32162"/>
                  </a:cubicBezTo>
                  <a:cubicBezTo>
                    <a:pt x="27798" y="30534"/>
                    <a:pt x="27391" y="28919"/>
                    <a:pt x="27017" y="27297"/>
                  </a:cubicBezTo>
                  <a:cubicBezTo>
                    <a:pt x="26641" y="25678"/>
                    <a:pt x="26261" y="24059"/>
                    <a:pt x="25887" y="22438"/>
                  </a:cubicBezTo>
                  <a:cubicBezTo>
                    <a:pt x="25514" y="20818"/>
                    <a:pt x="25147" y="19195"/>
                    <a:pt x="24773" y="17573"/>
                  </a:cubicBezTo>
                  <a:cubicBezTo>
                    <a:pt x="24399" y="15954"/>
                    <a:pt x="24052" y="14324"/>
                    <a:pt x="23645" y="12713"/>
                  </a:cubicBezTo>
                  <a:cubicBezTo>
                    <a:pt x="23240" y="11103"/>
                    <a:pt x="23007" y="9402"/>
                    <a:pt x="22335" y="7909"/>
                  </a:cubicBezTo>
                  <a:cubicBezTo>
                    <a:pt x="21663" y="6417"/>
                    <a:pt x="20747" y="4918"/>
                    <a:pt x="19615" y="3754"/>
                  </a:cubicBezTo>
                  <a:cubicBezTo>
                    <a:pt x="18485" y="2593"/>
                    <a:pt x="17039" y="1544"/>
                    <a:pt x="15547" y="934"/>
                  </a:cubicBezTo>
                  <a:cubicBezTo>
                    <a:pt x="14057" y="325"/>
                    <a:pt x="12277" y="0"/>
                    <a:pt x="10674" y="9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7" name="Center wave"/>
            <p:cNvSpPr/>
            <p:nvPr/>
          </p:nvSpPr>
          <p:spPr>
            <a:xfrm>
              <a:off x="11257622" y="3553165"/>
              <a:ext cx="24599" cy="90307"/>
            </a:xfrm>
            <a:custGeom>
              <a:avLst/>
              <a:gdLst/>
              <a:ahLst/>
              <a:cxnLst/>
              <a:rect l="l" t="t" r="r" b="b"/>
              <a:pathLst>
                <a:path w="24599" h="90307">
                  <a:moveTo>
                    <a:pt x="11425" y="112"/>
                  </a:moveTo>
                  <a:cubicBezTo>
                    <a:pt x="9824" y="225"/>
                    <a:pt x="8116" y="705"/>
                    <a:pt x="6695" y="1450"/>
                  </a:cubicBezTo>
                  <a:cubicBezTo>
                    <a:pt x="5274" y="2195"/>
                    <a:pt x="3908" y="3332"/>
                    <a:pt x="2900" y="4582"/>
                  </a:cubicBezTo>
                  <a:cubicBezTo>
                    <a:pt x="1893" y="5830"/>
                    <a:pt x="1101" y="7404"/>
                    <a:pt x="649" y="8950"/>
                  </a:cubicBezTo>
                  <a:cubicBezTo>
                    <a:pt x="198" y="10496"/>
                    <a:pt x="269" y="12213"/>
                    <a:pt x="194" y="13854"/>
                  </a:cubicBezTo>
                  <a:cubicBezTo>
                    <a:pt x="116" y="15498"/>
                    <a:pt x="194" y="17153"/>
                    <a:pt x="194" y="18803"/>
                  </a:cubicBezTo>
                  <a:cubicBezTo>
                    <a:pt x="194" y="20451"/>
                    <a:pt x="194" y="22102"/>
                    <a:pt x="194" y="23750"/>
                  </a:cubicBezTo>
                  <a:cubicBezTo>
                    <a:pt x="194" y="25398"/>
                    <a:pt x="194" y="27048"/>
                    <a:pt x="194" y="28696"/>
                  </a:cubicBezTo>
                  <a:cubicBezTo>
                    <a:pt x="194" y="30347"/>
                    <a:pt x="194" y="31995"/>
                    <a:pt x="194" y="33645"/>
                  </a:cubicBezTo>
                  <a:cubicBezTo>
                    <a:pt x="194" y="35293"/>
                    <a:pt x="194" y="36944"/>
                    <a:pt x="194" y="38592"/>
                  </a:cubicBezTo>
                  <a:cubicBezTo>
                    <a:pt x="194" y="40240"/>
                    <a:pt x="194" y="41890"/>
                    <a:pt x="194" y="43538"/>
                  </a:cubicBezTo>
                  <a:cubicBezTo>
                    <a:pt x="194" y="45189"/>
                    <a:pt x="194" y="46837"/>
                    <a:pt x="194" y="48487"/>
                  </a:cubicBezTo>
                  <a:cubicBezTo>
                    <a:pt x="194" y="50135"/>
                    <a:pt x="194" y="51786"/>
                    <a:pt x="194" y="53434"/>
                  </a:cubicBezTo>
                  <a:cubicBezTo>
                    <a:pt x="194" y="55082"/>
                    <a:pt x="194" y="56732"/>
                    <a:pt x="194" y="58380"/>
                  </a:cubicBezTo>
                  <a:cubicBezTo>
                    <a:pt x="194" y="60031"/>
                    <a:pt x="194" y="61679"/>
                    <a:pt x="194" y="63329"/>
                  </a:cubicBezTo>
                  <a:cubicBezTo>
                    <a:pt x="194" y="64977"/>
                    <a:pt x="194" y="66627"/>
                    <a:pt x="194" y="68276"/>
                  </a:cubicBezTo>
                  <a:cubicBezTo>
                    <a:pt x="194" y="69924"/>
                    <a:pt x="194" y="71574"/>
                    <a:pt x="194" y="73222"/>
                  </a:cubicBezTo>
                  <a:cubicBezTo>
                    <a:pt x="191" y="74872"/>
                    <a:pt x="0" y="76545"/>
                    <a:pt x="180" y="78169"/>
                  </a:cubicBezTo>
                  <a:cubicBezTo>
                    <a:pt x="363" y="79792"/>
                    <a:pt x="625" y="81494"/>
                    <a:pt x="1279" y="82964"/>
                  </a:cubicBezTo>
                  <a:cubicBezTo>
                    <a:pt x="1931" y="84434"/>
                    <a:pt x="2927" y="85889"/>
                    <a:pt x="4097" y="86988"/>
                  </a:cubicBezTo>
                  <a:cubicBezTo>
                    <a:pt x="5265" y="88084"/>
                    <a:pt x="6777" y="89018"/>
                    <a:pt x="8287" y="89552"/>
                  </a:cubicBezTo>
                  <a:cubicBezTo>
                    <a:pt x="9800" y="90084"/>
                    <a:pt x="11563" y="90306"/>
                    <a:pt x="13165" y="90186"/>
                  </a:cubicBezTo>
                  <a:cubicBezTo>
                    <a:pt x="14764" y="90066"/>
                    <a:pt x="16470" y="89579"/>
                    <a:pt x="17887" y="88829"/>
                  </a:cubicBezTo>
                  <a:cubicBezTo>
                    <a:pt x="19301" y="88080"/>
                    <a:pt x="20656" y="86936"/>
                    <a:pt x="21659" y="85684"/>
                  </a:cubicBezTo>
                  <a:cubicBezTo>
                    <a:pt x="22662" y="84434"/>
                    <a:pt x="23456" y="82862"/>
                    <a:pt x="23910" y="81318"/>
                  </a:cubicBezTo>
                  <a:cubicBezTo>
                    <a:pt x="24361" y="79772"/>
                    <a:pt x="24301" y="78058"/>
                    <a:pt x="24381" y="76416"/>
                  </a:cubicBezTo>
                  <a:cubicBezTo>
                    <a:pt x="24459" y="74775"/>
                    <a:pt x="24381" y="73118"/>
                    <a:pt x="24381" y="71469"/>
                  </a:cubicBezTo>
                  <a:cubicBezTo>
                    <a:pt x="24381" y="69819"/>
                    <a:pt x="24373" y="68171"/>
                    <a:pt x="24381" y="66523"/>
                  </a:cubicBezTo>
                  <a:cubicBezTo>
                    <a:pt x="24388" y="64873"/>
                    <a:pt x="24419" y="63224"/>
                    <a:pt x="24428" y="61576"/>
                  </a:cubicBezTo>
                  <a:cubicBezTo>
                    <a:pt x="24435" y="59926"/>
                    <a:pt x="24428" y="58278"/>
                    <a:pt x="24428" y="56630"/>
                  </a:cubicBezTo>
                  <a:cubicBezTo>
                    <a:pt x="24428" y="54982"/>
                    <a:pt x="24433" y="53334"/>
                    <a:pt x="24424" y="51683"/>
                  </a:cubicBezTo>
                  <a:cubicBezTo>
                    <a:pt x="24417" y="50035"/>
                    <a:pt x="24386" y="48387"/>
                    <a:pt x="24381" y="46739"/>
                  </a:cubicBezTo>
                  <a:cubicBezTo>
                    <a:pt x="24375" y="45089"/>
                    <a:pt x="24390" y="43440"/>
                    <a:pt x="24393" y="41792"/>
                  </a:cubicBezTo>
                  <a:cubicBezTo>
                    <a:pt x="24397" y="40144"/>
                    <a:pt x="24399" y="38494"/>
                    <a:pt x="24397" y="36846"/>
                  </a:cubicBezTo>
                  <a:cubicBezTo>
                    <a:pt x="24395" y="35198"/>
                    <a:pt x="24375" y="33549"/>
                    <a:pt x="24381" y="31899"/>
                  </a:cubicBezTo>
                  <a:cubicBezTo>
                    <a:pt x="24386" y="30251"/>
                    <a:pt x="24417" y="28603"/>
                    <a:pt x="24426" y="26953"/>
                  </a:cubicBezTo>
                  <a:cubicBezTo>
                    <a:pt x="24435" y="25304"/>
                    <a:pt x="24444" y="23656"/>
                    <a:pt x="24437" y="22008"/>
                  </a:cubicBezTo>
                  <a:cubicBezTo>
                    <a:pt x="24428" y="20358"/>
                    <a:pt x="24384" y="18710"/>
                    <a:pt x="24381" y="17062"/>
                  </a:cubicBezTo>
                  <a:cubicBezTo>
                    <a:pt x="24381" y="15411"/>
                    <a:pt x="24599" y="13737"/>
                    <a:pt x="24428" y="12115"/>
                  </a:cubicBezTo>
                  <a:cubicBezTo>
                    <a:pt x="24257" y="10491"/>
                    <a:pt x="24010" y="8783"/>
                    <a:pt x="23354" y="7322"/>
                  </a:cubicBezTo>
                  <a:cubicBezTo>
                    <a:pt x="22696" y="5861"/>
                    <a:pt x="21661" y="4431"/>
                    <a:pt x="20485" y="3341"/>
                  </a:cubicBezTo>
                  <a:cubicBezTo>
                    <a:pt x="19308" y="2251"/>
                    <a:pt x="17807" y="1317"/>
                    <a:pt x="16297" y="778"/>
                  </a:cubicBezTo>
                  <a:cubicBezTo>
                    <a:pt x="14789" y="240"/>
                    <a:pt x="13025" y="0"/>
                    <a:pt x="11426" y="111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8" name="Inner right wave"/>
            <p:cNvSpPr/>
            <p:nvPr/>
          </p:nvSpPr>
          <p:spPr>
            <a:xfrm>
              <a:off x="11286715" y="3513604"/>
              <a:ext cx="29472" cy="106314"/>
            </a:xfrm>
            <a:custGeom>
              <a:avLst/>
              <a:gdLst/>
              <a:ahLst/>
              <a:cxnLst/>
              <a:rect l="l" t="t" r="r" b="b"/>
              <a:pathLst>
                <a:path w="29472" h="106314">
                  <a:moveTo>
                    <a:pt x="17196" y="149"/>
                  </a:moveTo>
                  <a:cubicBezTo>
                    <a:pt x="15598" y="298"/>
                    <a:pt x="13892" y="887"/>
                    <a:pt x="12500" y="1704"/>
                  </a:cubicBezTo>
                  <a:cubicBezTo>
                    <a:pt x="11108" y="2520"/>
                    <a:pt x="9818" y="3752"/>
                    <a:pt x="8841" y="5051"/>
                  </a:cubicBezTo>
                  <a:cubicBezTo>
                    <a:pt x="7865" y="6348"/>
                    <a:pt x="7193" y="7940"/>
                    <a:pt x="6641" y="9491"/>
                  </a:cubicBezTo>
                  <a:cubicBezTo>
                    <a:pt x="6088" y="11041"/>
                    <a:pt x="5901" y="12733"/>
                    <a:pt x="5529" y="14353"/>
                  </a:cubicBezTo>
                  <a:cubicBezTo>
                    <a:pt x="5158" y="15972"/>
                    <a:pt x="4782" y="17593"/>
                    <a:pt x="4408" y="19212"/>
                  </a:cubicBezTo>
                  <a:cubicBezTo>
                    <a:pt x="4032" y="20832"/>
                    <a:pt x="3654" y="22451"/>
                    <a:pt x="3276" y="24070"/>
                  </a:cubicBezTo>
                  <a:cubicBezTo>
                    <a:pt x="2896" y="25689"/>
                    <a:pt x="2502" y="27304"/>
                    <a:pt x="2131" y="28925"/>
                  </a:cubicBezTo>
                  <a:cubicBezTo>
                    <a:pt x="1757" y="30545"/>
                    <a:pt x="1348" y="32159"/>
                    <a:pt x="1041" y="33792"/>
                  </a:cubicBezTo>
                  <a:cubicBezTo>
                    <a:pt x="734" y="35424"/>
                    <a:pt x="427" y="37068"/>
                    <a:pt x="285" y="38718"/>
                  </a:cubicBezTo>
                  <a:cubicBezTo>
                    <a:pt x="142" y="40371"/>
                    <a:pt x="198" y="42041"/>
                    <a:pt x="180" y="43703"/>
                  </a:cubicBezTo>
                  <a:cubicBezTo>
                    <a:pt x="162" y="45364"/>
                    <a:pt x="180" y="47028"/>
                    <a:pt x="180" y="48692"/>
                  </a:cubicBezTo>
                  <a:cubicBezTo>
                    <a:pt x="180" y="50353"/>
                    <a:pt x="180" y="52017"/>
                    <a:pt x="180" y="53678"/>
                  </a:cubicBezTo>
                  <a:cubicBezTo>
                    <a:pt x="180" y="55342"/>
                    <a:pt x="180" y="57003"/>
                    <a:pt x="180" y="58667"/>
                  </a:cubicBezTo>
                  <a:cubicBezTo>
                    <a:pt x="180" y="60329"/>
                    <a:pt x="180" y="61992"/>
                    <a:pt x="180" y="63654"/>
                  </a:cubicBezTo>
                  <a:cubicBezTo>
                    <a:pt x="180" y="65317"/>
                    <a:pt x="180" y="66979"/>
                    <a:pt x="180" y="68643"/>
                  </a:cubicBezTo>
                  <a:cubicBezTo>
                    <a:pt x="180" y="70304"/>
                    <a:pt x="180" y="71968"/>
                    <a:pt x="180" y="73629"/>
                  </a:cubicBezTo>
                  <a:cubicBezTo>
                    <a:pt x="180" y="75293"/>
                    <a:pt x="180" y="76954"/>
                    <a:pt x="180" y="78618"/>
                  </a:cubicBezTo>
                  <a:cubicBezTo>
                    <a:pt x="180" y="80279"/>
                    <a:pt x="180" y="81943"/>
                    <a:pt x="180" y="83605"/>
                  </a:cubicBezTo>
                  <a:cubicBezTo>
                    <a:pt x="180" y="85268"/>
                    <a:pt x="180" y="86930"/>
                    <a:pt x="180" y="88593"/>
                  </a:cubicBezTo>
                  <a:cubicBezTo>
                    <a:pt x="180" y="90255"/>
                    <a:pt x="180" y="91919"/>
                    <a:pt x="180" y="93580"/>
                  </a:cubicBezTo>
                  <a:cubicBezTo>
                    <a:pt x="180" y="95244"/>
                    <a:pt x="0" y="96941"/>
                    <a:pt x="180" y="98569"/>
                  </a:cubicBezTo>
                  <a:cubicBezTo>
                    <a:pt x="360" y="100197"/>
                    <a:pt x="411" y="102108"/>
                    <a:pt x="1263" y="103351"/>
                  </a:cubicBezTo>
                  <a:cubicBezTo>
                    <a:pt x="2117" y="104596"/>
                    <a:pt x="3837" y="105755"/>
                    <a:pt x="5300" y="106033"/>
                  </a:cubicBezTo>
                  <a:cubicBezTo>
                    <a:pt x="6766" y="106313"/>
                    <a:pt x="8826" y="105886"/>
                    <a:pt x="10051" y="105030"/>
                  </a:cubicBezTo>
                  <a:cubicBezTo>
                    <a:pt x="11274" y="104174"/>
                    <a:pt x="12080" y="102406"/>
                    <a:pt x="12649" y="100895"/>
                  </a:cubicBezTo>
                  <a:cubicBezTo>
                    <a:pt x="13216" y="99387"/>
                    <a:pt x="13192" y="97617"/>
                    <a:pt x="13458" y="95975"/>
                  </a:cubicBezTo>
                  <a:cubicBezTo>
                    <a:pt x="13725" y="94336"/>
                    <a:pt x="13990" y="92693"/>
                    <a:pt x="14253" y="91051"/>
                  </a:cubicBezTo>
                  <a:cubicBezTo>
                    <a:pt x="14515" y="89410"/>
                    <a:pt x="14771" y="87768"/>
                    <a:pt x="15035" y="86127"/>
                  </a:cubicBezTo>
                  <a:cubicBezTo>
                    <a:pt x="15300" y="84485"/>
                    <a:pt x="15569" y="82844"/>
                    <a:pt x="15845" y="81205"/>
                  </a:cubicBezTo>
                  <a:cubicBezTo>
                    <a:pt x="16121" y="79565"/>
                    <a:pt x="16406" y="77929"/>
                    <a:pt x="16695" y="76289"/>
                  </a:cubicBezTo>
                  <a:cubicBezTo>
                    <a:pt x="16984" y="74652"/>
                    <a:pt x="17286" y="73018"/>
                    <a:pt x="17578" y="71381"/>
                  </a:cubicBezTo>
                  <a:cubicBezTo>
                    <a:pt x="17867" y="69744"/>
                    <a:pt x="18140" y="68104"/>
                    <a:pt x="18441" y="66470"/>
                  </a:cubicBezTo>
                  <a:cubicBezTo>
                    <a:pt x="18739" y="64835"/>
                    <a:pt x="19061" y="63202"/>
                    <a:pt x="19373" y="61570"/>
                  </a:cubicBezTo>
                  <a:cubicBezTo>
                    <a:pt x="19686" y="59937"/>
                    <a:pt x="19986" y="58302"/>
                    <a:pt x="20311" y="56672"/>
                  </a:cubicBezTo>
                  <a:cubicBezTo>
                    <a:pt x="20636" y="55039"/>
                    <a:pt x="20983" y="53414"/>
                    <a:pt x="21319" y="51786"/>
                  </a:cubicBezTo>
                  <a:cubicBezTo>
                    <a:pt x="21655" y="50157"/>
                    <a:pt x="21977" y="48527"/>
                    <a:pt x="22324" y="46901"/>
                  </a:cubicBezTo>
                  <a:cubicBezTo>
                    <a:pt x="22669" y="45275"/>
                    <a:pt x="23036" y="43654"/>
                    <a:pt x="23392" y="42030"/>
                  </a:cubicBezTo>
                  <a:cubicBezTo>
                    <a:pt x="23748" y="40407"/>
                    <a:pt x="24112" y="38783"/>
                    <a:pt x="24462" y="37157"/>
                  </a:cubicBezTo>
                  <a:cubicBezTo>
                    <a:pt x="24808" y="35531"/>
                    <a:pt x="25138" y="33903"/>
                    <a:pt x="25478" y="32275"/>
                  </a:cubicBezTo>
                  <a:cubicBezTo>
                    <a:pt x="25818" y="30647"/>
                    <a:pt x="26163" y="29021"/>
                    <a:pt x="26506" y="27395"/>
                  </a:cubicBezTo>
                  <a:cubicBezTo>
                    <a:pt x="26848" y="25767"/>
                    <a:pt x="27193" y="24141"/>
                    <a:pt x="27538" y="22515"/>
                  </a:cubicBezTo>
                  <a:cubicBezTo>
                    <a:pt x="27882" y="20887"/>
                    <a:pt x="28254" y="19266"/>
                    <a:pt x="28572" y="17636"/>
                  </a:cubicBezTo>
                  <a:cubicBezTo>
                    <a:pt x="28890" y="16005"/>
                    <a:pt x="29419" y="14362"/>
                    <a:pt x="29446" y="12727"/>
                  </a:cubicBezTo>
                  <a:cubicBezTo>
                    <a:pt x="29473" y="11092"/>
                    <a:pt x="29272" y="9353"/>
                    <a:pt x="28727" y="7827"/>
                  </a:cubicBezTo>
                  <a:cubicBezTo>
                    <a:pt x="28185" y="6303"/>
                    <a:pt x="27293" y="4751"/>
                    <a:pt x="26185" y="3581"/>
                  </a:cubicBezTo>
                  <a:cubicBezTo>
                    <a:pt x="25078" y="2411"/>
                    <a:pt x="23585" y="1381"/>
                    <a:pt x="22086" y="810"/>
                  </a:cubicBezTo>
                  <a:cubicBezTo>
                    <a:pt x="20587" y="236"/>
                    <a:pt x="18794" y="0"/>
                    <a:pt x="17195" y="14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39" name="Outer right wave"/>
            <p:cNvSpPr/>
            <p:nvPr/>
          </p:nvSpPr>
          <p:spPr>
            <a:xfrm>
              <a:off x="11306915" y="3479704"/>
              <a:ext cx="56608" cy="124543"/>
            </a:xfrm>
            <a:custGeom>
              <a:avLst/>
              <a:gdLst/>
              <a:ahLst/>
              <a:cxnLst/>
              <a:rect l="l" t="t" r="r" b="b"/>
              <a:pathLst>
                <a:path w="56608" h="124543">
                  <a:moveTo>
                    <a:pt x="39810" y="122"/>
                  </a:moveTo>
                  <a:cubicBezTo>
                    <a:pt x="38182" y="242"/>
                    <a:pt x="36508" y="654"/>
                    <a:pt x="34984" y="1246"/>
                  </a:cubicBezTo>
                  <a:cubicBezTo>
                    <a:pt x="33461" y="1839"/>
                    <a:pt x="31964" y="2680"/>
                    <a:pt x="30665" y="3672"/>
                  </a:cubicBezTo>
                  <a:cubicBezTo>
                    <a:pt x="29366" y="4666"/>
                    <a:pt x="28171" y="5896"/>
                    <a:pt x="27193" y="7209"/>
                  </a:cubicBezTo>
                  <a:cubicBezTo>
                    <a:pt x="26214" y="8521"/>
                    <a:pt x="25429" y="10031"/>
                    <a:pt x="24791" y="11546"/>
                  </a:cubicBezTo>
                  <a:cubicBezTo>
                    <a:pt x="24152" y="13063"/>
                    <a:pt x="23814" y="14713"/>
                    <a:pt x="23363" y="16305"/>
                  </a:cubicBezTo>
                  <a:cubicBezTo>
                    <a:pt x="22911" y="17900"/>
                    <a:pt x="22511" y="19510"/>
                    <a:pt x="22084" y="21112"/>
                  </a:cubicBezTo>
                  <a:cubicBezTo>
                    <a:pt x="21659" y="22716"/>
                    <a:pt x="21232" y="24317"/>
                    <a:pt x="20805" y="25918"/>
                  </a:cubicBezTo>
                  <a:cubicBezTo>
                    <a:pt x="20378" y="27520"/>
                    <a:pt x="19953" y="29123"/>
                    <a:pt x="19524" y="30725"/>
                  </a:cubicBezTo>
                  <a:cubicBezTo>
                    <a:pt x="19092" y="32326"/>
                    <a:pt x="18652" y="33923"/>
                    <a:pt x="18225" y="35525"/>
                  </a:cubicBezTo>
                  <a:cubicBezTo>
                    <a:pt x="17798" y="37126"/>
                    <a:pt x="17377" y="38732"/>
                    <a:pt x="16959" y="40335"/>
                  </a:cubicBezTo>
                  <a:cubicBezTo>
                    <a:pt x="16543" y="41939"/>
                    <a:pt x="16136" y="43547"/>
                    <a:pt x="15723" y="45153"/>
                  </a:cubicBezTo>
                  <a:cubicBezTo>
                    <a:pt x="15309" y="46759"/>
                    <a:pt x="14893" y="48363"/>
                    <a:pt x="14482" y="49968"/>
                  </a:cubicBezTo>
                  <a:cubicBezTo>
                    <a:pt x="14072" y="51574"/>
                    <a:pt x="13663" y="53182"/>
                    <a:pt x="13265" y="54790"/>
                  </a:cubicBezTo>
                  <a:cubicBezTo>
                    <a:pt x="12865" y="56401"/>
                    <a:pt x="12482" y="58013"/>
                    <a:pt x="12088" y="59624"/>
                  </a:cubicBezTo>
                  <a:cubicBezTo>
                    <a:pt x="11695" y="61234"/>
                    <a:pt x="11285" y="62840"/>
                    <a:pt x="10898" y="64452"/>
                  </a:cubicBezTo>
                  <a:cubicBezTo>
                    <a:pt x="10511" y="66065"/>
                    <a:pt x="10140" y="67679"/>
                    <a:pt x="9771" y="69296"/>
                  </a:cubicBezTo>
                  <a:cubicBezTo>
                    <a:pt x="9399" y="70911"/>
                    <a:pt x="9044" y="72530"/>
                    <a:pt x="8674" y="74147"/>
                  </a:cubicBezTo>
                  <a:cubicBezTo>
                    <a:pt x="8305" y="75764"/>
                    <a:pt x="7929" y="77377"/>
                    <a:pt x="7556" y="78994"/>
                  </a:cubicBezTo>
                  <a:cubicBezTo>
                    <a:pt x="7182" y="80609"/>
                    <a:pt x="6804" y="82223"/>
                    <a:pt x="6435" y="83838"/>
                  </a:cubicBezTo>
                  <a:cubicBezTo>
                    <a:pt x="6063" y="85455"/>
                    <a:pt x="5698" y="87072"/>
                    <a:pt x="5336" y="88689"/>
                  </a:cubicBezTo>
                  <a:cubicBezTo>
                    <a:pt x="4971" y="90306"/>
                    <a:pt x="4613" y="91925"/>
                    <a:pt x="4248" y="93542"/>
                  </a:cubicBezTo>
                  <a:cubicBezTo>
                    <a:pt x="3886" y="95159"/>
                    <a:pt x="3514" y="96776"/>
                    <a:pt x="3154" y="98393"/>
                  </a:cubicBezTo>
                  <a:cubicBezTo>
                    <a:pt x="2794" y="100012"/>
                    <a:pt x="2444" y="101634"/>
                    <a:pt x="2089" y="103253"/>
                  </a:cubicBezTo>
                  <a:cubicBezTo>
                    <a:pt x="1733" y="104870"/>
                    <a:pt x="1357" y="106487"/>
                    <a:pt x="1016" y="108108"/>
                  </a:cubicBezTo>
                  <a:cubicBezTo>
                    <a:pt x="674" y="109730"/>
                    <a:pt x="82" y="111358"/>
                    <a:pt x="40" y="112982"/>
                  </a:cubicBezTo>
                  <a:cubicBezTo>
                    <a:pt x="0" y="114607"/>
                    <a:pt x="173" y="116380"/>
                    <a:pt x="770" y="117864"/>
                  </a:cubicBezTo>
                  <a:cubicBezTo>
                    <a:pt x="1366" y="119347"/>
                    <a:pt x="2415" y="120833"/>
                    <a:pt x="3614" y="121883"/>
                  </a:cubicBezTo>
                  <a:cubicBezTo>
                    <a:pt x="4815" y="122933"/>
                    <a:pt x="6428" y="123789"/>
                    <a:pt x="7971" y="124167"/>
                  </a:cubicBezTo>
                  <a:cubicBezTo>
                    <a:pt x="9517" y="124543"/>
                    <a:pt x="11348" y="124541"/>
                    <a:pt x="12887" y="124145"/>
                  </a:cubicBezTo>
                  <a:cubicBezTo>
                    <a:pt x="14426" y="123747"/>
                    <a:pt x="15976" y="122830"/>
                    <a:pt x="17204" y="121787"/>
                  </a:cubicBezTo>
                  <a:cubicBezTo>
                    <a:pt x="18434" y="120744"/>
                    <a:pt x="19388" y="119278"/>
                    <a:pt x="20262" y="117884"/>
                  </a:cubicBezTo>
                  <a:cubicBezTo>
                    <a:pt x="21139" y="116491"/>
                    <a:pt x="21813" y="114950"/>
                    <a:pt x="22462" y="113429"/>
                  </a:cubicBezTo>
                  <a:cubicBezTo>
                    <a:pt x="23111" y="111907"/>
                    <a:pt x="23592" y="110310"/>
                    <a:pt x="24157" y="108753"/>
                  </a:cubicBezTo>
                  <a:cubicBezTo>
                    <a:pt x="24724" y="107196"/>
                    <a:pt x="25298" y="105640"/>
                    <a:pt x="25863" y="104080"/>
                  </a:cubicBezTo>
                  <a:cubicBezTo>
                    <a:pt x="26428" y="102523"/>
                    <a:pt x="26988" y="100962"/>
                    <a:pt x="27551" y="99403"/>
                  </a:cubicBezTo>
                  <a:cubicBezTo>
                    <a:pt x="28114" y="97844"/>
                    <a:pt x="28679" y="96285"/>
                    <a:pt x="29239" y="94725"/>
                  </a:cubicBezTo>
                  <a:cubicBezTo>
                    <a:pt x="29800" y="93164"/>
                    <a:pt x="30353" y="91603"/>
                    <a:pt x="30914" y="90041"/>
                  </a:cubicBezTo>
                  <a:cubicBezTo>
                    <a:pt x="31472" y="88480"/>
                    <a:pt x="32033" y="86921"/>
                    <a:pt x="32591" y="85359"/>
                  </a:cubicBezTo>
                  <a:cubicBezTo>
                    <a:pt x="33151" y="83800"/>
                    <a:pt x="33712" y="82239"/>
                    <a:pt x="34270" y="80678"/>
                  </a:cubicBezTo>
                  <a:cubicBezTo>
                    <a:pt x="34828" y="79118"/>
                    <a:pt x="35382" y="77555"/>
                    <a:pt x="35943" y="75996"/>
                  </a:cubicBezTo>
                  <a:cubicBezTo>
                    <a:pt x="36503" y="74434"/>
                    <a:pt x="37073" y="72877"/>
                    <a:pt x="37635" y="71318"/>
                  </a:cubicBezTo>
                  <a:cubicBezTo>
                    <a:pt x="38198" y="69759"/>
                    <a:pt x="38759" y="68198"/>
                    <a:pt x="39317" y="66639"/>
                  </a:cubicBezTo>
                  <a:cubicBezTo>
                    <a:pt x="39877" y="65077"/>
                    <a:pt x="40440" y="63518"/>
                    <a:pt x="40998" y="61957"/>
                  </a:cubicBezTo>
                  <a:cubicBezTo>
                    <a:pt x="41557" y="60395"/>
                    <a:pt x="42110" y="58834"/>
                    <a:pt x="42669" y="57273"/>
                  </a:cubicBezTo>
                  <a:cubicBezTo>
                    <a:pt x="43227" y="55711"/>
                    <a:pt x="43792" y="54152"/>
                    <a:pt x="44352" y="52593"/>
                  </a:cubicBezTo>
                  <a:cubicBezTo>
                    <a:pt x="44913" y="51034"/>
                    <a:pt x="45471" y="49472"/>
                    <a:pt x="46034" y="47913"/>
                  </a:cubicBezTo>
                  <a:cubicBezTo>
                    <a:pt x="46597" y="46354"/>
                    <a:pt x="47170" y="44797"/>
                    <a:pt x="47733" y="43238"/>
                  </a:cubicBezTo>
                  <a:cubicBezTo>
                    <a:pt x="48296" y="41679"/>
                    <a:pt x="48850" y="40117"/>
                    <a:pt x="49410" y="38556"/>
                  </a:cubicBezTo>
                  <a:cubicBezTo>
                    <a:pt x="49968" y="36995"/>
                    <a:pt x="50533" y="35436"/>
                    <a:pt x="51083" y="33872"/>
                  </a:cubicBezTo>
                  <a:cubicBezTo>
                    <a:pt x="51632" y="32308"/>
                    <a:pt x="52166" y="30738"/>
                    <a:pt x="52709" y="29172"/>
                  </a:cubicBezTo>
                  <a:cubicBezTo>
                    <a:pt x="53253" y="27606"/>
                    <a:pt x="53814" y="26045"/>
                    <a:pt x="54343" y="24475"/>
                  </a:cubicBezTo>
                  <a:cubicBezTo>
                    <a:pt x="54870" y="22902"/>
                    <a:pt x="55511" y="21348"/>
                    <a:pt x="55878" y="19744"/>
                  </a:cubicBezTo>
                  <a:cubicBezTo>
                    <a:pt x="56245" y="18138"/>
                    <a:pt x="56608" y="16470"/>
                    <a:pt x="56547" y="14846"/>
                  </a:cubicBezTo>
                  <a:cubicBezTo>
                    <a:pt x="56485" y="13223"/>
                    <a:pt x="56098" y="11523"/>
                    <a:pt x="55511" y="10002"/>
                  </a:cubicBezTo>
                  <a:cubicBezTo>
                    <a:pt x="54924" y="8481"/>
                    <a:pt x="54056" y="6979"/>
                    <a:pt x="53024" y="5718"/>
                  </a:cubicBezTo>
                  <a:cubicBezTo>
                    <a:pt x="51992" y="4457"/>
                    <a:pt x="50693" y="3303"/>
                    <a:pt x="49314" y="2435"/>
                  </a:cubicBezTo>
                  <a:cubicBezTo>
                    <a:pt x="47935" y="1568"/>
                    <a:pt x="46332" y="903"/>
                    <a:pt x="44748" y="516"/>
                  </a:cubicBezTo>
                  <a:cubicBezTo>
                    <a:pt x="43165" y="131"/>
                    <a:pt x="41439" y="0"/>
                    <a:pt x="39811" y="12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40" name="Text 37"/>
          <p:cNvSpPr txBox="1"/>
          <p:nvPr/>
        </p:nvSpPr>
        <p:spPr>
          <a:xfrm>
            <a:off x="10945368" y="3840480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16 px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583680" y="4389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48 px and up: gradient allowed  ·  32 px and below: solid  ·  16 px: separate optical version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 · Digital touchpoints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Always show the target first</a:t>
            </a:r>
            <a:endParaRPr lang="en-US" sz="3400" dirty="0"/>
          </a:p>
        </p:txBody>
      </p:sp>
      <p:sp>
        <p:nvSpPr>
          <p:cNvPr id="4" name="Phone mockup App header"/>
          <p:cNvSpPr/>
          <p:nvPr/>
        </p:nvSpPr>
        <p:spPr>
          <a:xfrm>
            <a:off x="548640" y="1645920"/>
            <a:ext cx="2240280" cy="4069080"/>
          </a:xfrm>
          <a:prstGeom prst="roundRect">
            <a:avLst>
              <a:gd name="adj" fmla="val 13061"/>
            </a:avLst>
          </a:prstGeom>
          <a:solidFill>
            <a:schemeClr val="bg1"/>
          </a:solidFill>
          <a:ln w="15875">
            <a:solidFill>
              <a:srgbClr val="101B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824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 header</a:t>
            </a:r>
            <a:endParaRPr lang="en-US" sz="1300" dirty="0"/>
          </a:p>
        </p:txBody>
      </p:sp>
      <p:grpSp>
        <p:nvGrpSpPr>
          <p:cNvPr id="66" name="VCA symbol"/>
          <p:cNvGrpSpPr/>
          <p:nvPr/>
        </p:nvGrpSpPr>
        <p:grpSpPr>
          <a:xfrm>
            <a:off x="713232" y="1965960"/>
            <a:ext cx="329184" cy="288153"/>
            <a:chOff x="713232" y="1965960"/>
            <a:chExt cx="329184" cy="288153"/>
          </a:xfrm>
        </p:grpSpPr>
        <p:sp>
          <p:nvSpPr>
            <p:cNvPr id="6" name="Outer left wave"/>
            <p:cNvSpPr/>
            <p:nvPr/>
          </p:nvSpPr>
          <p:spPr>
            <a:xfrm>
              <a:off x="713232" y="1966017"/>
              <a:ext cx="99487" cy="219176"/>
            </a:xfrm>
            <a:custGeom>
              <a:avLst/>
              <a:gdLst/>
              <a:ahLst/>
              <a:cxnLst/>
              <a:rect l="l" t="t" r="r" b="b"/>
              <a:pathLst>
                <a:path w="99487" h="219176">
                  <a:moveTo>
                    <a:pt x="28227" y="56"/>
                  </a:moveTo>
                  <a:cubicBezTo>
                    <a:pt x="25356" y="0"/>
                    <a:pt x="22334" y="360"/>
                    <a:pt x="19583" y="1178"/>
                  </a:cubicBezTo>
                  <a:cubicBezTo>
                    <a:pt x="16832" y="2000"/>
                    <a:pt x="14077" y="3330"/>
                    <a:pt x="11725" y="4974"/>
                  </a:cubicBezTo>
                  <a:cubicBezTo>
                    <a:pt x="9377" y="6618"/>
                    <a:pt x="7185" y="8743"/>
                    <a:pt x="5471" y="11044"/>
                  </a:cubicBezTo>
                  <a:cubicBezTo>
                    <a:pt x="3757" y="13345"/>
                    <a:pt x="2344" y="16057"/>
                    <a:pt x="1440" y="18781"/>
                  </a:cubicBezTo>
                  <a:cubicBezTo>
                    <a:pt x="536" y="21505"/>
                    <a:pt x="0" y="24530"/>
                    <a:pt x="39" y="27391"/>
                  </a:cubicBezTo>
                  <a:cubicBezTo>
                    <a:pt x="82" y="30251"/>
                    <a:pt x="951" y="33136"/>
                    <a:pt x="1687" y="35946"/>
                  </a:cubicBezTo>
                  <a:cubicBezTo>
                    <a:pt x="2419" y="38755"/>
                    <a:pt x="3507" y="41491"/>
                    <a:pt x="4442" y="44254"/>
                  </a:cubicBezTo>
                  <a:cubicBezTo>
                    <a:pt x="5373" y="47021"/>
                    <a:pt x="6336" y="49776"/>
                    <a:pt x="7295" y="52531"/>
                  </a:cubicBezTo>
                  <a:cubicBezTo>
                    <a:pt x="8250" y="55286"/>
                    <a:pt x="9216" y="58041"/>
                    <a:pt x="10187" y="60792"/>
                  </a:cubicBezTo>
                  <a:cubicBezTo>
                    <a:pt x="11157" y="63548"/>
                    <a:pt x="12140" y="66291"/>
                    <a:pt x="13114" y="69042"/>
                  </a:cubicBezTo>
                  <a:cubicBezTo>
                    <a:pt x="14089" y="71793"/>
                    <a:pt x="15055" y="74548"/>
                    <a:pt x="16034" y="77296"/>
                  </a:cubicBezTo>
                  <a:cubicBezTo>
                    <a:pt x="17012" y="80047"/>
                    <a:pt x="17990" y="82794"/>
                    <a:pt x="18977" y="85541"/>
                  </a:cubicBezTo>
                  <a:cubicBezTo>
                    <a:pt x="19963" y="88285"/>
                    <a:pt x="20969" y="91024"/>
                    <a:pt x="21959" y="93772"/>
                  </a:cubicBezTo>
                  <a:cubicBezTo>
                    <a:pt x="22949" y="96515"/>
                    <a:pt x="23931" y="99266"/>
                    <a:pt x="24917" y="102010"/>
                  </a:cubicBezTo>
                  <a:cubicBezTo>
                    <a:pt x="25904" y="104757"/>
                    <a:pt x="26890" y="107504"/>
                    <a:pt x="27884" y="110247"/>
                  </a:cubicBezTo>
                  <a:cubicBezTo>
                    <a:pt x="28878" y="112991"/>
                    <a:pt x="29895" y="115726"/>
                    <a:pt x="30881" y="118470"/>
                  </a:cubicBezTo>
                  <a:cubicBezTo>
                    <a:pt x="31872" y="121217"/>
                    <a:pt x="32827" y="123972"/>
                    <a:pt x="33809" y="126719"/>
                  </a:cubicBezTo>
                  <a:cubicBezTo>
                    <a:pt x="34795" y="129467"/>
                    <a:pt x="35805" y="132206"/>
                    <a:pt x="36791" y="134950"/>
                  </a:cubicBezTo>
                  <a:cubicBezTo>
                    <a:pt x="37773" y="137697"/>
                    <a:pt x="38740" y="140452"/>
                    <a:pt x="39718" y="143199"/>
                  </a:cubicBezTo>
                  <a:cubicBezTo>
                    <a:pt x="40700" y="145946"/>
                    <a:pt x="41691" y="148694"/>
                    <a:pt x="42677" y="151437"/>
                  </a:cubicBezTo>
                  <a:cubicBezTo>
                    <a:pt x="43663" y="154184"/>
                    <a:pt x="44653" y="156932"/>
                    <a:pt x="45639" y="159679"/>
                  </a:cubicBezTo>
                  <a:cubicBezTo>
                    <a:pt x="46622" y="162422"/>
                    <a:pt x="47604" y="165174"/>
                    <a:pt x="48590" y="167917"/>
                  </a:cubicBezTo>
                  <a:cubicBezTo>
                    <a:pt x="49576" y="170664"/>
                    <a:pt x="50563" y="173411"/>
                    <a:pt x="51557" y="176155"/>
                  </a:cubicBezTo>
                  <a:cubicBezTo>
                    <a:pt x="52551" y="178898"/>
                    <a:pt x="53556" y="181638"/>
                    <a:pt x="54546" y="184381"/>
                  </a:cubicBezTo>
                  <a:cubicBezTo>
                    <a:pt x="55537" y="187128"/>
                    <a:pt x="56491" y="189883"/>
                    <a:pt x="57489" y="192627"/>
                  </a:cubicBezTo>
                  <a:cubicBezTo>
                    <a:pt x="58483" y="195370"/>
                    <a:pt x="59333" y="198180"/>
                    <a:pt x="60518" y="200837"/>
                  </a:cubicBezTo>
                  <a:cubicBezTo>
                    <a:pt x="61704" y="203495"/>
                    <a:pt x="62972" y="206183"/>
                    <a:pt x="64608" y="208570"/>
                  </a:cubicBezTo>
                  <a:cubicBezTo>
                    <a:pt x="66240" y="210954"/>
                    <a:pt x="68048" y="213470"/>
                    <a:pt x="70314" y="215157"/>
                  </a:cubicBezTo>
                  <a:cubicBezTo>
                    <a:pt x="72584" y="216844"/>
                    <a:pt x="75464" y="218202"/>
                    <a:pt x="78215" y="218687"/>
                  </a:cubicBezTo>
                  <a:cubicBezTo>
                    <a:pt x="80970" y="219176"/>
                    <a:pt x="84187" y="218957"/>
                    <a:pt x="86845" y="218080"/>
                  </a:cubicBezTo>
                  <a:cubicBezTo>
                    <a:pt x="89498" y="217204"/>
                    <a:pt x="92187" y="215439"/>
                    <a:pt x="94155" y="213431"/>
                  </a:cubicBezTo>
                  <a:cubicBezTo>
                    <a:pt x="96120" y="211419"/>
                    <a:pt x="97795" y="208688"/>
                    <a:pt x="98640" y="206011"/>
                  </a:cubicBezTo>
                  <a:cubicBezTo>
                    <a:pt x="99485" y="203334"/>
                    <a:pt x="99419" y="200239"/>
                    <a:pt x="99227" y="197370"/>
                  </a:cubicBezTo>
                  <a:cubicBezTo>
                    <a:pt x="99035" y="194501"/>
                    <a:pt x="98088" y="191648"/>
                    <a:pt x="97486" y="188792"/>
                  </a:cubicBezTo>
                  <a:cubicBezTo>
                    <a:pt x="96887" y="185935"/>
                    <a:pt x="96249" y="183090"/>
                    <a:pt x="95627" y="180237"/>
                  </a:cubicBezTo>
                  <a:cubicBezTo>
                    <a:pt x="95004" y="177388"/>
                    <a:pt x="94378" y="174535"/>
                    <a:pt x="93760" y="171686"/>
                  </a:cubicBezTo>
                  <a:cubicBezTo>
                    <a:pt x="93138" y="168833"/>
                    <a:pt x="92547" y="165976"/>
                    <a:pt x="91901" y="163131"/>
                  </a:cubicBezTo>
                  <a:cubicBezTo>
                    <a:pt x="91251" y="160286"/>
                    <a:pt x="90531" y="157456"/>
                    <a:pt x="89874" y="154615"/>
                  </a:cubicBezTo>
                  <a:cubicBezTo>
                    <a:pt x="89212" y="151770"/>
                    <a:pt x="88590" y="148921"/>
                    <a:pt x="87952" y="146076"/>
                  </a:cubicBezTo>
                  <a:cubicBezTo>
                    <a:pt x="87310" y="143227"/>
                    <a:pt x="86680" y="140378"/>
                    <a:pt x="86031" y="137532"/>
                  </a:cubicBezTo>
                  <a:cubicBezTo>
                    <a:pt x="85385" y="134687"/>
                    <a:pt x="84720" y="131846"/>
                    <a:pt x="84062" y="129005"/>
                  </a:cubicBezTo>
                  <a:cubicBezTo>
                    <a:pt x="83409" y="126160"/>
                    <a:pt x="82767" y="123315"/>
                    <a:pt x="82101" y="120473"/>
                  </a:cubicBezTo>
                  <a:cubicBezTo>
                    <a:pt x="81440" y="117632"/>
                    <a:pt x="80759" y="114791"/>
                    <a:pt x="80082" y="111954"/>
                  </a:cubicBezTo>
                  <a:cubicBezTo>
                    <a:pt x="79405" y="109116"/>
                    <a:pt x="78724" y="106279"/>
                    <a:pt x="78039" y="103442"/>
                  </a:cubicBezTo>
                  <a:cubicBezTo>
                    <a:pt x="77358" y="100605"/>
                    <a:pt x="76697" y="97763"/>
                    <a:pt x="75989" y="94930"/>
                  </a:cubicBezTo>
                  <a:cubicBezTo>
                    <a:pt x="75280" y="92101"/>
                    <a:pt x="74521" y="89283"/>
                    <a:pt x="73789" y="86457"/>
                  </a:cubicBezTo>
                  <a:cubicBezTo>
                    <a:pt x="73057" y="83632"/>
                    <a:pt x="72333" y="80806"/>
                    <a:pt x="71605" y="77981"/>
                  </a:cubicBezTo>
                  <a:cubicBezTo>
                    <a:pt x="70878" y="75155"/>
                    <a:pt x="70161" y="72326"/>
                    <a:pt x="69422" y="69504"/>
                  </a:cubicBezTo>
                  <a:cubicBezTo>
                    <a:pt x="68678" y="66682"/>
                    <a:pt x="67911" y="63868"/>
                    <a:pt x="67152" y="61051"/>
                  </a:cubicBezTo>
                  <a:cubicBezTo>
                    <a:pt x="66397" y="58229"/>
                    <a:pt x="65630" y="55415"/>
                    <a:pt x="64878" y="52594"/>
                  </a:cubicBezTo>
                  <a:cubicBezTo>
                    <a:pt x="64127" y="49776"/>
                    <a:pt x="63403" y="46950"/>
                    <a:pt x="62647" y="44129"/>
                  </a:cubicBezTo>
                  <a:cubicBezTo>
                    <a:pt x="61896" y="41311"/>
                    <a:pt x="61121" y="38497"/>
                    <a:pt x="60366" y="35679"/>
                  </a:cubicBezTo>
                  <a:cubicBezTo>
                    <a:pt x="59611" y="32862"/>
                    <a:pt x="58930" y="30017"/>
                    <a:pt x="58112" y="27218"/>
                  </a:cubicBezTo>
                  <a:cubicBezTo>
                    <a:pt x="57294" y="24420"/>
                    <a:pt x="56636" y="21528"/>
                    <a:pt x="55447" y="18894"/>
                  </a:cubicBezTo>
                  <a:cubicBezTo>
                    <a:pt x="54257" y="16261"/>
                    <a:pt x="52781" y="13654"/>
                    <a:pt x="50977" y="11408"/>
                  </a:cubicBezTo>
                  <a:cubicBezTo>
                    <a:pt x="49177" y="9158"/>
                    <a:pt x="46993" y="7060"/>
                    <a:pt x="44634" y="5412"/>
                  </a:cubicBezTo>
                  <a:cubicBezTo>
                    <a:pt x="42274" y="3761"/>
                    <a:pt x="39554" y="2411"/>
                    <a:pt x="36818" y="1518"/>
                  </a:cubicBezTo>
                  <a:cubicBezTo>
                    <a:pt x="34083" y="626"/>
                    <a:pt x="31101" y="113"/>
                    <a:pt x="28228" y="5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7" name="Inner left wave"/>
            <p:cNvSpPr/>
            <p:nvPr/>
          </p:nvSpPr>
          <p:spPr>
            <a:xfrm>
              <a:off x="796349" y="2025574"/>
              <a:ext cx="51892" cy="187065"/>
            </a:xfrm>
            <a:custGeom>
              <a:avLst/>
              <a:gdLst/>
              <a:ahLst/>
              <a:cxnLst/>
              <a:rect l="l" t="t" r="r" b="b"/>
              <a:pathLst>
                <a:path w="51892" h="187065">
                  <a:moveTo>
                    <a:pt x="18782" y="173"/>
                  </a:moveTo>
                  <a:cubicBezTo>
                    <a:pt x="15963" y="348"/>
                    <a:pt x="12899" y="1284"/>
                    <a:pt x="10441" y="2685"/>
                  </a:cubicBezTo>
                  <a:cubicBezTo>
                    <a:pt x="7984" y="4090"/>
                    <a:pt x="5690" y="6273"/>
                    <a:pt x="4047" y="8590"/>
                  </a:cubicBezTo>
                  <a:cubicBezTo>
                    <a:pt x="2403" y="10907"/>
                    <a:pt x="1174" y="13803"/>
                    <a:pt x="587" y="16585"/>
                  </a:cubicBezTo>
                  <a:cubicBezTo>
                    <a:pt x="0" y="19368"/>
                    <a:pt x="243" y="22397"/>
                    <a:pt x="524" y="25281"/>
                  </a:cubicBezTo>
                  <a:cubicBezTo>
                    <a:pt x="802" y="28166"/>
                    <a:pt x="1667" y="31022"/>
                    <a:pt x="2266" y="33887"/>
                  </a:cubicBezTo>
                  <a:cubicBezTo>
                    <a:pt x="2865" y="36752"/>
                    <a:pt x="3510" y="39605"/>
                    <a:pt x="4121" y="42469"/>
                  </a:cubicBezTo>
                  <a:cubicBezTo>
                    <a:pt x="4731" y="45330"/>
                    <a:pt x="5326" y="48195"/>
                    <a:pt x="5921" y="51060"/>
                  </a:cubicBezTo>
                  <a:cubicBezTo>
                    <a:pt x="6520" y="53924"/>
                    <a:pt x="7099" y="56793"/>
                    <a:pt x="7706" y="59658"/>
                  </a:cubicBezTo>
                  <a:cubicBezTo>
                    <a:pt x="8308" y="62518"/>
                    <a:pt x="8938" y="65375"/>
                    <a:pt x="9549" y="68240"/>
                  </a:cubicBezTo>
                  <a:cubicBezTo>
                    <a:pt x="10159" y="71101"/>
                    <a:pt x="10778" y="73961"/>
                    <a:pt x="11373" y="76826"/>
                  </a:cubicBezTo>
                  <a:cubicBezTo>
                    <a:pt x="11971" y="79691"/>
                    <a:pt x="12539" y="82563"/>
                    <a:pt x="13138" y="85428"/>
                  </a:cubicBezTo>
                  <a:cubicBezTo>
                    <a:pt x="13733" y="88293"/>
                    <a:pt x="14366" y="91150"/>
                    <a:pt x="14954" y="94014"/>
                  </a:cubicBezTo>
                  <a:cubicBezTo>
                    <a:pt x="15544" y="96883"/>
                    <a:pt x="16112" y="99751"/>
                    <a:pt x="16672" y="102624"/>
                  </a:cubicBezTo>
                  <a:cubicBezTo>
                    <a:pt x="17227" y="105496"/>
                    <a:pt x="17771" y="108373"/>
                    <a:pt x="18307" y="111249"/>
                  </a:cubicBezTo>
                  <a:cubicBezTo>
                    <a:pt x="18844" y="114126"/>
                    <a:pt x="19368" y="117006"/>
                    <a:pt x="19892" y="119886"/>
                  </a:cubicBezTo>
                  <a:cubicBezTo>
                    <a:pt x="20417" y="122763"/>
                    <a:pt x="20941" y="125643"/>
                    <a:pt x="21450" y="128524"/>
                  </a:cubicBezTo>
                  <a:cubicBezTo>
                    <a:pt x="21963" y="131408"/>
                    <a:pt x="22464" y="134292"/>
                    <a:pt x="22953" y="137176"/>
                  </a:cubicBezTo>
                  <a:cubicBezTo>
                    <a:pt x="23442" y="140061"/>
                    <a:pt x="23927" y="142945"/>
                    <a:pt x="24393" y="145837"/>
                  </a:cubicBezTo>
                  <a:cubicBezTo>
                    <a:pt x="24859" y="148725"/>
                    <a:pt x="25289" y="151617"/>
                    <a:pt x="25751" y="154509"/>
                  </a:cubicBezTo>
                  <a:cubicBezTo>
                    <a:pt x="26217" y="157397"/>
                    <a:pt x="26714" y="160282"/>
                    <a:pt x="27171" y="163174"/>
                  </a:cubicBezTo>
                  <a:cubicBezTo>
                    <a:pt x="27629" y="166062"/>
                    <a:pt x="27958" y="168981"/>
                    <a:pt x="28502" y="171850"/>
                  </a:cubicBezTo>
                  <a:cubicBezTo>
                    <a:pt x="29050" y="174719"/>
                    <a:pt x="29081" y="177990"/>
                    <a:pt x="30447" y="180378"/>
                  </a:cubicBezTo>
                  <a:cubicBezTo>
                    <a:pt x="31813" y="182765"/>
                    <a:pt x="34231" y="185289"/>
                    <a:pt x="36697" y="186177"/>
                  </a:cubicBezTo>
                  <a:cubicBezTo>
                    <a:pt x="39162" y="187066"/>
                    <a:pt x="42880" y="186854"/>
                    <a:pt x="45236" y="185700"/>
                  </a:cubicBezTo>
                  <a:cubicBezTo>
                    <a:pt x="47592" y="184549"/>
                    <a:pt x="49784" y="181782"/>
                    <a:pt x="50836" y="179258"/>
                  </a:cubicBezTo>
                  <a:cubicBezTo>
                    <a:pt x="51893" y="176734"/>
                    <a:pt x="51439" y="173470"/>
                    <a:pt x="51557" y="170559"/>
                  </a:cubicBezTo>
                  <a:cubicBezTo>
                    <a:pt x="51678" y="167643"/>
                    <a:pt x="51557" y="164704"/>
                    <a:pt x="51557" y="161777"/>
                  </a:cubicBezTo>
                  <a:cubicBezTo>
                    <a:pt x="51557" y="158849"/>
                    <a:pt x="51557" y="155926"/>
                    <a:pt x="51557" y="152999"/>
                  </a:cubicBezTo>
                  <a:cubicBezTo>
                    <a:pt x="51557" y="150071"/>
                    <a:pt x="51557" y="147144"/>
                    <a:pt x="51557" y="144217"/>
                  </a:cubicBezTo>
                  <a:cubicBezTo>
                    <a:pt x="51557" y="141293"/>
                    <a:pt x="51557" y="138366"/>
                    <a:pt x="51557" y="135439"/>
                  </a:cubicBezTo>
                  <a:cubicBezTo>
                    <a:pt x="51557" y="132511"/>
                    <a:pt x="51557" y="129584"/>
                    <a:pt x="51557" y="126657"/>
                  </a:cubicBezTo>
                  <a:cubicBezTo>
                    <a:pt x="51557" y="123733"/>
                    <a:pt x="51557" y="120806"/>
                    <a:pt x="51557" y="117879"/>
                  </a:cubicBezTo>
                  <a:cubicBezTo>
                    <a:pt x="51557" y="114951"/>
                    <a:pt x="51557" y="112024"/>
                    <a:pt x="51557" y="109101"/>
                  </a:cubicBezTo>
                  <a:cubicBezTo>
                    <a:pt x="51557" y="106173"/>
                    <a:pt x="51557" y="103246"/>
                    <a:pt x="51557" y="100319"/>
                  </a:cubicBezTo>
                  <a:cubicBezTo>
                    <a:pt x="51557" y="97392"/>
                    <a:pt x="51557" y="94468"/>
                    <a:pt x="51557" y="91541"/>
                  </a:cubicBezTo>
                  <a:cubicBezTo>
                    <a:pt x="51557" y="88614"/>
                    <a:pt x="51557" y="85686"/>
                    <a:pt x="51557" y="82759"/>
                  </a:cubicBezTo>
                  <a:cubicBezTo>
                    <a:pt x="51557" y="79836"/>
                    <a:pt x="51635" y="76904"/>
                    <a:pt x="51557" y="73981"/>
                  </a:cubicBezTo>
                  <a:cubicBezTo>
                    <a:pt x="51478" y="71058"/>
                    <a:pt x="51424" y="68122"/>
                    <a:pt x="51083" y="65223"/>
                  </a:cubicBezTo>
                  <a:cubicBezTo>
                    <a:pt x="50739" y="62323"/>
                    <a:pt x="50093" y="59454"/>
                    <a:pt x="49502" y="56589"/>
                  </a:cubicBezTo>
                  <a:cubicBezTo>
                    <a:pt x="48911" y="53725"/>
                    <a:pt x="48195" y="50883"/>
                    <a:pt x="47537" y="48030"/>
                  </a:cubicBezTo>
                  <a:cubicBezTo>
                    <a:pt x="46876" y="45181"/>
                    <a:pt x="46207" y="42332"/>
                    <a:pt x="45549" y="39479"/>
                  </a:cubicBezTo>
                  <a:cubicBezTo>
                    <a:pt x="44892" y="36630"/>
                    <a:pt x="44246" y="33774"/>
                    <a:pt x="43589" y="30921"/>
                  </a:cubicBezTo>
                  <a:cubicBezTo>
                    <a:pt x="42931" y="28072"/>
                    <a:pt x="42321" y="25203"/>
                    <a:pt x="41605" y="22370"/>
                  </a:cubicBezTo>
                  <a:cubicBezTo>
                    <a:pt x="40892" y="19536"/>
                    <a:pt x="40481" y="16542"/>
                    <a:pt x="39299" y="13916"/>
                  </a:cubicBezTo>
                  <a:cubicBezTo>
                    <a:pt x="38118" y="11290"/>
                    <a:pt x="36505" y="8653"/>
                    <a:pt x="34513" y="6606"/>
                  </a:cubicBezTo>
                  <a:cubicBezTo>
                    <a:pt x="32525" y="4563"/>
                    <a:pt x="29981" y="2716"/>
                    <a:pt x="27355" y="1644"/>
                  </a:cubicBezTo>
                  <a:cubicBezTo>
                    <a:pt x="24733" y="571"/>
                    <a:pt x="21603" y="0"/>
                    <a:pt x="18781" y="17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8" name="Center wave"/>
            <p:cNvSpPr/>
            <p:nvPr/>
          </p:nvSpPr>
          <p:spPr>
            <a:xfrm>
              <a:off x="856079" y="2095216"/>
              <a:ext cx="43283" cy="158897"/>
            </a:xfrm>
            <a:custGeom>
              <a:avLst/>
              <a:gdLst/>
              <a:ahLst/>
              <a:cxnLst/>
              <a:rect l="l" t="t" r="r" b="b"/>
              <a:pathLst>
                <a:path w="43283" h="158897">
                  <a:moveTo>
                    <a:pt x="20102" y="197"/>
                  </a:moveTo>
                  <a:cubicBezTo>
                    <a:pt x="17286" y="395"/>
                    <a:pt x="14280" y="1241"/>
                    <a:pt x="11780" y="2552"/>
                  </a:cubicBezTo>
                  <a:cubicBezTo>
                    <a:pt x="9279" y="3863"/>
                    <a:pt x="6876" y="5862"/>
                    <a:pt x="5103" y="8062"/>
                  </a:cubicBezTo>
                  <a:cubicBezTo>
                    <a:pt x="3330" y="10257"/>
                    <a:pt x="1937" y="13028"/>
                    <a:pt x="1143" y="15748"/>
                  </a:cubicBezTo>
                  <a:cubicBezTo>
                    <a:pt x="348" y="18468"/>
                    <a:pt x="474" y="21489"/>
                    <a:pt x="340" y="24377"/>
                  </a:cubicBezTo>
                  <a:cubicBezTo>
                    <a:pt x="204" y="27269"/>
                    <a:pt x="340" y="30181"/>
                    <a:pt x="340" y="33085"/>
                  </a:cubicBezTo>
                  <a:cubicBezTo>
                    <a:pt x="340" y="35985"/>
                    <a:pt x="340" y="38889"/>
                    <a:pt x="340" y="41788"/>
                  </a:cubicBezTo>
                  <a:cubicBezTo>
                    <a:pt x="340" y="44688"/>
                    <a:pt x="340" y="47592"/>
                    <a:pt x="340" y="50492"/>
                  </a:cubicBezTo>
                  <a:cubicBezTo>
                    <a:pt x="340" y="53396"/>
                    <a:pt x="340" y="56296"/>
                    <a:pt x="340" y="59200"/>
                  </a:cubicBezTo>
                  <a:cubicBezTo>
                    <a:pt x="340" y="62100"/>
                    <a:pt x="340" y="65003"/>
                    <a:pt x="340" y="67903"/>
                  </a:cubicBezTo>
                  <a:cubicBezTo>
                    <a:pt x="340" y="70803"/>
                    <a:pt x="340" y="73707"/>
                    <a:pt x="340" y="76607"/>
                  </a:cubicBezTo>
                  <a:cubicBezTo>
                    <a:pt x="340" y="79511"/>
                    <a:pt x="340" y="82411"/>
                    <a:pt x="340" y="85314"/>
                  </a:cubicBezTo>
                  <a:cubicBezTo>
                    <a:pt x="340" y="88214"/>
                    <a:pt x="340" y="91118"/>
                    <a:pt x="340" y="94018"/>
                  </a:cubicBezTo>
                  <a:cubicBezTo>
                    <a:pt x="340" y="96918"/>
                    <a:pt x="340" y="99822"/>
                    <a:pt x="340" y="102722"/>
                  </a:cubicBezTo>
                  <a:cubicBezTo>
                    <a:pt x="340" y="105626"/>
                    <a:pt x="340" y="108526"/>
                    <a:pt x="340" y="111429"/>
                  </a:cubicBezTo>
                  <a:cubicBezTo>
                    <a:pt x="340" y="114329"/>
                    <a:pt x="340" y="117233"/>
                    <a:pt x="340" y="120133"/>
                  </a:cubicBezTo>
                  <a:cubicBezTo>
                    <a:pt x="340" y="123033"/>
                    <a:pt x="340" y="125937"/>
                    <a:pt x="340" y="128837"/>
                  </a:cubicBezTo>
                  <a:cubicBezTo>
                    <a:pt x="337" y="131740"/>
                    <a:pt x="0" y="134683"/>
                    <a:pt x="317" y="137540"/>
                  </a:cubicBezTo>
                  <a:cubicBezTo>
                    <a:pt x="638" y="140397"/>
                    <a:pt x="1100" y="143391"/>
                    <a:pt x="2250" y="145978"/>
                  </a:cubicBezTo>
                  <a:cubicBezTo>
                    <a:pt x="3397" y="148565"/>
                    <a:pt x="5150" y="151124"/>
                    <a:pt x="7209" y="153057"/>
                  </a:cubicBezTo>
                  <a:cubicBezTo>
                    <a:pt x="9263" y="154987"/>
                    <a:pt x="11924" y="156630"/>
                    <a:pt x="14582" y="157570"/>
                  </a:cubicBezTo>
                  <a:cubicBezTo>
                    <a:pt x="17243" y="158505"/>
                    <a:pt x="20346" y="158896"/>
                    <a:pt x="23164" y="158685"/>
                  </a:cubicBezTo>
                  <a:cubicBezTo>
                    <a:pt x="25978" y="158474"/>
                    <a:pt x="28980" y="157617"/>
                    <a:pt x="31472" y="156298"/>
                  </a:cubicBezTo>
                  <a:cubicBezTo>
                    <a:pt x="33961" y="154979"/>
                    <a:pt x="36345" y="152967"/>
                    <a:pt x="38110" y="150764"/>
                  </a:cubicBezTo>
                  <a:cubicBezTo>
                    <a:pt x="39875" y="148565"/>
                    <a:pt x="41272" y="145798"/>
                    <a:pt x="42070" y="143082"/>
                  </a:cubicBezTo>
                  <a:cubicBezTo>
                    <a:pt x="42865" y="140362"/>
                    <a:pt x="42759" y="137345"/>
                    <a:pt x="42900" y="134456"/>
                  </a:cubicBezTo>
                  <a:cubicBezTo>
                    <a:pt x="43037" y="131568"/>
                    <a:pt x="42900" y="128653"/>
                    <a:pt x="42900" y="125753"/>
                  </a:cubicBezTo>
                  <a:cubicBezTo>
                    <a:pt x="42900" y="122849"/>
                    <a:pt x="42884" y="119949"/>
                    <a:pt x="42900" y="117049"/>
                  </a:cubicBezTo>
                  <a:cubicBezTo>
                    <a:pt x="42912" y="114145"/>
                    <a:pt x="42966" y="111245"/>
                    <a:pt x="42982" y="108345"/>
                  </a:cubicBezTo>
                  <a:cubicBezTo>
                    <a:pt x="42994" y="105442"/>
                    <a:pt x="42982" y="102542"/>
                    <a:pt x="42982" y="99642"/>
                  </a:cubicBezTo>
                  <a:cubicBezTo>
                    <a:pt x="42982" y="96742"/>
                    <a:pt x="42990" y="93842"/>
                    <a:pt x="42974" y="90938"/>
                  </a:cubicBezTo>
                  <a:cubicBezTo>
                    <a:pt x="42962" y="88038"/>
                    <a:pt x="42908" y="85138"/>
                    <a:pt x="42900" y="82238"/>
                  </a:cubicBezTo>
                  <a:cubicBezTo>
                    <a:pt x="42888" y="79335"/>
                    <a:pt x="42916" y="76435"/>
                    <a:pt x="42919" y="73535"/>
                  </a:cubicBezTo>
                  <a:cubicBezTo>
                    <a:pt x="42927" y="70635"/>
                    <a:pt x="42931" y="67731"/>
                    <a:pt x="42927" y="64831"/>
                  </a:cubicBezTo>
                  <a:cubicBezTo>
                    <a:pt x="42923" y="61931"/>
                    <a:pt x="42888" y="59031"/>
                    <a:pt x="42900" y="56128"/>
                  </a:cubicBezTo>
                  <a:cubicBezTo>
                    <a:pt x="42908" y="53228"/>
                    <a:pt x="42962" y="50328"/>
                    <a:pt x="42978" y="47424"/>
                  </a:cubicBezTo>
                  <a:cubicBezTo>
                    <a:pt x="42994" y="44524"/>
                    <a:pt x="43009" y="41624"/>
                    <a:pt x="42998" y="38724"/>
                  </a:cubicBezTo>
                  <a:cubicBezTo>
                    <a:pt x="42982" y="35820"/>
                    <a:pt x="42904" y="32920"/>
                    <a:pt x="42900" y="30021"/>
                  </a:cubicBezTo>
                  <a:cubicBezTo>
                    <a:pt x="42900" y="27117"/>
                    <a:pt x="43283" y="24170"/>
                    <a:pt x="42982" y="21317"/>
                  </a:cubicBezTo>
                  <a:cubicBezTo>
                    <a:pt x="42681" y="18460"/>
                    <a:pt x="42246" y="15454"/>
                    <a:pt x="41092" y="12883"/>
                  </a:cubicBezTo>
                  <a:cubicBezTo>
                    <a:pt x="39933" y="10312"/>
                    <a:pt x="38114" y="7796"/>
                    <a:pt x="36043" y="5878"/>
                  </a:cubicBezTo>
                  <a:cubicBezTo>
                    <a:pt x="33973" y="3960"/>
                    <a:pt x="31332" y="2317"/>
                    <a:pt x="28674" y="1370"/>
                  </a:cubicBezTo>
                  <a:cubicBezTo>
                    <a:pt x="26021" y="423"/>
                    <a:pt x="22918" y="0"/>
                    <a:pt x="20104" y="19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9" name="Inner right wave"/>
            <p:cNvSpPr/>
            <p:nvPr/>
          </p:nvSpPr>
          <p:spPr>
            <a:xfrm>
              <a:off x="907270" y="2025607"/>
              <a:ext cx="51858" cy="187062"/>
            </a:xfrm>
            <a:custGeom>
              <a:avLst/>
              <a:gdLst/>
              <a:ahLst/>
              <a:cxnLst/>
              <a:rect l="l" t="t" r="r" b="b"/>
              <a:pathLst>
                <a:path w="51858" h="187062">
                  <a:moveTo>
                    <a:pt x="30256" y="263"/>
                  </a:moveTo>
                  <a:cubicBezTo>
                    <a:pt x="27445" y="524"/>
                    <a:pt x="24444" y="1561"/>
                    <a:pt x="21994" y="2998"/>
                  </a:cubicBezTo>
                  <a:cubicBezTo>
                    <a:pt x="19544" y="4434"/>
                    <a:pt x="17274" y="6602"/>
                    <a:pt x="15556" y="8888"/>
                  </a:cubicBezTo>
                  <a:cubicBezTo>
                    <a:pt x="13838" y="11169"/>
                    <a:pt x="12656" y="13971"/>
                    <a:pt x="11686" y="16699"/>
                  </a:cubicBezTo>
                  <a:cubicBezTo>
                    <a:pt x="10711" y="19427"/>
                    <a:pt x="10383" y="22405"/>
                    <a:pt x="9729" y="25254"/>
                  </a:cubicBezTo>
                  <a:cubicBezTo>
                    <a:pt x="9075" y="28103"/>
                    <a:pt x="8414" y="30956"/>
                    <a:pt x="7757" y="33805"/>
                  </a:cubicBezTo>
                  <a:cubicBezTo>
                    <a:pt x="7095" y="36654"/>
                    <a:pt x="6430" y="39503"/>
                    <a:pt x="5765" y="42352"/>
                  </a:cubicBezTo>
                  <a:cubicBezTo>
                    <a:pt x="5095" y="45201"/>
                    <a:pt x="4403" y="48042"/>
                    <a:pt x="3749" y="50895"/>
                  </a:cubicBezTo>
                  <a:cubicBezTo>
                    <a:pt x="3092" y="53744"/>
                    <a:pt x="2372" y="56585"/>
                    <a:pt x="1832" y="59458"/>
                  </a:cubicBezTo>
                  <a:cubicBezTo>
                    <a:pt x="1291" y="62330"/>
                    <a:pt x="751" y="65223"/>
                    <a:pt x="501" y="68126"/>
                  </a:cubicBezTo>
                  <a:cubicBezTo>
                    <a:pt x="250" y="71034"/>
                    <a:pt x="348" y="73973"/>
                    <a:pt x="317" y="76897"/>
                  </a:cubicBezTo>
                  <a:cubicBezTo>
                    <a:pt x="286" y="79820"/>
                    <a:pt x="317" y="82747"/>
                    <a:pt x="317" y="85675"/>
                  </a:cubicBezTo>
                  <a:cubicBezTo>
                    <a:pt x="317" y="88598"/>
                    <a:pt x="317" y="91525"/>
                    <a:pt x="317" y="94449"/>
                  </a:cubicBezTo>
                  <a:cubicBezTo>
                    <a:pt x="317" y="97376"/>
                    <a:pt x="317" y="100299"/>
                    <a:pt x="317" y="103227"/>
                  </a:cubicBezTo>
                  <a:cubicBezTo>
                    <a:pt x="317" y="106150"/>
                    <a:pt x="317" y="109077"/>
                    <a:pt x="317" y="112001"/>
                  </a:cubicBezTo>
                  <a:cubicBezTo>
                    <a:pt x="317" y="114928"/>
                    <a:pt x="317" y="117851"/>
                    <a:pt x="317" y="120779"/>
                  </a:cubicBezTo>
                  <a:cubicBezTo>
                    <a:pt x="317" y="123702"/>
                    <a:pt x="317" y="126629"/>
                    <a:pt x="317" y="129553"/>
                  </a:cubicBezTo>
                  <a:cubicBezTo>
                    <a:pt x="317" y="132480"/>
                    <a:pt x="317" y="135403"/>
                    <a:pt x="317" y="138331"/>
                  </a:cubicBezTo>
                  <a:cubicBezTo>
                    <a:pt x="317" y="141254"/>
                    <a:pt x="317" y="144181"/>
                    <a:pt x="317" y="147105"/>
                  </a:cubicBezTo>
                  <a:cubicBezTo>
                    <a:pt x="317" y="150032"/>
                    <a:pt x="317" y="152956"/>
                    <a:pt x="317" y="155883"/>
                  </a:cubicBezTo>
                  <a:cubicBezTo>
                    <a:pt x="317" y="158806"/>
                    <a:pt x="317" y="161734"/>
                    <a:pt x="317" y="164657"/>
                  </a:cubicBezTo>
                  <a:cubicBezTo>
                    <a:pt x="317" y="167584"/>
                    <a:pt x="0" y="170570"/>
                    <a:pt x="317" y="173435"/>
                  </a:cubicBezTo>
                  <a:cubicBezTo>
                    <a:pt x="634" y="176300"/>
                    <a:pt x="724" y="179661"/>
                    <a:pt x="2223" y="181849"/>
                  </a:cubicBezTo>
                  <a:cubicBezTo>
                    <a:pt x="3726" y="184041"/>
                    <a:pt x="6751" y="186080"/>
                    <a:pt x="9326" y="186569"/>
                  </a:cubicBezTo>
                  <a:cubicBezTo>
                    <a:pt x="11905" y="187062"/>
                    <a:pt x="15529" y="186310"/>
                    <a:pt x="17685" y="184804"/>
                  </a:cubicBezTo>
                  <a:cubicBezTo>
                    <a:pt x="19838" y="183297"/>
                    <a:pt x="21254" y="180186"/>
                    <a:pt x="22256" y="177528"/>
                  </a:cubicBezTo>
                  <a:cubicBezTo>
                    <a:pt x="23254" y="174875"/>
                    <a:pt x="23211" y="171760"/>
                    <a:pt x="23681" y="168872"/>
                  </a:cubicBezTo>
                  <a:cubicBezTo>
                    <a:pt x="24150" y="165988"/>
                    <a:pt x="24616" y="163095"/>
                    <a:pt x="25078" y="160207"/>
                  </a:cubicBezTo>
                  <a:cubicBezTo>
                    <a:pt x="25540" y="157319"/>
                    <a:pt x="25990" y="154431"/>
                    <a:pt x="26455" y="151543"/>
                  </a:cubicBezTo>
                  <a:cubicBezTo>
                    <a:pt x="26921" y="148655"/>
                    <a:pt x="27395" y="145766"/>
                    <a:pt x="27880" y="142882"/>
                  </a:cubicBezTo>
                  <a:cubicBezTo>
                    <a:pt x="28365" y="139998"/>
                    <a:pt x="28866" y="137118"/>
                    <a:pt x="29375" y="134233"/>
                  </a:cubicBezTo>
                  <a:cubicBezTo>
                    <a:pt x="29884" y="131353"/>
                    <a:pt x="30416" y="128477"/>
                    <a:pt x="30928" y="125596"/>
                  </a:cubicBezTo>
                  <a:cubicBezTo>
                    <a:pt x="31437" y="122716"/>
                    <a:pt x="31919" y="119832"/>
                    <a:pt x="32447" y="116955"/>
                  </a:cubicBezTo>
                  <a:cubicBezTo>
                    <a:pt x="32971" y="114079"/>
                    <a:pt x="33539" y="111206"/>
                    <a:pt x="34087" y="108334"/>
                  </a:cubicBezTo>
                  <a:cubicBezTo>
                    <a:pt x="34638" y="105461"/>
                    <a:pt x="35167" y="102585"/>
                    <a:pt x="35738" y="99716"/>
                  </a:cubicBezTo>
                  <a:cubicBezTo>
                    <a:pt x="36310" y="96844"/>
                    <a:pt x="36920" y="93983"/>
                    <a:pt x="37511" y="91118"/>
                  </a:cubicBezTo>
                  <a:cubicBezTo>
                    <a:pt x="38102" y="88254"/>
                    <a:pt x="38669" y="85385"/>
                    <a:pt x="39280" y="82524"/>
                  </a:cubicBezTo>
                  <a:cubicBezTo>
                    <a:pt x="39886" y="79663"/>
                    <a:pt x="40532" y="76810"/>
                    <a:pt x="41158" y="73954"/>
                  </a:cubicBezTo>
                  <a:cubicBezTo>
                    <a:pt x="41785" y="71097"/>
                    <a:pt x="42426" y="68240"/>
                    <a:pt x="43041" y="65379"/>
                  </a:cubicBezTo>
                  <a:cubicBezTo>
                    <a:pt x="43651" y="62518"/>
                    <a:pt x="44230" y="59654"/>
                    <a:pt x="44829" y="56789"/>
                  </a:cubicBezTo>
                  <a:cubicBezTo>
                    <a:pt x="45428" y="53924"/>
                    <a:pt x="46035" y="51063"/>
                    <a:pt x="46637" y="48203"/>
                  </a:cubicBezTo>
                  <a:cubicBezTo>
                    <a:pt x="47240" y="45338"/>
                    <a:pt x="47847" y="42477"/>
                    <a:pt x="48453" y="39616"/>
                  </a:cubicBezTo>
                  <a:cubicBezTo>
                    <a:pt x="49060" y="36752"/>
                    <a:pt x="49713" y="33899"/>
                    <a:pt x="50273" y="31030"/>
                  </a:cubicBezTo>
                  <a:cubicBezTo>
                    <a:pt x="50833" y="28162"/>
                    <a:pt x="51764" y="25270"/>
                    <a:pt x="51811" y="22393"/>
                  </a:cubicBezTo>
                  <a:cubicBezTo>
                    <a:pt x="51858" y="19517"/>
                    <a:pt x="51506" y="16456"/>
                    <a:pt x="50547" y="13772"/>
                  </a:cubicBezTo>
                  <a:cubicBezTo>
                    <a:pt x="49592" y="11091"/>
                    <a:pt x="48023" y="8359"/>
                    <a:pt x="46074" y="6301"/>
                  </a:cubicBezTo>
                  <a:cubicBezTo>
                    <a:pt x="44125" y="4242"/>
                    <a:pt x="41499" y="2430"/>
                    <a:pt x="38861" y="1425"/>
                  </a:cubicBezTo>
                  <a:cubicBezTo>
                    <a:pt x="36223" y="415"/>
                    <a:pt x="33069" y="0"/>
                    <a:pt x="30255" y="26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0" name="Outer right wave"/>
            <p:cNvSpPr/>
            <p:nvPr/>
          </p:nvSpPr>
          <p:spPr>
            <a:xfrm>
              <a:off x="942813" y="1965960"/>
              <a:ext cx="99603" cy="219138"/>
            </a:xfrm>
            <a:custGeom>
              <a:avLst/>
              <a:gdLst/>
              <a:ahLst/>
              <a:cxnLst/>
              <a:rect l="l" t="t" r="r" b="b"/>
              <a:pathLst>
                <a:path w="99603" h="219138">
                  <a:moveTo>
                    <a:pt x="70048" y="214"/>
                  </a:moveTo>
                  <a:cubicBezTo>
                    <a:pt x="67183" y="427"/>
                    <a:pt x="64236" y="1151"/>
                    <a:pt x="61556" y="2192"/>
                  </a:cubicBezTo>
                  <a:cubicBezTo>
                    <a:pt x="58875" y="3236"/>
                    <a:pt x="56241" y="4716"/>
                    <a:pt x="53956" y="6461"/>
                  </a:cubicBezTo>
                  <a:cubicBezTo>
                    <a:pt x="51670" y="8211"/>
                    <a:pt x="49569" y="10375"/>
                    <a:pt x="47847" y="12684"/>
                  </a:cubicBezTo>
                  <a:cubicBezTo>
                    <a:pt x="46125" y="14993"/>
                    <a:pt x="44743" y="17650"/>
                    <a:pt x="43620" y="20315"/>
                  </a:cubicBezTo>
                  <a:cubicBezTo>
                    <a:pt x="42497" y="22984"/>
                    <a:pt x="41902" y="25888"/>
                    <a:pt x="41107" y="28690"/>
                  </a:cubicBezTo>
                  <a:cubicBezTo>
                    <a:pt x="40313" y="31496"/>
                    <a:pt x="39609" y="34329"/>
                    <a:pt x="38857" y="37147"/>
                  </a:cubicBezTo>
                  <a:cubicBezTo>
                    <a:pt x="38110" y="39969"/>
                    <a:pt x="37358" y="42786"/>
                    <a:pt x="36607" y="45604"/>
                  </a:cubicBezTo>
                  <a:cubicBezTo>
                    <a:pt x="35856" y="48422"/>
                    <a:pt x="35108" y="51243"/>
                    <a:pt x="34353" y="54061"/>
                  </a:cubicBezTo>
                  <a:cubicBezTo>
                    <a:pt x="33594" y="56879"/>
                    <a:pt x="32819" y="59689"/>
                    <a:pt x="32067" y="62507"/>
                  </a:cubicBezTo>
                  <a:cubicBezTo>
                    <a:pt x="31316" y="65324"/>
                    <a:pt x="30576" y="68150"/>
                    <a:pt x="29841" y="70971"/>
                  </a:cubicBezTo>
                  <a:cubicBezTo>
                    <a:pt x="29109" y="73793"/>
                    <a:pt x="28393" y="76623"/>
                    <a:pt x="27665" y="79448"/>
                  </a:cubicBezTo>
                  <a:cubicBezTo>
                    <a:pt x="26937" y="82274"/>
                    <a:pt x="26205" y="85095"/>
                    <a:pt x="25481" y="87921"/>
                  </a:cubicBezTo>
                  <a:cubicBezTo>
                    <a:pt x="24761" y="90746"/>
                    <a:pt x="24041" y="93576"/>
                    <a:pt x="23340" y="96405"/>
                  </a:cubicBezTo>
                  <a:cubicBezTo>
                    <a:pt x="22636" y="99239"/>
                    <a:pt x="21963" y="102076"/>
                    <a:pt x="21270" y="104909"/>
                  </a:cubicBezTo>
                  <a:cubicBezTo>
                    <a:pt x="20577" y="107743"/>
                    <a:pt x="19857" y="110568"/>
                    <a:pt x="19176" y="113406"/>
                  </a:cubicBezTo>
                  <a:cubicBezTo>
                    <a:pt x="18495" y="116243"/>
                    <a:pt x="17842" y="119084"/>
                    <a:pt x="17192" y="121929"/>
                  </a:cubicBezTo>
                  <a:cubicBezTo>
                    <a:pt x="16538" y="124770"/>
                    <a:pt x="15912" y="127620"/>
                    <a:pt x="15263" y="130465"/>
                  </a:cubicBezTo>
                  <a:cubicBezTo>
                    <a:pt x="14613" y="133310"/>
                    <a:pt x="13952" y="136147"/>
                    <a:pt x="13294" y="138992"/>
                  </a:cubicBezTo>
                  <a:cubicBezTo>
                    <a:pt x="12637" y="141833"/>
                    <a:pt x="11971" y="144675"/>
                    <a:pt x="11322" y="147516"/>
                  </a:cubicBezTo>
                  <a:cubicBezTo>
                    <a:pt x="10668" y="150361"/>
                    <a:pt x="10026" y="153206"/>
                    <a:pt x="9389" y="156051"/>
                  </a:cubicBezTo>
                  <a:cubicBezTo>
                    <a:pt x="8747" y="158896"/>
                    <a:pt x="8117" y="161745"/>
                    <a:pt x="7475" y="164590"/>
                  </a:cubicBezTo>
                  <a:cubicBezTo>
                    <a:pt x="6837" y="167436"/>
                    <a:pt x="6183" y="170281"/>
                    <a:pt x="5549" y="173126"/>
                  </a:cubicBezTo>
                  <a:cubicBezTo>
                    <a:pt x="4915" y="175975"/>
                    <a:pt x="4301" y="178828"/>
                    <a:pt x="3675" y="181677"/>
                  </a:cubicBezTo>
                  <a:cubicBezTo>
                    <a:pt x="3049" y="184522"/>
                    <a:pt x="2387" y="187367"/>
                    <a:pt x="1788" y="190220"/>
                  </a:cubicBezTo>
                  <a:cubicBezTo>
                    <a:pt x="1186" y="193073"/>
                    <a:pt x="145" y="195938"/>
                    <a:pt x="70" y="198794"/>
                  </a:cubicBezTo>
                  <a:cubicBezTo>
                    <a:pt x="0" y="201655"/>
                    <a:pt x="305" y="204774"/>
                    <a:pt x="1354" y="207385"/>
                  </a:cubicBezTo>
                  <a:cubicBezTo>
                    <a:pt x="2403" y="209995"/>
                    <a:pt x="4250" y="212609"/>
                    <a:pt x="6359" y="214456"/>
                  </a:cubicBezTo>
                  <a:cubicBezTo>
                    <a:pt x="8473" y="216304"/>
                    <a:pt x="11310" y="217810"/>
                    <a:pt x="14026" y="218476"/>
                  </a:cubicBezTo>
                  <a:cubicBezTo>
                    <a:pt x="16746" y="219137"/>
                    <a:pt x="19967" y="219133"/>
                    <a:pt x="22675" y="218436"/>
                  </a:cubicBezTo>
                  <a:cubicBezTo>
                    <a:pt x="25383" y="217736"/>
                    <a:pt x="28111" y="216124"/>
                    <a:pt x="30271" y="214288"/>
                  </a:cubicBezTo>
                  <a:cubicBezTo>
                    <a:pt x="32435" y="212453"/>
                    <a:pt x="34114" y="209874"/>
                    <a:pt x="35652" y="207420"/>
                  </a:cubicBezTo>
                  <a:cubicBezTo>
                    <a:pt x="37194" y="204970"/>
                    <a:pt x="38380" y="202258"/>
                    <a:pt x="39523" y="199581"/>
                  </a:cubicBezTo>
                  <a:cubicBezTo>
                    <a:pt x="40665" y="196904"/>
                    <a:pt x="41511" y="194094"/>
                    <a:pt x="42505" y="191355"/>
                  </a:cubicBezTo>
                  <a:cubicBezTo>
                    <a:pt x="43503" y="188615"/>
                    <a:pt x="44512" y="185876"/>
                    <a:pt x="45506" y="183133"/>
                  </a:cubicBezTo>
                  <a:cubicBezTo>
                    <a:pt x="46500" y="180393"/>
                    <a:pt x="47487" y="177646"/>
                    <a:pt x="48477" y="174903"/>
                  </a:cubicBezTo>
                  <a:cubicBezTo>
                    <a:pt x="49467" y="172159"/>
                    <a:pt x="50461" y="169416"/>
                    <a:pt x="51447" y="166672"/>
                  </a:cubicBezTo>
                  <a:cubicBezTo>
                    <a:pt x="52433" y="163925"/>
                    <a:pt x="53408" y="161178"/>
                    <a:pt x="54394" y="158431"/>
                  </a:cubicBezTo>
                  <a:cubicBezTo>
                    <a:pt x="55376" y="155683"/>
                    <a:pt x="56362" y="152940"/>
                    <a:pt x="57345" y="150193"/>
                  </a:cubicBezTo>
                  <a:cubicBezTo>
                    <a:pt x="58331" y="147449"/>
                    <a:pt x="59317" y="144702"/>
                    <a:pt x="60299" y="141955"/>
                  </a:cubicBezTo>
                  <a:cubicBezTo>
                    <a:pt x="61282" y="139211"/>
                    <a:pt x="62256" y="136460"/>
                    <a:pt x="63242" y="133717"/>
                  </a:cubicBezTo>
                  <a:cubicBezTo>
                    <a:pt x="64229" y="130969"/>
                    <a:pt x="65230" y="128230"/>
                    <a:pt x="66220" y="125487"/>
                  </a:cubicBezTo>
                  <a:cubicBezTo>
                    <a:pt x="67211" y="122743"/>
                    <a:pt x="68197" y="119996"/>
                    <a:pt x="69179" y="117253"/>
                  </a:cubicBezTo>
                  <a:cubicBezTo>
                    <a:pt x="70165" y="114505"/>
                    <a:pt x="71155" y="111762"/>
                    <a:pt x="72138" y="109015"/>
                  </a:cubicBezTo>
                  <a:cubicBezTo>
                    <a:pt x="73120" y="106267"/>
                    <a:pt x="74094" y="103520"/>
                    <a:pt x="75077" y="100773"/>
                  </a:cubicBezTo>
                  <a:cubicBezTo>
                    <a:pt x="76059" y="98026"/>
                    <a:pt x="77053" y="95282"/>
                    <a:pt x="78039" y="92539"/>
                  </a:cubicBezTo>
                  <a:cubicBezTo>
                    <a:pt x="79025" y="89795"/>
                    <a:pt x="80008" y="87048"/>
                    <a:pt x="80998" y="84305"/>
                  </a:cubicBezTo>
                  <a:cubicBezTo>
                    <a:pt x="81988" y="81561"/>
                    <a:pt x="82998" y="78822"/>
                    <a:pt x="83988" y="76079"/>
                  </a:cubicBezTo>
                  <a:cubicBezTo>
                    <a:pt x="84978" y="73335"/>
                    <a:pt x="85952" y="70588"/>
                    <a:pt x="86939" y="67841"/>
                  </a:cubicBezTo>
                  <a:cubicBezTo>
                    <a:pt x="87921" y="65093"/>
                    <a:pt x="88915" y="62350"/>
                    <a:pt x="89882" y="59599"/>
                  </a:cubicBezTo>
                  <a:cubicBezTo>
                    <a:pt x="90848" y="56848"/>
                    <a:pt x="91787" y="54085"/>
                    <a:pt x="92742" y="51330"/>
                  </a:cubicBezTo>
                  <a:cubicBezTo>
                    <a:pt x="93701" y="48574"/>
                    <a:pt x="94687" y="45827"/>
                    <a:pt x="95619" y="43064"/>
                  </a:cubicBezTo>
                  <a:cubicBezTo>
                    <a:pt x="96546" y="40297"/>
                    <a:pt x="97673" y="37562"/>
                    <a:pt x="98319" y="34740"/>
                  </a:cubicBezTo>
                  <a:cubicBezTo>
                    <a:pt x="98965" y="31915"/>
                    <a:pt x="99603" y="28980"/>
                    <a:pt x="99497" y="26123"/>
                  </a:cubicBezTo>
                  <a:cubicBezTo>
                    <a:pt x="99387" y="23266"/>
                    <a:pt x="98707" y="20276"/>
                    <a:pt x="97673" y="17599"/>
                  </a:cubicBezTo>
                  <a:cubicBezTo>
                    <a:pt x="96640" y="14922"/>
                    <a:pt x="95114" y="12281"/>
                    <a:pt x="93298" y="10062"/>
                  </a:cubicBezTo>
                  <a:cubicBezTo>
                    <a:pt x="91482" y="7843"/>
                    <a:pt x="89197" y="5812"/>
                    <a:pt x="86770" y="4285"/>
                  </a:cubicBezTo>
                  <a:cubicBezTo>
                    <a:pt x="84344" y="2759"/>
                    <a:pt x="81522" y="1589"/>
                    <a:pt x="78736" y="908"/>
                  </a:cubicBezTo>
                  <a:cubicBezTo>
                    <a:pt x="75949" y="231"/>
                    <a:pt x="72913" y="0"/>
                    <a:pt x="70048" y="21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11" name="Text 9"/>
          <p:cNvSpPr txBox="1"/>
          <p:nvPr/>
        </p:nvSpPr>
        <p:spPr>
          <a:xfrm>
            <a:off x="1124712" y="19202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Voice Command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242316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DEV-MAC-01 · Connected</a:t>
            </a:r>
            <a:endParaRPr lang="en-US" sz="1000" dirty="0"/>
          </a:p>
        </p:txBody>
      </p:sp>
      <p:sp>
        <p:nvSpPr>
          <p:cNvPr id="14" name="Session card DNSPilot · Codex"/>
          <p:cNvSpPr/>
          <p:nvPr/>
        </p:nvSpPr>
        <p:spPr>
          <a:xfrm>
            <a:off x="713232" y="2788920"/>
            <a:ext cx="1911096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86207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DNSPilot · Codex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21868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552" y="3136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Running</a:t>
            </a:r>
            <a:endParaRPr lang="en-US" sz="1000" dirty="0"/>
          </a:p>
        </p:txBody>
      </p:sp>
      <p:sp>
        <p:nvSpPr>
          <p:cNvPr id="18" name="Session card WebApp · Claude Code"/>
          <p:cNvSpPr/>
          <p:nvPr/>
        </p:nvSpPr>
        <p:spPr>
          <a:xfrm>
            <a:off x="713232" y="3611880"/>
            <a:ext cx="1911096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68503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WebApp · Claude Code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04164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" y="3959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Needs input</a:t>
            </a:r>
            <a:endParaRPr lang="en-US" sz="1000" dirty="0"/>
          </a:p>
        </p:txBody>
      </p:sp>
      <p:sp>
        <p:nvSpPr>
          <p:cNvPr id="22" name="Session card API Server · Codex"/>
          <p:cNvSpPr/>
          <p:nvPr/>
        </p:nvSpPr>
        <p:spPr>
          <a:xfrm>
            <a:off x="713232" y="4434840"/>
            <a:ext cx="1911096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50799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API Server · Codex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864608"/>
            <a:ext cx="100584" cy="1005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7552" y="4782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Done</a:t>
            </a:r>
            <a:endParaRPr lang="en-US" sz="1000" dirty="0"/>
          </a:p>
        </p:txBody>
      </p:sp>
      <p:sp>
        <p:nvSpPr>
          <p:cNvPr id="26" name="Phone mockup Voice input · review"/>
          <p:cNvSpPr/>
          <p:nvPr/>
        </p:nvSpPr>
        <p:spPr>
          <a:xfrm>
            <a:off x="2971800" y="1645920"/>
            <a:ext cx="2240280" cy="4069080"/>
          </a:xfrm>
          <a:prstGeom prst="roundRect">
            <a:avLst>
              <a:gd name="adj" fmla="val 13061"/>
            </a:avLst>
          </a:prstGeom>
          <a:solidFill>
            <a:schemeClr val="bg1"/>
          </a:solidFill>
          <a:ln w="15875">
            <a:solidFill>
              <a:srgbClr val="101B3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71800" y="5824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Voice input · review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136392" y="1920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Command review</a:t>
            </a:r>
            <a:endParaRPr lang="en-US" sz="1200" dirty="0"/>
          </a:p>
        </p:txBody>
      </p:sp>
      <p:sp>
        <p:nvSpPr>
          <p:cNvPr id="29" name="Target indicator"/>
          <p:cNvSpPr/>
          <p:nvPr/>
        </p:nvSpPr>
        <p:spPr>
          <a:xfrm>
            <a:off x="3136392" y="2304288"/>
            <a:ext cx="1911096" cy="384048"/>
          </a:xfrm>
          <a:prstGeom prst="roundRect">
            <a:avLst>
              <a:gd name="adj" fmla="val 23810"/>
            </a:avLst>
          </a:prstGeom>
          <a:solidFill>
            <a:schemeClr val="accent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46120" y="230428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To  DNSPilot › Codex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136392" y="2816352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Review the command for Codex on DNSPilot.</a:t>
            </a:r>
            <a:endParaRPr lang="en-US" sz="1000" dirty="0"/>
          </a:p>
        </p:txBody>
      </p:sp>
      <p:sp>
        <p:nvSpPr>
          <p:cNvPr id="32" name="Transcribed command"/>
          <p:cNvSpPr/>
          <p:nvPr/>
        </p:nvSpPr>
        <p:spPr>
          <a:xfrm>
            <a:off x="3136392" y="3383280"/>
            <a:ext cx="1911096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46120" y="3429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“Rerun the failed DNS tests and summarize the cause.”</a:t>
            </a:r>
            <a:endParaRPr lang="en-US" sz="1000" dirty="0"/>
          </a:p>
        </p:txBody>
      </p:sp>
      <p:sp>
        <p:nvSpPr>
          <p:cNvPr id="34" name="Wave bar"/>
          <p:cNvSpPr/>
          <p:nvPr/>
        </p:nvSpPr>
        <p:spPr>
          <a:xfrm>
            <a:off x="3639312" y="4484675"/>
            <a:ext cx="73152" cy="15636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5" name="Wave bar"/>
          <p:cNvSpPr/>
          <p:nvPr/>
        </p:nvSpPr>
        <p:spPr>
          <a:xfrm>
            <a:off x="3776472" y="4423867"/>
            <a:ext cx="73152" cy="27797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Wave bar"/>
          <p:cNvSpPr/>
          <p:nvPr/>
        </p:nvSpPr>
        <p:spPr>
          <a:xfrm>
            <a:off x="3913632" y="4389120"/>
            <a:ext cx="7315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 bar"/>
          <p:cNvSpPr/>
          <p:nvPr/>
        </p:nvSpPr>
        <p:spPr>
          <a:xfrm>
            <a:off x="4050792" y="4441241"/>
            <a:ext cx="73152" cy="24323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 bar"/>
          <p:cNvSpPr/>
          <p:nvPr/>
        </p:nvSpPr>
        <p:spPr>
          <a:xfrm>
            <a:off x="4187952" y="4493362"/>
            <a:ext cx="73152" cy="1389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 bar"/>
          <p:cNvSpPr/>
          <p:nvPr/>
        </p:nvSpPr>
        <p:spPr>
          <a:xfrm>
            <a:off x="4325112" y="4432554"/>
            <a:ext cx="73152" cy="2606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 bar"/>
          <p:cNvSpPr/>
          <p:nvPr/>
        </p:nvSpPr>
        <p:spPr>
          <a:xfrm>
            <a:off x="4462272" y="4475988"/>
            <a:ext cx="73152" cy="1737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Cancel button"/>
          <p:cNvSpPr/>
          <p:nvPr/>
        </p:nvSpPr>
        <p:spPr>
          <a:xfrm>
            <a:off x="3136392" y="4937760"/>
            <a:ext cx="8686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5A678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136392" y="4937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Cancel</a:t>
            </a:r>
            <a:endParaRPr lang="en-US" sz="1100" dirty="0"/>
          </a:p>
        </p:txBody>
      </p:sp>
      <p:sp>
        <p:nvSpPr>
          <p:cNvPr id="43" name="Send button"/>
          <p:cNvSpPr/>
          <p:nvPr/>
        </p:nvSpPr>
        <p:spPr>
          <a:xfrm>
            <a:off x="4114800" y="4937760"/>
            <a:ext cx="932688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114800" y="493776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Send</a:t>
            </a:r>
            <a:endParaRPr lang="en-US" sz="1100" dirty="0"/>
          </a:p>
        </p:txBody>
      </p:sp>
      <p:sp>
        <p:nvSpPr>
          <p:cNvPr id="45" name="Phone mockup Notification"/>
          <p:cNvSpPr/>
          <p:nvPr/>
        </p:nvSpPr>
        <p:spPr>
          <a:xfrm>
            <a:off x="5394960" y="1645920"/>
            <a:ext cx="2240280" cy="4069080"/>
          </a:xfrm>
          <a:prstGeom prst="roundRect">
            <a:avLst>
              <a:gd name="adj" fmla="val 13061"/>
            </a:avLst>
          </a:prstGeom>
          <a:solidFill>
            <a:schemeClr val="tx1"/>
          </a:solidFill>
          <a:ln w="15875">
            <a:solidFill>
              <a:srgbClr val="101B3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94960" y="5824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Notification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559552" y="214884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9:41</a:t>
            </a:r>
            <a:endParaRPr lang="en-US" sz="2800" dirty="0"/>
          </a:p>
        </p:txBody>
      </p:sp>
      <p:sp>
        <p:nvSpPr>
          <p:cNvPr id="48" name="Notification card"/>
          <p:cNvSpPr/>
          <p:nvPr/>
        </p:nvSpPr>
        <p:spPr>
          <a:xfrm>
            <a:off x="5559552" y="3063240"/>
            <a:ext cx="1911096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/>
        </p:spPr>
      </p:sp>
      <p:sp>
        <p:nvSpPr>
          <p:cNvPr id="49" name="Compact icon"/>
          <p:cNvSpPr/>
          <p:nvPr/>
        </p:nvSpPr>
        <p:spPr>
          <a:xfrm>
            <a:off x="5669280" y="3172968"/>
            <a:ext cx="292608" cy="292608"/>
          </a:xfrm>
          <a:prstGeom prst="roundRect">
            <a:avLst>
              <a:gd name="adj" fmla="val 21875"/>
            </a:avLst>
          </a:prstGeom>
          <a:solidFill>
            <a:schemeClr val="tx1"/>
          </a:solidFill>
          <a:ln/>
        </p:spPr>
      </p:sp>
      <p:grpSp>
        <p:nvGrpSpPr>
          <p:cNvPr id="67" name="VCA symbol"/>
          <p:cNvGrpSpPr/>
          <p:nvPr/>
        </p:nvGrpSpPr>
        <p:grpSpPr>
          <a:xfrm>
            <a:off x="5705856" y="3223221"/>
            <a:ext cx="219456" cy="192102"/>
            <a:chOff x="5705856" y="3223221"/>
            <a:chExt cx="219456" cy="192102"/>
          </a:xfrm>
        </p:grpSpPr>
        <p:sp>
          <p:nvSpPr>
            <p:cNvPr id="50" name="Outer left wave"/>
            <p:cNvSpPr/>
            <p:nvPr/>
          </p:nvSpPr>
          <p:spPr>
            <a:xfrm>
              <a:off x="5705856" y="3223259"/>
              <a:ext cx="66325" cy="146117"/>
            </a:xfrm>
            <a:custGeom>
              <a:avLst/>
              <a:gdLst/>
              <a:ahLst/>
              <a:cxnLst/>
              <a:rect l="l" t="t" r="r" b="b"/>
              <a:pathLst>
                <a:path w="66325" h="146117">
                  <a:moveTo>
                    <a:pt x="18818" y="38"/>
                  </a:moveTo>
                  <a:cubicBezTo>
                    <a:pt x="16904" y="0"/>
                    <a:pt x="14890" y="240"/>
                    <a:pt x="13055" y="785"/>
                  </a:cubicBezTo>
                  <a:cubicBezTo>
                    <a:pt x="11221" y="1333"/>
                    <a:pt x="9385" y="2220"/>
                    <a:pt x="7817" y="3316"/>
                  </a:cubicBezTo>
                  <a:cubicBezTo>
                    <a:pt x="6251" y="4412"/>
                    <a:pt x="4790" y="5829"/>
                    <a:pt x="3647" y="7363"/>
                  </a:cubicBezTo>
                  <a:cubicBezTo>
                    <a:pt x="2505" y="8897"/>
                    <a:pt x="1563" y="10705"/>
                    <a:pt x="960" y="12521"/>
                  </a:cubicBezTo>
                  <a:cubicBezTo>
                    <a:pt x="357" y="14336"/>
                    <a:pt x="0" y="16353"/>
                    <a:pt x="26" y="18260"/>
                  </a:cubicBezTo>
                  <a:cubicBezTo>
                    <a:pt x="55" y="20168"/>
                    <a:pt x="634" y="22090"/>
                    <a:pt x="1124" y="23964"/>
                  </a:cubicBezTo>
                  <a:cubicBezTo>
                    <a:pt x="1612" y="25837"/>
                    <a:pt x="2338" y="27661"/>
                    <a:pt x="2961" y="29503"/>
                  </a:cubicBezTo>
                  <a:cubicBezTo>
                    <a:pt x="3582" y="31347"/>
                    <a:pt x="4224" y="33184"/>
                    <a:pt x="4863" y="35021"/>
                  </a:cubicBezTo>
                  <a:cubicBezTo>
                    <a:pt x="5500" y="36857"/>
                    <a:pt x="6144" y="38694"/>
                    <a:pt x="6791" y="40528"/>
                  </a:cubicBezTo>
                  <a:cubicBezTo>
                    <a:pt x="7438" y="42365"/>
                    <a:pt x="8093" y="44194"/>
                    <a:pt x="8743" y="46028"/>
                  </a:cubicBezTo>
                  <a:cubicBezTo>
                    <a:pt x="9392" y="47862"/>
                    <a:pt x="10037" y="49699"/>
                    <a:pt x="10689" y="51530"/>
                  </a:cubicBezTo>
                  <a:cubicBezTo>
                    <a:pt x="11341" y="53365"/>
                    <a:pt x="11994" y="55196"/>
                    <a:pt x="12651" y="57028"/>
                  </a:cubicBezTo>
                  <a:cubicBezTo>
                    <a:pt x="13309" y="58857"/>
                    <a:pt x="13979" y="60683"/>
                    <a:pt x="14639" y="62514"/>
                  </a:cubicBezTo>
                  <a:cubicBezTo>
                    <a:pt x="15299" y="64343"/>
                    <a:pt x="15954" y="66177"/>
                    <a:pt x="16612" y="68006"/>
                  </a:cubicBezTo>
                  <a:cubicBezTo>
                    <a:pt x="17269" y="69838"/>
                    <a:pt x="17926" y="71669"/>
                    <a:pt x="18589" y="73498"/>
                  </a:cubicBezTo>
                  <a:cubicBezTo>
                    <a:pt x="19252" y="75327"/>
                    <a:pt x="19930" y="77151"/>
                    <a:pt x="20588" y="78980"/>
                  </a:cubicBezTo>
                  <a:cubicBezTo>
                    <a:pt x="21248" y="80811"/>
                    <a:pt x="21884" y="82648"/>
                    <a:pt x="22539" y="84480"/>
                  </a:cubicBezTo>
                  <a:cubicBezTo>
                    <a:pt x="23197" y="86311"/>
                    <a:pt x="23870" y="88137"/>
                    <a:pt x="24527" y="89966"/>
                  </a:cubicBezTo>
                  <a:cubicBezTo>
                    <a:pt x="25182" y="91798"/>
                    <a:pt x="25827" y="93635"/>
                    <a:pt x="26479" y="95466"/>
                  </a:cubicBezTo>
                  <a:cubicBezTo>
                    <a:pt x="27134" y="97298"/>
                    <a:pt x="27794" y="99129"/>
                    <a:pt x="28451" y="100958"/>
                  </a:cubicBezTo>
                  <a:cubicBezTo>
                    <a:pt x="29109" y="102790"/>
                    <a:pt x="29769" y="104621"/>
                    <a:pt x="30426" y="106453"/>
                  </a:cubicBezTo>
                  <a:cubicBezTo>
                    <a:pt x="31081" y="108282"/>
                    <a:pt x="31736" y="110116"/>
                    <a:pt x="32393" y="111945"/>
                  </a:cubicBezTo>
                  <a:cubicBezTo>
                    <a:pt x="33051" y="113776"/>
                    <a:pt x="33708" y="115608"/>
                    <a:pt x="34371" y="117437"/>
                  </a:cubicBezTo>
                  <a:cubicBezTo>
                    <a:pt x="35034" y="119265"/>
                    <a:pt x="35704" y="121092"/>
                    <a:pt x="36364" y="122921"/>
                  </a:cubicBezTo>
                  <a:cubicBezTo>
                    <a:pt x="37024" y="124752"/>
                    <a:pt x="37661" y="126589"/>
                    <a:pt x="38326" y="128418"/>
                  </a:cubicBezTo>
                  <a:cubicBezTo>
                    <a:pt x="38989" y="130247"/>
                    <a:pt x="39555" y="132120"/>
                    <a:pt x="40346" y="133892"/>
                  </a:cubicBezTo>
                  <a:cubicBezTo>
                    <a:pt x="41136" y="135663"/>
                    <a:pt x="41982" y="137455"/>
                    <a:pt x="43072" y="139047"/>
                  </a:cubicBezTo>
                  <a:cubicBezTo>
                    <a:pt x="44160" y="140636"/>
                    <a:pt x="45365" y="142313"/>
                    <a:pt x="46876" y="143438"/>
                  </a:cubicBezTo>
                  <a:cubicBezTo>
                    <a:pt x="48389" y="144562"/>
                    <a:pt x="50309" y="145468"/>
                    <a:pt x="52144" y="145791"/>
                  </a:cubicBezTo>
                  <a:cubicBezTo>
                    <a:pt x="53980" y="146117"/>
                    <a:pt x="56125" y="145971"/>
                    <a:pt x="57896" y="145387"/>
                  </a:cubicBezTo>
                  <a:cubicBezTo>
                    <a:pt x="59665" y="144802"/>
                    <a:pt x="61458" y="143626"/>
                    <a:pt x="62770" y="142287"/>
                  </a:cubicBezTo>
                  <a:cubicBezTo>
                    <a:pt x="64080" y="140946"/>
                    <a:pt x="65196" y="139125"/>
                    <a:pt x="65760" y="137341"/>
                  </a:cubicBezTo>
                  <a:cubicBezTo>
                    <a:pt x="66324" y="135556"/>
                    <a:pt x="66279" y="133492"/>
                    <a:pt x="66151" y="131580"/>
                  </a:cubicBezTo>
                  <a:cubicBezTo>
                    <a:pt x="66024" y="129668"/>
                    <a:pt x="65392" y="127766"/>
                    <a:pt x="64990" y="125861"/>
                  </a:cubicBezTo>
                  <a:cubicBezTo>
                    <a:pt x="64591" y="123956"/>
                    <a:pt x="64166" y="122060"/>
                    <a:pt x="63751" y="120158"/>
                  </a:cubicBezTo>
                  <a:cubicBezTo>
                    <a:pt x="63336" y="118258"/>
                    <a:pt x="62919" y="116356"/>
                    <a:pt x="62507" y="114457"/>
                  </a:cubicBezTo>
                  <a:cubicBezTo>
                    <a:pt x="62092" y="112555"/>
                    <a:pt x="61698" y="110651"/>
                    <a:pt x="61267" y="108754"/>
                  </a:cubicBezTo>
                  <a:cubicBezTo>
                    <a:pt x="60834" y="106857"/>
                    <a:pt x="60354" y="104971"/>
                    <a:pt x="59916" y="103077"/>
                  </a:cubicBezTo>
                  <a:cubicBezTo>
                    <a:pt x="59475" y="101180"/>
                    <a:pt x="59060" y="99280"/>
                    <a:pt x="58635" y="97384"/>
                  </a:cubicBezTo>
                  <a:cubicBezTo>
                    <a:pt x="58207" y="95484"/>
                    <a:pt x="57787" y="93585"/>
                    <a:pt x="57354" y="91688"/>
                  </a:cubicBezTo>
                  <a:cubicBezTo>
                    <a:pt x="56923" y="89792"/>
                    <a:pt x="56480" y="87897"/>
                    <a:pt x="56041" y="86003"/>
                  </a:cubicBezTo>
                  <a:cubicBezTo>
                    <a:pt x="55606" y="84107"/>
                    <a:pt x="55178" y="82210"/>
                    <a:pt x="54734" y="80316"/>
                  </a:cubicBezTo>
                  <a:cubicBezTo>
                    <a:pt x="54293" y="78421"/>
                    <a:pt x="53839" y="76527"/>
                    <a:pt x="53388" y="74636"/>
                  </a:cubicBezTo>
                  <a:cubicBezTo>
                    <a:pt x="52937" y="72744"/>
                    <a:pt x="52483" y="70853"/>
                    <a:pt x="52026" y="68961"/>
                  </a:cubicBezTo>
                  <a:cubicBezTo>
                    <a:pt x="51572" y="67070"/>
                    <a:pt x="51131" y="65176"/>
                    <a:pt x="50659" y="63287"/>
                  </a:cubicBezTo>
                  <a:cubicBezTo>
                    <a:pt x="50187" y="61400"/>
                    <a:pt x="49681" y="59522"/>
                    <a:pt x="49193" y="57638"/>
                  </a:cubicBezTo>
                  <a:cubicBezTo>
                    <a:pt x="48705" y="55754"/>
                    <a:pt x="48222" y="53871"/>
                    <a:pt x="47737" y="51987"/>
                  </a:cubicBezTo>
                  <a:cubicBezTo>
                    <a:pt x="47252" y="50103"/>
                    <a:pt x="46774" y="48217"/>
                    <a:pt x="46281" y="46336"/>
                  </a:cubicBezTo>
                  <a:cubicBezTo>
                    <a:pt x="45785" y="44455"/>
                    <a:pt x="45274" y="42579"/>
                    <a:pt x="44768" y="40700"/>
                  </a:cubicBezTo>
                  <a:cubicBezTo>
                    <a:pt x="44264" y="38819"/>
                    <a:pt x="43753" y="36944"/>
                    <a:pt x="43252" y="35062"/>
                  </a:cubicBezTo>
                  <a:cubicBezTo>
                    <a:pt x="42751" y="33184"/>
                    <a:pt x="42269" y="31300"/>
                    <a:pt x="41765" y="29419"/>
                  </a:cubicBezTo>
                  <a:cubicBezTo>
                    <a:pt x="41264" y="27541"/>
                    <a:pt x="40747" y="25665"/>
                    <a:pt x="40244" y="23786"/>
                  </a:cubicBezTo>
                  <a:cubicBezTo>
                    <a:pt x="39740" y="21908"/>
                    <a:pt x="39286" y="20011"/>
                    <a:pt x="38741" y="18146"/>
                  </a:cubicBezTo>
                  <a:cubicBezTo>
                    <a:pt x="38196" y="16280"/>
                    <a:pt x="37758" y="14352"/>
                    <a:pt x="36964" y="12596"/>
                  </a:cubicBezTo>
                  <a:cubicBezTo>
                    <a:pt x="36171" y="10840"/>
                    <a:pt x="35188" y="9103"/>
                    <a:pt x="33985" y="7605"/>
                  </a:cubicBezTo>
                  <a:cubicBezTo>
                    <a:pt x="32785" y="6105"/>
                    <a:pt x="31329" y="4707"/>
                    <a:pt x="29756" y="3608"/>
                  </a:cubicBezTo>
                  <a:cubicBezTo>
                    <a:pt x="28182" y="2507"/>
                    <a:pt x="26369" y="1607"/>
                    <a:pt x="24546" y="1012"/>
                  </a:cubicBezTo>
                  <a:cubicBezTo>
                    <a:pt x="22722" y="417"/>
                    <a:pt x="20734" y="76"/>
                    <a:pt x="18819" y="3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51" name="Inner left wave"/>
            <p:cNvSpPr/>
            <p:nvPr/>
          </p:nvSpPr>
          <p:spPr>
            <a:xfrm>
              <a:off x="5761267" y="3262964"/>
              <a:ext cx="34594" cy="124710"/>
            </a:xfrm>
            <a:custGeom>
              <a:avLst/>
              <a:gdLst/>
              <a:ahLst/>
              <a:cxnLst/>
              <a:rect l="l" t="t" r="r" b="b"/>
              <a:pathLst>
                <a:path w="34594" h="124710">
                  <a:moveTo>
                    <a:pt x="12521" y="116"/>
                  </a:moveTo>
                  <a:cubicBezTo>
                    <a:pt x="10642" y="232"/>
                    <a:pt x="8599" y="856"/>
                    <a:pt x="6961" y="1790"/>
                  </a:cubicBezTo>
                  <a:cubicBezTo>
                    <a:pt x="5322" y="2726"/>
                    <a:pt x="3793" y="4182"/>
                    <a:pt x="2698" y="5727"/>
                  </a:cubicBezTo>
                  <a:cubicBezTo>
                    <a:pt x="1602" y="7271"/>
                    <a:pt x="783" y="9202"/>
                    <a:pt x="391" y="11057"/>
                  </a:cubicBezTo>
                  <a:cubicBezTo>
                    <a:pt x="0" y="12912"/>
                    <a:pt x="162" y="14931"/>
                    <a:pt x="350" y="16854"/>
                  </a:cubicBezTo>
                  <a:cubicBezTo>
                    <a:pt x="535" y="18777"/>
                    <a:pt x="1111" y="20682"/>
                    <a:pt x="1511" y="22591"/>
                  </a:cubicBezTo>
                  <a:cubicBezTo>
                    <a:pt x="1910" y="24501"/>
                    <a:pt x="2340" y="26403"/>
                    <a:pt x="2747" y="28313"/>
                  </a:cubicBezTo>
                  <a:cubicBezTo>
                    <a:pt x="3154" y="30220"/>
                    <a:pt x="3551" y="32130"/>
                    <a:pt x="3947" y="34040"/>
                  </a:cubicBezTo>
                  <a:cubicBezTo>
                    <a:pt x="4347" y="35949"/>
                    <a:pt x="4733" y="37862"/>
                    <a:pt x="5137" y="39772"/>
                  </a:cubicBezTo>
                  <a:cubicBezTo>
                    <a:pt x="5539" y="41679"/>
                    <a:pt x="5959" y="43583"/>
                    <a:pt x="6366" y="45493"/>
                  </a:cubicBezTo>
                  <a:cubicBezTo>
                    <a:pt x="6773" y="47400"/>
                    <a:pt x="7185" y="49308"/>
                    <a:pt x="7582" y="51217"/>
                  </a:cubicBezTo>
                  <a:cubicBezTo>
                    <a:pt x="7981" y="53127"/>
                    <a:pt x="8359" y="55042"/>
                    <a:pt x="8758" y="56952"/>
                  </a:cubicBezTo>
                  <a:cubicBezTo>
                    <a:pt x="9155" y="58862"/>
                    <a:pt x="9578" y="60766"/>
                    <a:pt x="9969" y="62676"/>
                  </a:cubicBezTo>
                  <a:cubicBezTo>
                    <a:pt x="10363" y="64589"/>
                    <a:pt x="10741" y="66501"/>
                    <a:pt x="11114" y="68416"/>
                  </a:cubicBezTo>
                  <a:cubicBezTo>
                    <a:pt x="11485" y="70331"/>
                    <a:pt x="11847" y="72249"/>
                    <a:pt x="12205" y="74166"/>
                  </a:cubicBezTo>
                  <a:cubicBezTo>
                    <a:pt x="12562" y="76084"/>
                    <a:pt x="12912" y="78004"/>
                    <a:pt x="13262" y="79924"/>
                  </a:cubicBezTo>
                  <a:cubicBezTo>
                    <a:pt x="13611" y="81842"/>
                    <a:pt x="13961" y="83762"/>
                    <a:pt x="14300" y="85682"/>
                  </a:cubicBezTo>
                  <a:cubicBezTo>
                    <a:pt x="14642" y="87605"/>
                    <a:pt x="14976" y="89528"/>
                    <a:pt x="15302" y="91451"/>
                  </a:cubicBezTo>
                  <a:cubicBezTo>
                    <a:pt x="15628" y="93374"/>
                    <a:pt x="15951" y="95297"/>
                    <a:pt x="16262" y="97225"/>
                  </a:cubicBezTo>
                  <a:cubicBezTo>
                    <a:pt x="16572" y="99150"/>
                    <a:pt x="16859" y="101078"/>
                    <a:pt x="17167" y="103006"/>
                  </a:cubicBezTo>
                  <a:cubicBezTo>
                    <a:pt x="17478" y="104932"/>
                    <a:pt x="17809" y="106854"/>
                    <a:pt x="18114" y="108782"/>
                  </a:cubicBezTo>
                  <a:cubicBezTo>
                    <a:pt x="18420" y="110708"/>
                    <a:pt x="18639" y="112654"/>
                    <a:pt x="19001" y="114567"/>
                  </a:cubicBezTo>
                  <a:cubicBezTo>
                    <a:pt x="19367" y="116479"/>
                    <a:pt x="19388" y="118660"/>
                    <a:pt x="20298" y="120252"/>
                  </a:cubicBezTo>
                  <a:cubicBezTo>
                    <a:pt x="21209" y="121843"/>
                    <a:pt x="22821" y="123526"/>
                    <a:pt x="24465" y="124118"/>
                  </a:cubicBezTo>
                  <a:cubicBezTo>
                    <a:pt x="26108" y="124710"/>
                    <a:pt x="28587" y="124570"/>
                    <a:pt x="30157" y="123800"/>
                  </a:cubicBezTo>
                  <a:cubicBezTo>
                    <a:pt x="31728" y="123033"/>
                    <a:pt x="33189" y="121188"/>
                    <a:pt x="33891" y="119506"/>
                  </a:cubicBezTo>
                  <a:cubicBezTo>
                    <a:pt x="34595" y="117823"/>
                    <a:pt x="34293" y="115647"/>
                    <a:pt x="34371" y="113706"/>
                  </a:cubicBezTo>
                  <a:cubicBezTo>
                    <a:pt x="34452" y="111762"/>
                    <a:pt x="34371" y="109803"/>
                    <a:pt x="34371" y="107851"/>
                  </a:cubicBezTo>
                  <a:cubicBezTo>
                    <a:pt x="34371" y="105900"/>
                    <a:pt x="34371" y="103951"/>
                    <a:pt x="34371" y="101999"/>
                  </a:cubicBezTo>
                  <a:cubicBezTo>
                    <a:pt x="34371" y="100048"/>
                    <a:pt x="34371" y="98096"/>
                    <a:pt x="34371" y="96144"/>
                  </a:cubicBezTo>
                  <a:cubicBezTo>
                    <a:pt x="34371" y="94196"/>
                    <a:pt x="34371" y="92244"/>
                    <a:pt x="34371" y="90292"/>
                  </a:cubicBezTo>
                  <a:cubicBezTo>
                    <a:pt x="34371" y="88341"/>
                    <a:pt x="34371" y="86389"/>
                    <a:pt x="34371" y="84438"/>
                  </a:cubicBezTo>
                  <a:cubicBezTo>
                    <a:pt x="34371" y="82489"/>
                    <a:pt x="34371" y="80537"/>
                    <a:pt x="34371" y="78586"/>
                  </a:cubicBezTo>
                  <a:cubicBezTo>
                    <a:pt x="34371" y="76634"/>
                    <a:pt x="34371" y="74683"/>
                    <a:pt x="34371" y="72734"/>
                  </a:cubicBezTo>
                  <a:cubicBezTo>
                    <a:pt x="34371" y="70782"/>
                    <a:pt x="34371" y="68831"/>
                    <a:pt x="34371" y="66879"/>
                  </a:cubicBezTo>
                  <a:cubicBezTo>
                    <a:pt x="34371" y="64928"/>
                    <a:pt x="34371" y="62979"/>
                    <a:pt x="34371" y="61027"/>
                  </a:cubicBezTo>
                  <a:cubicBezTo>
                    <a:pt x="34371" y="59076"/>
                    <a:pt x="34371" y="57124"/>
                    <a:pt x="34371" y="55173"/>
                  </a:cubicBezTo>
                  <a:cubicBezTo>
                    <a:pt x="34371" y="53224"/>
                    <a:pt x="34423" y="51270"/>
                    <a:pt x="34371" y="49321"/>
                  </a:cubicBezTo>
                  <a:cubicBezTo>
                    <a:pt x="34319" y="47372"/>
                    <a:pt x="34282" y="45415"/>
                    <a:pt x="34055" y="43482"/>
                  </a:cubicBezTo>
                  <a:cubicBezTo>
                    <a:pt x="33826" y="41548"/>
                    <a:pt x="33395" y="39636"/>
                    <a:pt x="33001" y="37726"/>
                  </a:cubicBezTo>
                  <a:cubicBezTo>
                    <a:pt x="32607" y="35816"/>
                    <a:pt x="32130" y="33922"/>
                    <a:pt x="31692" y="32020"/>
                  </a:cubicBezTo>
                  <a:cubicBezTo>
                    <a:pt x="31251" y="30121"/>
                    <a:pt x="30805" y="28222"/>
                    <a:pt x="30366" y="26320"/>
                  </a:cubicBezTo>
                  <a:cubicBezTo>
                    <a:pt x="29928" y="24420"/>
                    <a:pt x="29497" y="22516"/>
                    <a:pt x="29059" y="20614"/>
                  </a:cubicBezTo>
                  <a:cubicBezTo>
                    <a:pt x="28621" y="18714"/>
                    <a:pt x="28214" y="16802"/>
                    <a:pt x="27736" y="14913"/>
                  </a:cubicBezTo>
                  <a:cubicBezTo>
                    <a:pt x="27262" y="13024"/>
                    <a:pt x="26988" y="11028"/>
                    <a:pt x="26200" y="9278"/>
                  </a:cubicBezTo>
                  <a:cubicBezTo>
                    <a:pt x="25412" y="7527"/>
                    <a:pt x="24337" y="5769"/>
                    <a:pt x="23009" y="4404"/>
                  </a:cubicBezTo>
                  <a:cubicBezTo>
                    <a:pt x="21683" y="3042"/>
                    <a:pt x="19988" y="1811"/>
                    <a:pt x="18237" y="1096"/>
                  </a:cubicBezTo>
                  <a:cubicBezTo>
                    <a:pt x="16489" y="381"/>
                    <a:pt x="14402" y="0"/>
                    <a:pt x="12521" y="11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52" name="Center wave"/>
            <p:cNvSpPr/>
            <p:nvPr/>
          </p:nvSpPr>
          <p:spPr>
            <a:xfrm>
              <a:off x="5801088" y="3309391"/>
              <a:ext cx="28855" cy="105932"/>
            </a:xfrm>
            <a:custGeom>
              <a:avLst/>
              <a:gdLst/>
              <a:ahLst/>
              <a:cxnLst/>
              <a:rect l="l" t="t" r="r" b="b"/>
              <a:pathLst>
                <a:path w="28855" h="105932">
                  <a:moveTo>
                    <a:pt x="13401" y="131"/>
                  </a:moveTo>
                  <a:cubicBezTo>
                    <a:pt x="11524" y="264"/>
                    <a:pt x="9520" y="827"/>
                    <a:pt x="7853" y="1701"/>
                  </a:cubicBezTo>
                  <a:cubicBezTo>
                    <a:pt x="6186" y="2575"/>
                    <a:pt x="4584" y="3908"/>
                    <a:pt x="3402" y="5375"/>
                  </a:cubicBezTo>
                  <a:cubicBezTo>
                    <a:pt x="2220" y="6838"/>
                    <a:pt x="1291" y="8685"/>
                    <a:pt x="762" y="10499"/>
                  </a:cubicBezTo>
                  <a:cubicBezTo>
                    <a:pt x="232" y="12312"/>
                    <a:pt x="316" y="14326"/>
                    <a:pt x="227" y="16251"/>
                  </a:cubicBezTo>
                  <a:cubicBezTo>
                    <a:pt x="136" y="18180"/>
                    <a:pt x="227" y="20121"/>
                    <a:pt x="227" y="22057"/>
                  </a:cubicBezTo>
                  <a:cubicBezTo>
                    <a:pt x="227" y="23990"/>
                    <a:pt x="227" y="25926"/>
                    <a:pt x="227" y="27859"/>
                  </a:cubicBezTo>
                  <a:cubicBezTo>
                    <a:pt x="227" y="29792"/>
                    <a:pt x="227" y="31728"/>
                    <a:pt x="227" y="33661"/>
                  </a:cubicBezTo>
                  <a:cubicBezTo>
                    <a:pt x="227" y="35597"/>
                    <a:pt x="227" y="37531"/>
                    <a:pt x="227" y="39466"/>
                  </a:cubicBezTo>
                  <a:cubicBezTo>
                    <a:pt x="227" y="41400"/>
                    <a:pt x="227" y="43336"/>
                    <a:pt x="227" y="45269"/>
                  </a:cubicBezTo>
                  <a:cubicBezTo>
                    <a:pt x="227" y="47202"/>
                    <a:pt x="227" y="49138"/>
                    <a:pt x="227" y="51071"/>
                  </a:cubicBezTo>
                  <a:cubicBezTo>
                    <a:pt x="227" y="53007"/>
                    <a:pt x="227" y="54940"/>
                    <a:pt x="227" y="56876"/>
                  </a:cubicBezTo>
                  <a:cubicBezTo>
                    <a:pt x="227" y="58810"/>
                    <a:pt x="227" y="60745"/>
                    <a:pt x="227" y="62679"/>
                  </a:cubicBezTo>
                  <a:cubicBezTo>
                    <a:pt x="227" y="64612"/>
                    <a:pt x="227" y="66548"/>
                    <a:pt x="227" y="68481"/>
                  </a:cubicBezTo>
                  <a:cubicBezTo>
                    <a:pt x="227" y="70417"/>
                    <a:pt x="227" y="72350"/>
                    <a:pt x="227" y="74286"/>
                  </a:cubicBezTo>
                  <a:cubicBezTo>
                    <a:pt x="227" y="76219"/>
                    <a:pt x="227" y="78155"/>
                    <a:pt x="227" y="80089"/>
                  </a:cubicBezTo>
                  <a:cubicBezTo>
                    <a:pt x="227" y="82022"/>
                    <a:pt x="227" y="83958"/>
                    <a:pt x="227" y="85891"/>
                  </a:cubicBezTo>
                  <a:cubicBezTo>
                    <a:pt x="224" y="87827"/>
                    <a:pt x="0" y="89789"/>
                    <a:pt x="211" y="91694"/>
                  </a:cubicBezTo>
                  <a:cubicBezTo>
                    <a:pt x="425" y="93598"/>
                    <a:pt x="733" y="95594"/>
                    <a:pt x="1500" y="97319"/>
                  </a:cubicBezTo>
                  <a:cubicBezTo>
                    <a:pt x="2265" y="99043"/>
                    <a:pt x="3433" y="100749"/>
                    <a:pt x="4806" y="102038"/>
                  </a:cubicBezTo>
                  <a:cubicBezTo>
                    <a:pt x="6176" y="103324"/>
                    <a:pt x="7950" y="104420"/>
                    <a:pt x="9721" y="105046"/>
                  </a:cubicBezTo>
                  <a:cubicBezTo>
                    <a:pt x="11495" y="105670"/>
                    <a:pt x="13564" y="105931"/>
                    <a:pt x="15443" y="105790"/>
                  </a:cubicBezTo>
                  <a:cubicBezTo>
                    <a:pt x="17319" y="105649"/>
                    <a:pt x="19320" y="105078"/>
                    <a:pt x="20982" y="104198"/>
                  </a:cubicBezTo>
                  <a:cubicBezTo>
                    <a:pt x="22641" y="103319"/>
                    <a:pt x="24230" y="101978"/>
                    <a:pt x="25406" y="100509"/>
                  </a:cubicBezTo>
                  <a:cubicBezTo>
                    <a:pt x="26583" y="99043"/>
                    <a:pt x="27515" y="97199"/>
                    <a:pt x="28047" y="95388"/>
                  </a:cubicBezTo>
                  <a:cubicBezTo>
                    <a:pt x="28576" y="93575"/>
                    <a:pt x="28506" y="91563"/>
                    <a:pt x="28600" y="89638"/>
                  </a:cubicBezTo>
                  <a:cubicBezTo>
                    <a:pt x="28691" y="87712"/>
                    <a:pt x="28600" y="85768"/>
                    <a:pt x="28600" y="83835"/>
                  </a:cubicBezTo>
                  <a:cubicBezTo>
                    <a:pt x="28600" y="81899"/>
                    <a:pt x="28589" y="79966"/>
                    <a:pt x="28600" y="78033"/>
                  </a:cubicBezTo>
                  <a:cubicBezTo>
                    <a:pt x="28608" y="76097"/>
                    <a:pt x="28644" y="74164"/>
                    <a:pt x="28655" y="72230"/>
                  </a:cubicBezTo>
                  <a:cubicBezTo>
                    <a:pt x="28663" y="70294"/>
                    <a:pt x="28655" y="68361"/>
                    <a:pt x="28655" y="66428"/>
                  </a:cubicBezTo>
                  <a:cubicBezTo>
                    <a:pt x="28655" y="64495"/>
                    <a:pt x="28660" y="62561"/>
                    <a:pt x="28649" y="60625"/>
                  </a:cubicBezTo>
                  <a:cubicBezTo>
                    <a:pt x="28642" y="58692"/>
                    <a:pt x="28605" y="56759"/>
                    <a:pt x="28600" y="54826"/>
                  </a:cubicBezTo>
                  <a:cubicBezTo>
                    <a:pt x="28592" y="52890"/>
                    <a:pt x="28610" y="50956"/>
                    <a:pt x="28613" y="49023"/>
                  </a:cubicBezTo>
                  <a:cubicBezTo>
                    <a:pt x="28618" y="47090"/>
                    <a:pt x="28621" y="45154"/>
                    <a:pt x="28618" y="43221"/>
                  </a:cubicBezTo>
                  <a:cubicBezTo>
                    <a:pt x="28616" y="41288"/>
                    <a:pt x="28592" y="39354"/>
                    <a:pt x="28600" y="37418"/>
                  </a:cubicBezTo>
                  <a:cubicBezTo>
                    <a:pt x="28605" y="35485"/>
                    <a:pt x="28642" y="33552"/>
                    <a:pt x="28652" y="31616"/>
                  </a:cubicBezTo>
                  <a:cubicBezTo>
                    <a:pt x="28663" y="29683"/>
                    <a:pt x="28673" y="27749"/>
                    <a:pt x="28665" y="25816"/>
                  </a:cubicBezTo>
                  <a:cubicBezTo>
                    <a:pt x="28655" y="23880"/>
                    <a:pt x="28603" y="21947"/>
                    <a:pt x="28600" y="20014"/>
                  </a:cubicBezTo>
                  <a:cubicBezTo>
                    <a:pt x="28600" y="18078"/>
                    <a:pt x="28856" y="16113"/>
                    <a:pt x="28655" y="14211"/>
                  </a:cubicBezTo>
                  <a:cubicBezTo>
                    <a:pt x="28454" y="12307"/>
                    <a:pt x="28164" y="10303"/>
                    <a:pt x="27395" y="8589"/>
                  </a:cubicBezTo>
                  <a:cubicBezTo>
                    <a:pt x="26622" y="6875"/>
                    <a:pt x="25409" y="5197"/>
                    <a:pt x="24029" y="3919"/>
                  </a:cubicBezTo>
                  <a:cubicBezTo>
                    <a:pt x="22649" y="2640"/>
                    <a:pt x="20888" y="1545"/>
                    <a:pt x="19116" y="913"/>
                  </a:cubicBezTo>
                  <a:cubicBezTo>
                    <a:pt x="17347" y="282"/>
                    <a:pt x="15278" y="0"/>
                    <a:pt x="13402" y="130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53" name="Inner right wave"/>
            <p:cNvSpPr/>
            <p:nvPr/>
          </p:nvSpPr>
          <p:spPr>
            <a:xfrm>
              <a:off x="5835214" y="3262985"/>
              <a:ext cx="34572" cy="124708"/>
            </a:xfrm>
            <a:custGeom>
              <a:avLst/>
              <a:gdLst/>
              <a:ahLst/>
              <a:cxnLst/>
              <a:rect l="l" t="t" r="r" b="b"/>
              <a:pathLst>
                <a:path w="34572" h="124708">
                  <a:moveTo>
                    <a:pt x="20171" y="175"/>
                  </a:moveTo>
                  <a:cubicBezTo>
                    <a:pt x="18297" y="350"/>
                    <a:pt x="16296" y="1041"/>
                    <a:pt x="14663" y="1998"/>
                  </a:cubicBezTo>
                  <a:cubicBezTo>
                    <a:pt x="13029" y="2956"/>
                    <a:pt x="11516" y="4401"/>
                    <a:pt x="10371" y="5925"/>
                  </a:cubicBezTo>
                  <a:cubicBezTo>
                    <a:pt x="9225" y="7446"/>
                    <a:pt x="8438" y="9314"/>
                    <a:pt x="7790" y="11133"/>
                  </a:cubicBezTo>
                  <a:cubicBezTo>
                    <a:pt x="7141" y="12951"/>
                    <a:pt x="6922" y="14937"/>
                    <a:pt x="6486" y="16836"/>
                  </a:cubicBezTo>
                  <a:cubicBezTo>
                    <a:pt x="6050" y="18735"/>
                    <a:pt x="5609" y="20637"/>
                    <a:pt x="5171" y="22537"/>
                  </a:cubicBezTo>
                  <a:cubicBezTo>
                    <a:pt x="4730" y="24436"/>
                    <a:pt x="4287" y="26335"/>
                    <a:pt x="3843" y="28235"/>
                  </a:cubicBezTo>
                  <a:cubicBezTo>
                    <a:pt x="3397" y="30134"/>
                    <a:pt x="2935" y="32028"/>
                    <a:pt x="2499" y="33930"/>
                  </a:cubicBezTo>
                  <a:cubicBezTo>
                    <a:pt x="2061" y="35829"/>
                    <a:pt x="1581" y="37724"/>
                    <a:pt x="1221" y="39639"/>
                  </a:cubicBezTo>
                  <a:cubicBezTo>
                    <a:pt x="861" y="41554"/>
                    <a:pt x="501" y="43482"/>
                    <a:pt x="334" y="45418"/>
                  </a:cubicBezTo>
                  <a:cubicBezTo>
                    <a:pt x="167" y="47356"/>
                    <a:pt x="232" y="49315"/>
                    <a:pt x="211" y="51264"/>
                  </a:cubicBezTo>
                  <a:cubicBezTo>
                    <a:pt x="190" y="53213"/>
                    <a:pt x="211" y="55165"/>
                    <a:pt x="211" y="57116"/>
                  </a:cubicBezTo>
                  <a:cubicBezTo>
                    <a:pt x="211" y="59065"/>
                    <a:pt x="211" y="61017"/>
                    <a:pt x="211" y="62966"/>
                  </a:cubicBezTo>
                  <a:cubicBezTo>
                    <a:pt x="211" y="64917"/>
                    <a:pt x="211" y="66866"/>
                    <a:pt x="211" y="68818"/>
                  </a:cubicBezTo>
                  <a:cubicBezTo>
                    <a:pt x="211" y="70767"/>
                    <a:pt x="211" y="72718"/>
                    <a:pt x="211" y="74667"/>
                  </a:cubicBezTo>
                  <a:cubicBezTo>
                    <a:pt x="211" y="76619"/>
                    <a:pt x="211" y="78568"/>
                    <a:pt x="211" y="80519"/>
                  </a:cubicBezTo>
                  <a:cubicBezTo>
                    <a:pt x="211" y="82468"/>
                    <a:pt x="211" y="84420"/>
                    <a:pt x="211" y="86369"/>
                  </a:cubicBezTo>
                  <a:cubicBezTo>
                    <a:pt x="211" y="88320"/>
                    <a:pt x="211" y="90269"/>
                    <a:pt x="211" y="92221"/>
                  </a:cubicBezTo>
                  <a:cubicBezTo>
                    <a:pt x="211" y="94169"/>
                    <a:pt x="211" y="96121"/>
                    <a:pt x="211" y="98070"/>
                  </a:cubicBezTo>
                  <a:cubicBezTo>
                    <a:pt x="211" y="100021"/>
                    <a:pt x="211" y="101970"/>
                    <a:pt x="211" y="103922"/>
                  </a:cubicBezTo>
                  <a:cubicBezTo>
                    <a:pt x="211" y="105871"/>
                    <a:pt x="211" y="107822"/>
                    <a:pt x="211" y="109771"/>
                  </a:cubicBezTo>
                  <a:cubicBezTo>
                    <a:pt x="211" y="111723"/>
                    <a:pt x="0" y="113714"/>
                    <a:pt x="211" y="115623"/>
                  </a:cubicBezTo>
                  <a:cubicBezTo>
                    <a:pt x="423" y="117533"/>
                    <a:pt x="483" y="119774"/>
                    <a:pt x="1482" y="121233"/>
                  </a:cubicBezTo>
                  <a:cubicBezTo>
                    <a:pt x="2484" y="122694"/>
                    <a:pt x="4501" y="124053"/>
                    <a:pt x="6217" y="124379"/>
                  </a:cubicBezTo>
                  <a:cubicBezTo>
                    <a:pt x="7937" y="124708"/>
                    <a:pt x="10353" y="124207"/>
                    <a:pt x="11790" y="123202"/>
                  </a:cubicBezTo>
                  <a:cubicBezTo>
                    <a:pt x="13225" y="122198"/>
                    <a:pt x="14170" y="120124"/>
                    <a:pt x="14837" y="118352"/>
                  </a:cubicBezTo>
                  <a:cubicBezTo>
                    <a:pt x="15503" y="116583"/>
                    <a:pt x="15474" y="114507"/>
                    <a:pt x="15787" y="112581"/>
                  </a:cubicBezTo>
                  <a:cubicBezTo>
                    <a:pt x="16100" y="110658"/>
                    <a:pt x="16411" y="108730"/>
                    <a:pt x="16719" y="106805"/>
                  </a:cubicBezTo>
                  <a:cubicBezTo>
                    <a:pt x="17026" y="104879"/>
                    <a:pt x="17326" y="102954"/>
                    <a:pt x="17637" y="101029"/>
                  </a:cubicBezTo>
                  <a:cubicBezTo>
                    <a:pt x="17947" y="99103"/>
                    <a:pt x="18263" y="97178"/>
                    <a:pt x="18587" y="95255"/>
                  </a:cubicBezTo>
                  <a:cubicBezTo>
                    <a:pt x="18910" y="93332"/>
                    <a:pt x="19244" y="91412"/>
                    <a:pt x="19583" y="89489"/>
                  </a:cubicBezTo>
                  <a:cubicBezTo>
                    <a:pt x="19922" y="87569"/>
                    <a:pt x="20277" y="85651"/>
                    <a:pt x="20619" y="83731"/>
                  </a:cubicBezTo>
                  <a:cubicBezTo>
                    <a:pt x="20958" y="81811"/>
                    <a:pt x="21279" y="79888"/>
                    <a:pt x="21631" y="77970"/>
                  </a:cubicBezTo>
                  <a:cubicBezTo>
                    <a:pt x="21981" y="76053"/>
                    <a:pt x="22359" y="74138"/>
                    <a:pt x="22724" y="72222"/>
                  </a:cubicBezTo>
                  <a:cubicBezTo>
                    <a:pt x="23092" y="70307"/>
                    <a:pt x="23445" y="68390"/>
                    <a:pt x="23825" y="66477"/>
                  </a:cubicBezTo>
                  <a:cubicBezTo>
                    <a:pt x="24206" y="64562"/>
                    <a:pt x="24613" y="62655"/>
                    <a:pt x="25007" y="60745"/>
                  </a:cubicBezTo>
                  <a:cubicBezTo>
                    <a:pt x="25401" y="58836"/>
                    <a:pt x="25780" y="56923"/>
                    <a:pt x="26187" y="55016"/>
                  </a:cubicBezTo>
                  <a:cubicBezTo>
                    <a:pt x="26591" y="53109"/>
                    <a:pt x="27021" y="51207"/>
                    <a:pt x="27439" y="49302"/>
                  </a:cubicBezTo>
                  <a:cubicBezTo>
                    <a:pt x="27856" y="47398"/>
                    <a:pt x="28284" y="45493"/>
                    <a:pt x="28694" y="43586"/>
                  </a:cubicBezTo>
                  <a:cubicBezTo>
                    <a:pt x="29101" y="41679"/>
                    <a:pt x="29487" y="39769"/>
                    <a:pt x="29886" y="37859"/>
                  </a:cubicBezTo>
                  <a:cubicBezTo>
                    <a:pt x="30285" y="35949"/>
                    <a:pt x="30690" y="34042"/>
                    <a:pt x="31092" y="32135"/>
                  </a:cubicBezTo>
                  <a:cubicBezTo>
                    <a:pt x="31493" y="30225"/>
                    <a:pt x="31898" y="28318"/>
                    <a:pt x="32302" y="26411"/>
                  </a:cubicBezTo>
                  <a:cubicBezTo>
                    <a:pt x="32706" y="24501"/>
                    <a:pt x="33142" y="22599"/>
                    <a:pt x="33515" y="20687"/>
                  </a:cubicBezTo>
                  <a:cubicBezTo>
                    <a:pt x="33888" y="18774"/>
                    <a:pt x="34509" y="16846"/>
                    <a:pt x="34541" y="14929"/>
                  </a:cubicBezTo>
                  <a:cubicBezTo>
                    <a:pt x="34572" y="13011"/>
                    <a:pt x="34337" y="10971"/>
                    <a:pt x="33698" y="9181"/>
                  </a:cubicBezTo>
                  <a:cubicBezTo>
                    <a:pt x="33061" y="7394"/>
                    <a:pt x="32015" y="5573"/>
                    <a:pt x="30716" y="4200"/>
                  </a:cubicBezTo>
                  <a:cubicBezTo>
                    <a:pt x="29417" y="2828"/>
                    <a:pt x="27666" y="1620"/>
                    <a:pt x="25907" y="950"/>
                  </a:cubicBezTo>
                  <a:cubicBezTo>
                    <a:pt x="24149" y="277"/>
                    <a:pt x="22046" y="0"/>
                    <a:pt x="20170" y="17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54" name="Outer right wave"/>
            <p:cNvSpPr/>
            <p:nvPr/>
          </p:nvSpPr>
          <p:spPr>
            <a:xfrm>
              <a:off x="5858910" y="3223221"/>
              <a:ext cx="66402" cy="146092"/>
            </a:xfrm>
            <a:custGeom>
              <a:avLst/>
              <a:gdLst/>
              <a:ahLst/>
              <a:cxnLst/>
              <a:rect l="l" t="t" r="r" b="b"/>
              <a:pathLst>
                <a:path w="66402" h="146092">
                  <a:moveTo>
                    <a:pt x="46698" y="143"/>
                  </a:moveTo>
                  <a:cubicBezTo>
                    <a:pt x="44789" y="284"/>
                    <a:pt x="42824" y="767"/>
                    <a:pt x="41037" y="1461"/>
                  </a:cubicBezTo>
                  <a:cubicBezTo>
                    <a:pt x="39250" y="2158"/>
                    <a:pt x="37494" y="3144"/>
                    <a:pt x="35970" y="4307"/>
                  </a:cubicBezTo>
                  <a:cubicBezTo>
                    <a:pt x="34447" y="5474"/>
                    <a:pt x="33046" y="6916"/>
                    <a:pt x="31898" y="8456"/>
                  </a:cubicBezTo>
                  <a:cubicBezTo>
                    <a:pt x="30750" y="9995"/>
                    <a:pt x="29829" y="11767"/>
                    <a:pt x="29080" y="13543"/>
                  </a:cubicBezTo>
                  <a:cubicBezTo>
                    <a:pt x="28331" y="15323"/>
                    <a:pt x="27935" y="17259"/>
                    <a:pt x="27405" y="19127"/>
                  </a:cubicBezTo>
                  <a:cubicBezTo>
                    <a:pt x="26875" y="20997"/>
                    <a:pt x="26406" y="22886"/>
                    <a:pt x="25905" y="24765"/>
                  </a:cubicBezTo>
                  <a:cubicBezTo>
                    <a:pt x="25406" y="26646"/>
                    <a:pt x="24906" y="28524"/>
                    <a:pt x="24405" y="30403"/>
                  </a:cubicBezTo>
                  <a:cubicBezTo>
                    <a:pt x="23904" y="32281"/>
                    <a:pt x="23405" y="34162"/>
                    <a:pt x="22902" y="36041"/>
                  </a:cubicBezTo>
                  <a:cubicBezTo>
                    <a:pt x="22396" y="37919"/>
                    <a:pt x="21879" y="39793"/>
                    <a:pt x="21378" y="41671"/>
                  </a:cubicBezTo>
                  <a:cubicBezTo>
                    <a:pt x="20877" y="43550"/>
                    <a:pt x="20384" y="45433"/>
                    <a:pt x="19894" y="47314"/>
                  </a:cubicBezTo>
                  <a:cubicBezTo>
                    <a:pt x="19406" y="49195"/>
                    <a:pt x="18928" y="51082"/>
                    <a:pt x="18443" y="52965"/>
                  </a:cubicBezTo>
                  <a:cubicBezTo>
                    <a:pt x="17958" y="54849"/>
                    <a:pt x="17470" y="56730"/>
                    <a:pt x="16987" y="58614"/>
                  </a:cubicBezTo>
                  <a:cubicBezTo>
                    <a:pt x="16507" y="60498"/>
                    <a:pt x="16027" y="62384"/>
                    <a:pt x="15560" y="64270"/>
                  </a:cubicBezTo>
                  <a:cubicBezTo>
                    <a:pt x="15090" y="66159"/>
                    <a:pt x="14642" y="68051"/>
                    <a:pt x="14180" y="69940"/>
                  </a:cubicBezTo>
                  <a:cubicBezTo>
                    <a:pt x="13718" y="71829"/>
                    <a:pt x="13238" y="73712"/>
                    <a:pt x="12784" y="75604"/>
                  </a:cubicBezTo>
                  <a:cubicBezTo>
                    <a:pt x="12330" y="77495"/>
                    <a:pt x="11894" y="79389"/>
                    <a:pt x="11461" y="81286"/>
                  </a:cubicBezTo>
                  <a:cubicBezTo>
                    <a:pt x="11026" y="83180"/>
                    <a:pt x="10608" y="85080"/>
                    <a:pt x="10175" y="86976"/>
                  </a:cubicBezTo>
                  <a:cubicBezTo>
                    <a:pt x="9742" y="88873"/>
                    <a:pt x="9301" y="90765"/>
                    <a:pt x="8863" y="92661"/>
                  </a:cubicBezTo>
                  <a:cubicBezTo>
                    <a:pt x="8424" y="94556"/>
                    <a:pt x="7981" y="96450"/>
                    <a:pt x="7548" y="98344"/>
                  </a:cubicBezTo>
                  <a:cubicBezTo>
                    <a:pt x="7112" y="100241"/>
                    <a:pt x="6684" y="102137"/>
                    <a:pt x="6259" y="104034"/>
                  </a:cubicBezTo>
                  <a:cubicBezTo>
                    <a:pt x="5831" y="105931"/>
                    <a:pt x="5411" y="107830"/>
                    <a:pt x="4983" y="109727"/>
                  </a:cubicBezTo>
                  <a:cubicBezTo>
                    <a:pt x="4558" y="111624"/>
                    <a:pt x="4122" y="113520"/>
                    <a:pt x="3700" y="115417"/>
                  </a:cubicBezTo>
                  <a:cubicBezTo>
                    <a:pt x="3277" y="117317"/>
                    <a:pt x="2867" y="119219"/>
                    <a:pt x="2450" y="121118"/>
                  </a:cubicBezTo>
                  <a:cubicBezTo>
                    <a:pt x="2032" y="123015"/>
                    <a:pt x="1591" y="124911"/>
                    <a:pt x="1192" y="126813"/>
                  </a:cubicBezTo>
                  <a:cubicBezTo>
                    <a:pt x="791" y="128715"/>
                    <a:pt x="97" y="130625"/>
                    <a:pt x="47" y="132530"/>
                  </a:cubicBezTo>
                  <a:cubicBezTo>
                    <a:pt x="0" y="134437"/>
                    <a:pt x="204" y="136516"/>
                    <a:pt x="903" y="138256"/>
                  </a:cubicBezTo>
                  <a:cubicBezTo>
                    <a:pt x="1602" y="139997"/>
                    <a:pt x="2833" y="141739"/>
                    <a:pt x="4240" y="142971"/>
                  </a:cubicBezTo>
                  <a:cubicBezTo>
                    <a:pt x="5648" y="144202"/>
                    <a:pt x="7540" y="145207"/>
                    <a:pt x="9351" y="145650"/>
                  </a:cubicBezTo>
                  <a:cubicBezTo>
                    <a:pt x="11164" y="146091"/>
                    <a:pt x="13311" y="146089"/>
                    <a:pt x="15117" y="145624"/>
                  </a:cubicBezTo>
                  <a:cubicBezTo>
                    <a:pt x="16922" y="145157"/>
                    <a:pt x="18740" y="144082"/>
                    <a:pt x="20181" y="142859"/>
                  </a:cubicBezTo>
                  <a:cubicBezTo>
                    <a:pt x="21623" y="141635"/>
                    <a:pt x="22743" y="139916"/>
                    <a:pt x="23768" y="138280"/>
                  </a:cubicBezTo>
                  <a:cubicBezTo>
                    <a:pt x="24796" y="136647"/>
                    <a:pt x="25587" y="134839"/>
                    <a:pt x="26348" y="133054"/>
                  </a:cubicBezTo>
                  <a:cubicBezTo>
                    <a:pt x="27110" y="131270"/>
                    <a:pt x="27674" y="129396"/>
                    <a:pt x="28336" y="127570"/>
                  </a:cubicBezTo>
                  <a:cubicBezTo>
                    <a:pt x="29002" y="125744"/>
                    <a:pt x="29675" y="123917"/>
                    <a:pt x="30338" y="122088"/>
                  </a:cubicBezTo>
                  <a:cubicBezTo>
                    <a:pt x="31000" y="120262"/>
                    <a:pt x="31658" y="118431"/>
                    <a:pt x="32318" y="116602"/>
                  </a:cubicBezTo>
                  <a:cubicBezTo>
                    <a:pt x="32978" y="114773"/>
                    <a:pt x="33641" y="112944"/>
                    <a:pt x="34298" y="111115"/>
                  </a:cubicBezTo>
                  <a:cubicBezTo>
                    <a:pt x="34955" y="109283"/>
                    <a:pt x="35605" y="107452"/>
                    <a:pt x="36263" y="105620"/>
                  </a:cubicBezTo>
                  <a:cubicBezTo>
                    <a:pt x="36917" y="103789"/>
                    <a:pt x="37575" y="101960"/>
                    <a:pt x="38230" y="100128"/>
                  </a:cubicBezTo>
                  <a:cubicBezTo>
                    <a:pt x="38887" y="98300"/>
                    <a:pt x="39545" y="96468"/>
                    <a:pt x="40200" y="94636"/>
                  </a:cubicBezTo>
                  <a:cubicBezTo>
                    <a:pt x="40854" y="92808"/>
                    <a:pt x="41504" y="90973"/>
                    <a:pt x="42162" y="89145"/>
                  </a:cubicBezTo>
                  <a:cubicBezTo>
                    <a:pt x="42819" y="87313"/>
                    <a:pt x="43487" y="85487"/>
                    <a:pt x="44147" y="83658"/>
                  </a:cubicBezTo>
                  <a:cubicBezTo>
                    <a:pt x="44807" y="81829"/>
                    <a:pt x="45465" y="79997"/>
                    <a:pt x="46119" y="78168"/>
                  </a:cubicBezTo>
                  <a:cubicBezTo>
                    <a:pt x="46777" y="76337"/>
                    <a:pt x="47437" y="74508"/>
                    <a:pt x="48092" y="72676"/>
                  </a:cubicBezTo>
                  <a:cubicBezTo>
                    <a:pt x="48747" y="70845"/>
                    <a:pt x="49396" y="69013"/>
                    <a:pt x="50051" y="67182"/>
                  </a:cubicBezTo>
                  <a:cubicBezTo>
                    <a:pt x="50706" y="65350"/>
                    <a:pt x="51369" y="63521"/>
                    <a:pt x="52026" y="61693"/>
                  </a:cubicBezTo>
                  <a:cubicBezTo>
                    <a:pt x="52684" y="59864"/>
                    <a:pt x="53339" y="58032"/>
                    <a:pt x="53999" y="56203"/>
                  </a:cubicBezTo>
                  <a:cubicBezTo>
                    <a:pt x="54659" y="54374"/>
                    <a:pt x="55332" y="52548"/>
                    <a:pt x="55992" y="50719"/>
                  </a:cubicBezTo>
                  <a:cubicBezTo>
                    <a:pt x="56652" y="48890"/>
                    <a:pt x="57302" y="47059"/>
                    <a:pt x="57959" y="45227"/>
                  </a:cubicBezTo>
                  <a:cubicBezTo>
                    <a:pt x="58614" y="43396"/>
                    <a:pt x="59277" y="41567"/>
                    <a:pt x="59921" y="39733"/>
                  </a:cubicBezTo>
                  <a:cubicBezTo>
                    <a:pt x="60565" y="37898"/>
                    <a:pt x="61192" y="36056"/>
                    <a:pt x="61828" y="34220"/>
                  </a:cubicBezTo>
                  <a:cubicBezTo>
                    <a:pt x="62467" y="32383"/>
                    <a:pt x="63125" y="30551"/>
                    <a:pt x="63746" y="28709"/>
                  </a:cubicBezTo>
                  <a:cubicBezTo>
                    <a:pt x="64364" y="26865"/>
                    <a:pt x="65116" y="25041"/>
                    <a:pt x="65546" y="23160"/>
                  </a:cubicBezTo>
                  <a:cubicBezTo>
                    <a:pt x="65977" y="21276"/>
                    <a:pt x="66402" y="19320"/>
                    <a:pt x="66331" y="17415"/>
                  </a:cubicBezTo>
                  <a:cubicBezTo>
                    <a:pt x="66258" y="15511"/>
                    <a:pt x="65804" y="13517"/>
                    <a:pt x="65116" y="11733"/>
                  </a:cubicBezTo>
                  <a:cubicBezTo>
                    <a:pt x="64427" y="9948"/>
                    <a:pt x="63409" y="8187"/>
                    <a:pt x="62199" y="6708"/>
                  </a:cubicBezTo>
                  <a:cubicBezTo>
                    <a:pt x="60988" y="5228"/>
                    <a:pt x="59464" y="3874"/>
                    <a:pt x="57847" y="2857"/>
                  </a:cubicBezTo>
                  <a:cubicBezTo>
                    <a:pt x="56229" y="1839"/>
                    <a:pt x="54348" y="1059"/>
                    <a:pt x="52491" y="605"/>
                  </a:cubicBezTo>
                  <a:cubicBezTo>
                    <a:pt x="50633" y="154"/>
                    <a:pt x="48608" y="0"/>
                    <a:pt x="46699" y="143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55" name="Text 53"/>
          <p:cNvSpPr txBox="1"/>
          <p:nvPr/>
        </p:nvSpPr>
        <p:spPr>
          <a:xfrm>
            <a:off x="6035040" y="31729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VCA · now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5669280" y="35478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Tests finished. Check the 2 failed items.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0" y="4133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View results ›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092440" y="16916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App header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8092440" y="2020824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Symbol + Voice Command AI, with machine name and connection status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8092440" y="274320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Voice input · review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8092440" y="3072384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Clearly show the target session and project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8092440" y="379476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Notification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8092440" y="4123944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Compact icon + task status + action to view results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8092440" y="484632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Connection status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8092440" y="5175504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pair text with the status indicator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 · Status &amp; motion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Color shows status, motion shows voice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Status colors</a:t>
            </a:r>
            <a:endParaRPr lang="en-US" sz="1400" dirty="0"/>
          </a:p>
        </p:txBody>
      </p:sp>
      <p:sp>
        <p:nvSpPr>
          <p:cNvPr id="5" name="Status Running"/>
          <p:cNvSpPr/>
          <p:nvPr/>
        </p:nvSpPr>
        <p:spPr>
          <a:xfrm>
            <a:off x="548640" y="2148840"/>
            <a:ext cx="2514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" name="Status icon Running"/>
          <p:cNvSpPr/>
          <p:nvPr/>
        </p:nvSpPr>
        <p:spPr>
          <a:xfrm>
            <a:off x="749808" y="2395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Blue</a:t>
            </a:r>
            <a:endParaRPr lang="en-US" sz="1200" dirty="0"/>
          </a:p>
        </p:txBody>
      </p:sp>
      <p:sp>
        <p:nvSpPr>
          <p:cNvPr id="10" name="Status Done"/>
          <p:cNvSpPr/>
          <p:nvPr/>
        </p:nvSpPr>
        <p:spPr>
          <a:xfrm>
            <a:off x="3246120" y="2148840"/>
            <a:ext cx="2514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1" name="Status icon Done"/>
          <p:cNvSpPr/>
          <p:nvPr/>
        </p:nvSpPr>
        <p:spPr>
          <a:xfrm>
            <a:off x="3447288" y="239572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4728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50792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050792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Green</a:t>
            </a:r>
            <a:endParaRPr lang="en-US" sz="1200" dirty="0"/>
          </a:p>
        </p:txBody>
      </p:sp>
      <p:sp>
        <p:nvSpPr>
          <p:cNvPr id="15" name="Status Needs input"/>
          <p:cNvSpPr/>
          <p:nvPr/>
        </p:nvSpPr>
        <p:spPr>
          <a:xfrm>
            <a:off x="548640" y="3291840"/>
            <a:ext cx="2514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Status icon Needs input"/>
          <p:cNvSpPr/>
          <p:nvPr/>
        </p:nvSpPr>
        <p:spPr>
          <a:xfrm>
            <a:off x="749808" y="353872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Needs input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Amber</a:t>
            </a:r>
            <a:endParaRPr lang="en-US" sz="1200" dirty="0"/>
          </a:p>
        </p:txBody>
      </p:sp>
      <p:sp>
        <p:nvSpPr>
          <p:cNvPr id="20" name="Status Error · E-stop"/>
          <p:cNvSpPr/>
          <p:nvPr/>
        </p:nvSpPr>
        <p:spPr>
          <a:xfrm>
            <a:off x="3246120" y="3291840"/>
            <a:ext cx="2514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1" name="Status icon Error · E-stop"/>
          <p:cNvSpPr/>
          <p:nvPr/>
        </p:nvSpPr>
        <p:spPr>
          <a:xfrm>
            <a:off x="3447288" y="3538728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4728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■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50792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Error · E-stop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050792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262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Always show text and icons with color; the logo color never changes with status. Exact status HEX values are not finalized; these are temporary theme values.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45352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Motion</a:t>
            </a:r>
            <a:endParaRPr lang="en-US" sz="1400" dirty="0"/>
          </a:p>
        </p:txBody>
      </p:sp>
      <p:sp>
        <p:nvSpPr>
          <p:cNvPr id="27" name="Motion sample Recording"/>
          <p:cNvSpPr/>
          <p:nvPr/>
        </p:nvSpPr>
        <p:spPr>
          <a:xfrm>
            <a:off x="6245352" y="2148840"/>
            <a:ext cx="123444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/>
        </p:spPr>
      </p:sp>
      <p:sp>
        <p:nvSpPr>
          <p:cNvPr id="28" name="Wave bar"/>
          <p:cNvSpPr/>
          <p:nvPr/>
        </p:nvSpPr>
        <p:spPr>
          <a:xfrm>
            <a:off x="6473952" y="2452421"/>
            <a:ext cx="109728" cy="197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9" name="Wave bar"/>
          <p:cNvSpPr/>
          <p:nvPr/>
        </p:nvSpPr>
        <p:spPr>
          <a:xfrm>
            <a:off x="6638544" y="2328977"/>
            <a:ext cx="109728" cy="44439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0" name="Wave bar"/>
          <p:cNvSpPr/>
          <p:nvPr/>
        </p:nvSpPr>
        <p:spPr>
          <a:xfrm>
            <a:off x="6803136" y="2403043"/>
            <a:ext cx="109728" cy="29626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Wave bar"/>
          <p:cNvSpPr/>
          <p:nvPr/>
        </p:nvSpPr>
        <p:spPr>
          <a:xfrm>
            <a:off x="6967728" y="2304288"/>
            <a:ext cx="109728" cy="49377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2" name="Wave bar"/>
          <p:cNvSpPr/>
          <p:nvPr/>
        </p:nvSpPr>
        <p:spPr>
          <a:xfrm>
            <a:off x="7132320" y="2427732"/>
            <a:ext cx="109728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80960" y="22219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Recording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25511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Wave amplitude shifts smoothly.</a:t>
            </a:r>
            <a:endParaRPr lang="en-US" sz="1400" dirty="0"/>
          </a:p>
        </p:txBody>
      </p:sp>
      <p:sp>
        <p:nvSpPr>
          <p:cNvPr id="35" name="Motion sample Sending"/>
          <p:cNvSpPr/>
          <p:nvPr/>
        </p:nvSpPr>
        <p:spPr>
          <a:xfrm>
            <a:off x="6245352" y="3108960"/>
            <a:ext cx="123444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/>
        </p:spPr>
      </p:sp>
      <p:sp>
        <p:nvSpPr>
          <p:cNvPr id="36" name="Wave bar"/>
          <p:cNvSpPr/>
          <p:nvPr/>
        </p:nvSpPr>
        <p:spPr>
          <a:xfrm>
            <a:off x="6473952" y="3449574"/>
            <a:ext cx="109728" cy="1234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 bar"/>
          <p:cNvSpPr/>
          <p:nvPr/>
        </p:nvSpPr>
        <p:spPr>
          <a:xfrm>
            <a:off x="6638544" y="3412541"/>
            <a:ext cx="109728" cy="197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 bar"/>
          <p:cNvSpPr/>
          <p:nvPr/>
        </p:nvSpPr>
        <p:spPr>
          <a:xfrm>
            <a:off x="6803136" y="3363163"/>
            <a:ext cx="109728" cy="29626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 bar"/>
          <p:cNvSpPr/>
          <p:nvPr/>
        </p:nvSpPr>
        <p:spPr>
          <a:xfrm>
            <a:off x="6967728" y="3412541"/>
            <a:ext cx="109728" cy="197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 bar"/>
          <p:cNvSpPr/>
          <p:nvPr/>
        </p:nvSpPr>
        <p:spPr>
          <a:xfrm>
            <a:off x="7132320" y="3449574"/>
            <a:ext cx="109728" cy="1234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680960" y="31821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Sending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680960" y="35112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Waves converge once.</a:t>
            </a:r>
            <a:endParaRPr lang="en-US" sz="1400" dirty="0"/>
          </a:p>
        </p:txBody>
      </p:sp>
      <p:sp>
        <p:nvSpPr>
          <p:cNvPr id="43" name="Motion sample Idle"/>
          <p:cNvSpPr/>
          <p:nvPr/>
        </p:nvSpPr>
        <p:spPr>
          <a:xfrm>
            <a:off x="6245352" y="4069080"/>
            <a:ext cx="123444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/>
        </p:spPr>
      </p:sp>
      <p:grpSp>
        <p:nvGrpSpPr>
          <p:cNvPr id="59" name="VCA symbol"/>
          <p:cNvGrpSpPr/>
          <p:nvPr/>
        </p:nvGrpSpPr>
        <p:grpSpPr>
          <a:xfrm>
            <a:off x="6574536" y="4219282"/>
            <a:ext cx="576072" cy="504268"/>
            <a:chOff x="6574536" y="4219282"/>
            <a:chExt cx="576072" cy="504268"/>
          </a:xfrm>
        </p:grpSpPr>
        <p:sp>
          <p:nvSpPr>
            <p:cNvPr id="44" name="Outer left wave"/>
            <p:cNvSpPr/>
            <p:nvPr/>
          </p:nvSpPr>
          <p:spPr>
            <a:xfrm>
              <a:off x="6574536" y="4219382"/>
              <a:ext cx="174102" cy="383558"/>
            </a:xfrm>
            <a:custGeom>
              <a:avLst/>
              <a:gdLst/>
              <a:ahLst/>
              <a:cxnLst/>
              <a:rect l="l" t="t" r="r" b="b"/>
              <a:pathLst>
                <a:path w="174102" h="383558">
                  <a:moveTo>
                    <a:pt x="49397" y="99"/>
                  </a:moveTo>
                  <a:cubicBezTo>
                    <a:pt x="44372" y="0"/>
                    <a:pt x="39085" y="630"/>
                    <a:pt x="34271" y="2061"/>
                  </a:cubicBezTo>
                  <a:cubicBezTo>
                    <a:pt x="29456" y="3500"/>
                    <a:pt x="24635" y="5828"/>
                    <a:pt x="20519" y="8705"/>
                  </a:cubicBezTo>
                  <a:cubicBezTo>
                    <a:pt x="16409" y="11581"/>
                    <a:pt x="12574" y="15300"/>
                    <a:pt x="9574" y="19327"/>
                  </a:cubicBezTo>
                  <a:cubicBezTo>
                    <a:pt x="6575" y="23354"/>
                    <a:pt x="4102" y="28100"/>
                    <a:pt x="2520" y="32867"/>
                  </a:cubicBezTo>
                  <a:cubicBezTo>
                    <a:pt x="938" y="37633"/>
                    <a:pt x="0" y="42927"/>
                    <a:pt x="68" y="47934"/>
                  </a:cubicBezTo>
                  <a:cubicBezTo>
                    <a:pt x="144" y="52940"/>
                    <a:pt x="1664" y="57987"/>
                    <a:pt x="2952" y="62905"/>
                  </a:cubicBezTo>
                  <a:cubicBezTo>
                    <a:pt x="4232" y="67822"/>
                    <a:pt x="6136" y="72609"/>
                    <a:pt x="7773" y="77444"/>
                  </a:cubicBezTo>
                  <a:cubicBezTo>
                    <a:pt x="9403" y="82286"/>
                    <a:pt x="11088" y="87108"/>
                    <a:pt x="12766" y="91929"/>
                  </a:cubicBezTo>
                  <a:cubicBezTo>
                    <a:pt x="14437" y="96751"/>
                    <a:pt x="16129" y="101572"/>
                    <a:pt x="17827" y="106387"/>
                  </a:cubicBezTo>
                  <a:cubicBezTo>
                    <a:pt x="19525" y="111208"/>
                    <a:pt x="21244" y="116009"/>
                    <a:pt x="22950" y="120824"/>
                  </a:cubicBezTo>
                  <a:cubicBezTo>
                    <a:pt x="24655" y="125638"/>
                    <a:pt x="26347" y="130460"/>
                    <a:pt x="28059" y="135267"/>
                  </a:cubicBezTo>
                  <a:cubicBezTo>
                    <a:pt x="29771" y="140082"/>
                    <a:pt x="31483" y="144890"/>
                    <a:pt x="33209" y="149698"/>
                  </a:cubicBezTo>
                  <a:cubicBezTo>
                    <a:pt x="34935" y="154498"/>
                    <a:pt x="36695" y="159293"/>
                    <a:pt x="38428" y="164100"/>
                  </a:cubicBezTo>
                  <a:cubicBezTo>
                    <a:pt x="40160" y="168901"/>
                    <a:pt x="41879" y="173716"/>
                    <a:pt x="43605" y="178517"/>
                  </a:cubicBezTo>
                  <a:cubicBezTo>
                    <a:pt x="45331" y="183324"/>
                    <a:pt x="47057" y="188132"/>
                    <a:pt x="48797" y="192933"/>
                  </a:cubicBezTo>
                  <a:cubicBezTo>
                    <a:pt x="50536" y="197734"/>
                    <a:pt x="52317" y="202521"/>
                    <a:pt x="54043" y="207322"/>
                  </a:cubicBezTo>
                  <a:cubicBezTo>
                    <a:pt x="55775" y="212130"/>
                    <a:pt x="57446" y="216951"/>
                    <a:pt x="59165" y="221759"/>
                  </a:cubicBezTo>
                  <a:cubicBezTo>
                    <a:pt x="60891" y="226567"/>
                    <a:pt x="62658" y="231361"/>
                    <a:pt x="64384" y="236162"/>
                  </a:cubicBezTo>
                  <a:cubicBezTo>
                    <a:pt x="66103" y="240969"/>
                    <a:pt x="67795" y="245791"/>
                    <a:pt x="69507" y="250599"/>
                  </a:cubicBezTo>
                  <a:cubicBezTo>
                    <a:pt x="71226" y="255406"/>
                    <a:pt x="72959" y="260214"/>
                    <a:pt x="74684" y="265015"/>
                  </a:cubicBezTo>
                  <a:cubicBezTo>
                    <a:pt x="76410" y="269823"/>
                    <a:pt x="78143" y="274630"/>
                    <a:pt x="79869" y="279438"/>
                  </a:cubicBezTo>
                  <a:cubicBezTo>
                    <a:pt x="81588" y="284239"/>
                    <a:pt x="83307" y="289054"/>
                    <a:pt x="85033" y="293855"/>
                  </a:cubicBezTo>
                  <a:cubicBezTo>
                    <a:pt x="86759" y="298662"/>
                    <a:pt x="88484" y="303470"/>
                    <a:pt x="90224" y="308271"/>
                  </a:cubicBezTo>
                  <a:cubicBezTo>
                    <a:pt x="91964" y="313072"/>
                    <a:pt x="93724" y="317866"/>
                    <a:pt x="95456" y="322667"/>
                  </a:cubicBezTo>
                  <a:cubicBezTo>
                    <a:pt x="97189" y="327475"/>
                    <a:pt x="98860" y="332296"/>
                    <a:pt x="100607" y="337097"/>
                  </a:cubicBezTo>
                  <a:cubicBezTo>
                    <a:pt x="102346" y="341898"/>
                    <a:pt x="103832" y="346815"/>
                    <a:pt x="105907" y="351465"/>
                  </a:cubicBezTo>
                  <a:cubicBezTo>
                    <a:pt x="107983" y="356116"/>
                    <a:pt x="110201" y="360821"/>
                    <a:pt x="113064" y="364998"/>
                  </a:cubicBezTo>
                  <a:cubicBezTo>
                    <a:pt x="115920" y="369169"/>
                    <a:pt x="119084" y="373573"/>
                    <a:pt x="123050" y="376525"/>
                  </a:cubicBezTo>
                  <a:cubicBezTo>
                    <a:pt x="127022" y="379476"/>
                    <a:pt x="132062" y="381853"/>
                    <a:pt x="136877" y="382702"/>
                  </a:cubicBezTo>
                  <a:cubicBezTo>
                    <a:pt x="141698" y="383558"/>
                    <a:pt x="147328" y="383175"/>
                    <a:pt x="151978" y="381640"/>
                  </a:cubicBezTo>
                  <a:cubicBezTo>
                    <a:pt x="156622" y="380106"/>
                    <a:pt x="161327" y="377018"/>
                    <a:pt x="164771" y="373504"/>
                  </a:cubicBezTo>
                  <a:cubicBezTo>
                    <a:pt x="168209" y="369984"/>
                    <a:pt x="171141" y="365204"/>
                    <a:pt x="172620" y="360519"/>
                  </a:cubicBezTo>
                  <a:cubicBezTo>
                    <a:pt x="174099" y="355835"/>
                    <a:pt x="173983" y="350418"/>
                    <a:pt x="173647" y="345397"/>
                  </a:cubicBezTo>
                  <a:cubicBezTo>
                    <a:pt x="173312" y="340377"/>
                    <a:pt x="171654" y="335385"/>
                    <a:pt x="170600" y="330385"/>
                  </a:cubicBezTo>
                  <a:cubicBezTo>
                    <a:pt x="169552" y="325386"/>
                    <a:pt x="168435" y="320407"/>
                    <a:pt x="167347" y="315414"/>
                  </a:cubicBezTo>
                  <a:cubicBezTo>
                    <a:pt x="166258" y="310428"/>
                    <a:pt x="165162" y="305436"/>
                    <a:pt x="164080" y="300450"/>
                  </a:cubicBezTo>
                  <a:cubicBezTo>
                    <a:pt x="162991" y="295457"/>
                    <a:pt x="161957" y="290458"/>
                    <a:pt x="160827" y="285479"/>
                  </a:cubicBezTo>
                  <a:cubicBezTo>
                    <a:pt x="159690" y="280500"/>
                    <a:pt x="158430" y="275548"/>
                    <a:pt x="157279" y="270576"/>
                  </a:cubicBezTo>
                  <a:cubicBezTo>
                    <a:pt x="156122" y="265597"/>
                    <a:pt x="155033" y="260611"/>
                    <a:pt x="153916" y="255632"/>
                  </a:cubicBezTo>
                  <a:cubicBezTo>
                    <a:pt x="152793" y="250647"/>
                    <a:pt x="151691" y="245661"/>
                    <a:pt x="150554" y="240682"/>
                  </a:cubicBezTo>
                  <a:cubicBezTo>
                    <a:pt x="149424" y="235703"/>
                    <a:pt x="148259" y="230731"/>
                    <a:pt x="147109" y="225759"/>
                  </a:cubicBezTo>
                  <a:cubicBezTo>
                    <a:pt x="145965" y="220780"/>
                    <a:pt x="144842" y="215801"/>
                    <a:pt x="143678" y="210829"/>
                  </a:cubicBezTo>
                  <a:cubicBezTo>
                    <a:pt x="142520" y="205856"/>
                    <a:pt x="141329" y="200884"/>
                    <a:pt x="140144" y="195919"/>
                  </a:cubicBezTo>
                  <a:cubicBezTo>
                    <a:pt x="138959" y="190954"/>
                    <a:pt x="137767" y="185989"/>
                    <a:pt x="136569" y="181023"/>
                  </a:cubicBezTo>
                  <a:cubicBezTo>
                    <a:pt x="135377" y="176058"/>
                    <a:pt x="134220" y="171086"/>
                    <a:pt x="132980" y="166127"/>
                  </a:cubicBezTo>
                  <a:cubicBezTo>
                    <a:pt x="131740" y="161176"/>
                    <a:pt x="130412" y="156245"/>
                    <a:pt x="129131" y="151300"/>
                  </a:cubicBezTo>
                  <a:cubicBezTo>
                    <a:pt x="127850" y="146355"/>
                    <a:pt x="126583" y="141411"/>
                    <a:pt x="125310" y="136466"/>
                  </a:cubicBezTo>
                  <a:cubicBezTo>
                    <a:pt x="124036" y="131521"/>
                    <a:pt x="122782" y="126570"/>
                    <a:pt x="121488" y="121632"/>
                  </a:cubicBezTo>
                  <a:cubicBezTo>
                    <a:pt x="120187" y="116694"/>
                    <a:pt x="118844" y="111770"/>
                    <a:pt x="117516" y="106839"/>
                  </a:cubicBezTo>
                  <a:cubicBezTo>
                    <a:pt x="116194" y="101901"/>
                    <a:pt x="114852" y="96977"/>
                    <a:pt x="113537" y="92039"/>
                  </a:cubicBezTo>
                  <a:cubicBezTo>
                    <a:pt x="112222" y="87108"/>
                    <a:pt x="110955" y="82163"/>
                    <a:pt x="109633" y="77225"/>
                  </a:cubicBezTo>
                  <a:cubicBezTo>
                    <a:pt x="108318" y="72294"/>
                    <a:pt x="106962" y="67370"/>
                    <a:pt x="105640" y="62439"/>
                  </a:cubicBezTo>
                  <a:cubicBezTo>
                    <a:pt x="104318" y="57508"/>
                    <a:pt x="103127" y="52529"/>
                    <a:pt x="101695" y="47632"/>
                  </a:cubicBezTo>
                  <a:cubicBezTo>
                    <a:pt x="100264" y="42736"/>
                    <a:pt x="99114" y="37674"/>
                    <a:pt x="97032" y="33065"/>
                  </a:cubicBezTo>
                  <a:cubicBezTo>
                    <a:pt x="94950" y="28456"/>
                    <a:pt x="92368" y="23895"/>
                    <a:pt x="89210" y="19964"/>
                  </a:cubicBezTo>
                  <a:cubicBezTo>
                    <a:pt x="86060" y="16026"/>
                    <a:pt x="82238" y="12355"/>
                    <a:pt x="78109" y="9472"/>
                  </a:cubicBezTo>
                  <a:cubicBezTo>
                    <a:pt x="73979" y="6582"/>
                    <a:pt x="69219" y="4219"/>
                    <a:pt x="64432" y="2657"/>
                  </a:cubicBezTo>
                  <a:cubicBezTo>
                    <a:pt x="59645" y="1096"/>
                    <a:pt x="54426" y="199"/>
                    <a:pt x="49399" y="9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45" name="Inner left wave"/>
            <p:cNvSpPr/>
            <p:nvPr/>
          </p:nvSpPr>
          <p:spPr>
            <a:xfrm>
              <a:off x="6719991" y="4323607"/>
              <a:ext cx="90810" cy="327364"/>
            </a:xfrm>
            <a:custGeom>
              <a:avLst/>
              <a:gdLst/>
              <a:ahLst/>
              <a:cxnLst/>
              <a:rect l="l" t="t" r="r" b="b"/>
              <a:pathLst>
                <a:path w="90810" h="327364">
                  <a:moveTo>
                    <a:pt x="32868" y="303"/>
                  </a:moveTo>
                  <a:cubicBezTo>
                    <a:pt x="27936" y="610"/>
                    <a:pt x="22573" y="2246"/>
                    <a:pt x="18272" y="4698"/>
                  </a:cubicBezTo>
                  <a:cubicBezTo>
                    <a:pt x="13971" y="7157"/>
                    <a:pt x="9958" y="10978"/>
                    <a:pt x="7081" y="15033"/>
                  </a:cubicBezTo>
                  <a:cubicBezTo>
                    <a:pt x="4205" y="19087"/>
                    <a:pt x="2055" y="24155"/>
                    <a:pt x="1027" y="29025"/>
                  </a:cubicBezTo>
                  <a:cubicBezTo>
                    <a:pt x="0" y="33894"/>
                    <a:pt x="425" y="39195"/>
                    <a:pt x="918" y="44242"/>
                  </a:cubicBezTo>
                  <a:cubicBezTo>
                    <a:pt x="1404" y="49290"/>
                    <a:pt x="2918" y="54289"/>
                    <a:pt x="3965" y="59302"/>
                  </a:cubicBezTo>
                  <a:cubicBezTo>
                    <a:pt x="5013" y="64316"/>
                    <a:pt x="6143" y="69308"/>
                    <a:pt x="7212" y="74321"/>
                  </a:cubicBezTo>
                  <a:cubicBezTo>
                    <a:pt x="8280" y="79328"/>
                    <a:pt x="9321" y="84341"/>
                    <a:pt x="10362" y="89354"/>
                  </a:cubicBezTo>
                  <a:cubicBezTo>
                    <a:pt x="11410" y="94367"/>
                    <a:pt x="12423" y="99387"/>
                    <a:pt x="13485" y="104401"/>
                  </a:cubicBezTo>
                  <a:cubicBezTo>
                    <a:pt x="14540" y="109407"/>
                    <a:pt x="15642" y="114407"/>
                    <a:pt x="16711" y="119420"/>
                  </a:cubicBezTo>
                  <a:cubicBezTo>
                    <a:pt x="17779" y="124426"/>
                    <a:pt x="18861" y="129432"/>
                    <a:pt x="19902" y="134446"/>
                  </a:cubicBezTo>
                  <a:cubicBezTo>
                    <a:pt x="20950" y="139459"/>
                    <a:pt x="21943" y="144486"/>
                    <a:pt x="22991" y="149499"/>
                  </a:cubicBezTo>
                  <a:cubicBezTo>
                    <a:pt x="24032" y="154512"/>
                    <a:pt x="25141" y="159512"/>
                    <a:pt x="26169" y="164525"/>
                  </a:cubicBezTo>
                  <a:cubicBezTo>
                    <a:pt x="27203" y="169545"/>
                    <a:pt x="28196" y="174565"/>
                    <a:pt x="29175" y="179592"/>
                  </a:cubicBezTo>
                  <a:cubicBezTo>
                    <a:pt x="30148" y="184619"/>
                    <a:pt x="31100" y="189653"/>
                    <a:pt x="32038" y="194686"/>
                  </a:cubicBezTo>
                  <a:cubicBezTo>
                    <a:pt x="32976" y="199720"/>
                    <a:pt x="33894" y="204761"/>
                    <a:pt x="34812" y="209801"/>
                  </a:cubicBezTo>
                  <a:cubicBezTo>
                    <a:pt x="35729" y="214835"/>
                    <a:pt x="36647" y="219876"/>
                    <a:pt x="37537" y="224916"/>
                  </a:cubicBezTo>
                  <a:cubicBezTo>
                    <a:pt x="38435" y="229964"/>
                    <a:pt x="39311" y="235011"/>
                    <a:pt x="40167" y="240059"/>
                  </a:cubicBezTo>
                  <a:cubicBezTo>
                    <a:pt x="41023" y="245106"/>
                    <a:pt x="41873" y="250153"/>
                    <a:pt x="42688" y="255215"/>
                  </a:cubicBezTo>
                  <a:cubicBezTo>
                    <a:pt x="43503" y="260269"/>
                    <a:pt x="44256" y="265330"/>
                    <a:pt x="45064" y="270391"/>
                  </a:cubicBezTo>
                  <a:cubicBezTo>
                    <a:pt x="45879" y="275445"/>
                    <a:pt x="46749" y="280493"/>
                    <a:pt x="47550" y="285554"/>
                  </a:cubicBezTo>
                  <a:cubicBezTo>
                    <a:pt x="48351" y="290608"/>
                    <a:pt x="48927" y="295717"/>
                    <a:pt x="49879" y="300737"/>
                  </a:cubicBezTo>
                  <a:cubicBezTo>
                    <a:pt x="50837" y="305758"/>
                    <a:pt x="50892" y="311483"/>
                    <a:pt x="53282" y="315661"/>
                  </a:cubicBezTo>
                  <a:cubicBezTo>
                    <a:pt x="55673" y="319838"/>
                    <a:pt x="59905" y="324256"/>
                    <a:pt x="64220" y="325810"/>
                  </a:cubicBezTo>
                  <a:cubicBezTo>
                    <a:pt x="68534" y="327365"/>
                    <a:pt x="75041" y="326995"/>
                    <a:pt x="79163" y="324975"/>
                  </a:cubicBezTo>
                  <a:cubicBezTo>
                    <a:pt x="83286" y="322961"/>
                    <a:pt x="87122" y="318119"/>
                    <a:pt x="88964" y="313702"/>
                  </a:cubicBezTo>
                  <a:cubicBezTo>
                    <a:pt x="90813" y="309285"/>
                    <a:pt x="90019" y="303573"/>
                    <a:pt x="90224" y="298477"/>
                  </a:cubicBezTo>
                  <a:cubicBezTo>
                    <a:pt x="90436" y="293375"/>
                    <a:pt x="90224" y="288232"/>
                    <a:pt x="90224" y="283109"/>
                  </a:cubicBezTo>
                  <a:cubicBezTo>
                    <a:pt x="90224" y="277986"/>
                    <a:pt x="90224" y="272870"/>
                    <a:pt x="90224" y="267748"/>
                  </a:cubicBezTo>
                  <a:cubicBezTo>
                    <a:pt x="90224" y="262625"/>
                    <a:pt x="90224" y="257502"/>
                    <a:pt x="90224" y="252379"/>
                  </a:cubicBezTo>
                  <a:cubicBezTo>
                    <a:pt x="90224" y="247263"/>
                    <a:pt x="90224" y="242141"/>
                    <a:pt x="90224" y="237018"/>
                  </a:cubicBezTo>
                  <a:cubicBezTo>
                    <a:pt x="90224" y="231895"/>
                    <a:pt x="90224" y="226772"/>
                    <a:pt x="90224" y="221649"/>
                  </a:cubicBezTo>
                  <a:cubicBezTo>
                    <a:pt x="90224" y="216533"/>
                    <a:pt x="90224" y="211411"/>
                    <a:pt x="90224" y="206288"/>
                  </a:cubicBezTo>
                  <a:cubicBezTo>
                    <a:pt x="90224" y="201165"/>
                    <a:pt x="90224" y="196042"/>
                    <a:pt x="90224" y="190926"/>
                  </a:cubicBezTo>
                  <a:cubicBezTo>
                    <a:pt x="90224" y="185804"/>
                    <a:pt x="90224" y="180681"/>
                    <a:pt x="90224" y="175558"/>
                  </a:cubicBezTo>
                  <a:cubicBezTo>
                    <a:pt x="90224" y="170435"/>
                    <a:pt x="90224" y="165319"/>
                    <a:pt x="90224" y="160197"/>
                  </a:cubicBezTo>
                  <a:cubicBezTo>
                    <a:pt x="90224" y="155074"/>
                    <a:pt x="90224" y="149951"/>
                    <a:pt x="90224" y="144828"/>
                  </a:cubicBezTo>
                  <a:cubicBezTo>
                    <a:pt x="90224" y="139712"/>
                    <a:pt x="90361" y="134583"/>
                    <a:pt x="90224" y="129467"/>
                  </a:cubicBezTo>
                  <a:cubicBezTo>
                    <a:pt x="90087" y="124351"/>
                    <a:pt x="89991" y="119214"/>
                    <a:pt x="89395" y="114139"/>
                  </a:cubicBezTo>
                  <a:cubicBezTo>
                    <a:pt x="88793" y="109065"/>
                    <a:pt x="87663" y="104045"/>
                    <a:pt x="86628" y="99031"/>
                  </a:cubicBezTo>
                  <a:cubicBezTo>
                    <a:pt x="85594" y="94018"/>
                    <a:pt x="84341" y="89046"/>
                    <a:pt x="83190" y="84053"/>
                  </a:cubicBezTo>
                  <a:cubicBezTo>
                    <a:pt x="82033" y="79068"/>
                    <a:pt x="80862" y="74082"/>
                    <a:pt x="79711" y="69089"/>
                  </a:cubicBezTo>
                  <a:cubicBezTo>
                    <a:pt x="78561" y="64103"/>
                    <a:pt x="77431" y="59104"/>
                    <a:pt x="76280" y="54111"/>
                  </a:cubicBezTo>
                  <a:cubicBezTo>
                    <a:pt x="75130" y="49125"/>
                    <a:pt x="74061" y="44105"/>
                    <a:pt x="72808" y="39147"/>
                  </a:cubicBezTo>
                  <a:cubicBezTo>
                    <a:pt x="71561" y="34188"/>
                    <a:pt x="70842" y="28949"/>
                    <a:pt x="68774" y="24354"/>
                  </a:cubicBezTo>
                  <a:cubicBezTo>
                    <a:pt x="66706" y="19758"/>
                    <a:pt x="63884" y="15142"/>
                    <a:pt x="60398" y="11561"/>
                  </a:cubicBezTo>
                  <a:cubicBezTo>
                    <a:pt x="56919" y="7986"/>
                    <a:pt x="52467" y="4753"/>
                    <a:pt x="47872" y="2876"/>
                  </a:cubicBezTo>
                  <a:cubicBezTo>
                    <a:pt x="43283" y="1000"/>
                    <a:pt x="37804" y="0"/>
                    <a:pt x="32867" y="301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46" name="Center wave"/>
            <p:cNvSpPr/>
            <p:nvPr/>
          </p:nvSpPr>
          <p:spPr>
            <a:xfrm>
              <a:off x="6824519" y="4445480"/>
              <a:ext cx="75745" cy="278070"/>
            </a:xfrm>
            <a:custGeom>
              <a:avLst/>
              <a:gdLst/>
              <a:ahLst/>
              <a:cxnLst/>
              <a:rect l="l" t="t" r="r" b="b"/>
              <a:pathLst>
                <a:path w="75745" h="278070">
                  <a:moveTo>
                    <a:pt x="35178" y="345"/>
                  </a:moveTo>
                  <a:cubicBezTo>
                    <a:pt x="30250" y="692"/>
                    <a:pt x="24991" y="2171"/>
                    <a:pt x="20614" y="4465"/>
                  </a:cubicBezTo>
                  <a:cubicBezTo>
                    <a:pt x="16238" y="6760"/>
                    <a:pt x="12033" y="10259"/>
                    <a:pt x="8931" y="14108"/>
                  </a:cubicBezTo>
                  <a:cubicBezTo>
                    <a:pt x="5828" y="17950"/>
                    <a:pt x="3390" y="22799"/>
                    <a:pt x="2000" y="27559"/>
                  </a:cubicBezTo>
                  <a:cubicBezTo>
                    <a:pt x="610" y="32319"/>
                    <a:pt x="829" y="37606"/>
                    <a:pt x="596" y="42660"/>
                  </a:cubicBezTo>
                  <a:cubicBezTo>
                    <a:pt x="356" y="47721"/>
                    <a:pt x="596" y="52817"/>
                    <a:pt x="596" y="57898"/>
                  </a:cubicBezTo>
                  <a:cubicBezTo>
                    <a:pt x="596" y="62973"/>
                    <a:pt x="596" y="68055"/>
                    <a:pt x="596" y="73130"/>
                  </a:cubicBezTo>
                  <a:cubicBezTo>
                    <a:pt x="596" y="78205"/>
                    <a:pt x="596" y="83286"/>
                    <a:pt x="596" y="88361"/>
                  </a:cubicBezTo>
                  <a:cubicBezTo>
                    <a:pt x="596" y="93443"/>
                    <a:pt x="596" y="98518"/>
                    <a:pt x="596" y="103599"/>
                  </a:cubicBezTo>
                  <a:cubicBezTo>
                    <a:pt x="596" y="108674"/>
                    <a:pt x="596" y="113756"/>
                    <a:pt x="596" y="118831"/>
                  </a:cubicBezTo>
                  <a:cubicBezTo>
                    <a:pt x="596" y="123906"/>
                    <a:pt x="596" y="128987"/>
                    <a:pt x="596" y="134062"/>
                  </a:cubicBezTo>
                  <a:cubicBezTo>
                    <a:pt x="596" y="139144"/>
                    <a:pt x="596" y="144219"/>
                    <a:pt x="596" y="149300"/>
                  </a:cubicBezTo>
                  <a:cubicBezTo>
                    <a:pt x="596" y="154375"/>
                    <a:pt x="596" y="159457"/>
                    <a:pt x="596" y="164532"/>
                  </a:cubicBezTo>
                  <a:cubicBezTo>
                    <a:pt x="596" y="169607"/>
                    <a:pt x="596" y="174688"/>
                    <a:pt x="596" y="179763"/>
                  </a:cubicBezTo>
                  <a:cubicBezTo>
                    <a:pt x="596" y="184845"/>
                    <a:pt x="596" y="189920"/>
                    <a:pt x="596" y="195001"/>
                  </a:cubicBezTo>
                  <a:cubicBezTo>
                    <a:pt x="596" y="200076"/>
                    <a:pt x="596" y="205158"/>
                    <a:pt x="596" y="210233"/>
                  </a:cubicBezTo>
                  <a:cubicBezTo>
                    <a:pt x="596" y="215308"/>
                    <a:pt x="596" y="220389"/>
                    <a:pt x="596" y="225464"/>
                  </a:cubicBezTo>
                  <a:cubicBezTo>
                    <a:pt x="589" y="230546"/>
                    <a:pt x="0" y="235696"/>
                    <a:pt x="555" y="240695"/>
                  </a:cubicBezTo>
                  <a:cubicBezTo>
                    <a:pt x="1116" y="245695"/>
                    <a:pt x="1924" y="250934"/>
                    <a:pt x="3938" y="255461"/>
                  </a:cubicBezTo>
                  <a:cubicBezTo>
                    <a:pt x="5945" y="259988"/>
                    <a:pt x="9013" y="264467"/>
                    <a:pt x="12615" y="267850"/>
                  </a:cubicBezTo>
                  <a:cubicBezTo>
                    <a:pt x="16211" y="271227"/>
                    <a:pt x="20868" y="274103"/>
                    <a:pt x="25518" y="275747"/>
                  </a:cubicBezTo>
                  <a:cubicBezTo>
                    <a:pt x="30175" y="277384"/>
                    <a:pt x="35606" y="278068"/>
                    <a:pt x="40537" y="277699"/>
                  </a:cubicBezTo>
                  <a:cubicBezTo>
                    <a:pt x="45461" y="277329"/>
                    <a:pt x="50714" y="275829"/>
                    <a:pt x="55077" y="273521"/>
                  </a:cubicBezTo>
                  <a:cubicBezTo>
                    <a:pt x="59432" y="271213"/>
                    <a:pt x="63603" y="267693"/>
                    <a:pt x="66692" y="263837"/>
                  </a:cubicBezTo>
                  <a:cubicBezTo>
                    <a:pt x="69781" y="259988"/>
                    <a:pt x="72226" y="255146"/>
                    <a:pt x="73623" y="250393"/>
                  </a:cubicBezTo>
                  <a:cubicBezTo>
                    <a:pt x="75013" y="245633"/>
                    <a:pt x="74828" y="240353"/>
                    <a:pt x="75075" y="235299"/>
                  </a:cubicBezTo>
                  <a:cubicBezTo>
                    <a:pt x="75314" y="230244"/>
                    <a:pt x="75075" y="225142"/>
                    <a:pt x="75075" y="220067"/>
                  </a:cubicBezTo>
                  <a:cubicBezTo>
                    <a:pt x="75075" y="214986"/>
                    <a:pt x="75047" y="209911"/>
                    <a:pt x="75075" y="204836"/>
                  </a:cubicBezTo>
                  <a:cubicBezTo>
                    <a:pt x="75095" y="199754"/>
                    <a:pt x="75191" y="194679"/>
                    <a:pt x="75219" y="189605"/>
                  </a:cubicBezTo>
                  <a:cubicBezTo>
                    <a:pt x="75239" y="184523"/>
                    <a:pt x="75219" y="179448"/>
                    <a:pt x="75219" y="174373"/>
                  </a:cubicBezTo>
                  <a:cubicBezTo>
                    <a:pt x="75219" y="169298"/>
                    <a:pt x="75232" y="164224"/>
                    <a:pt x="75205" y="159142"/>
                  </a:cubicBezTo>
                  <a:cubicBezTo>
                    <a:pt x="75184" y="154067"/>
                    <a:pt x="75088" y="148992"/>
                    <a:pt x="75075" y="143917"/>
                  </a:cubicBezTo>
                  <a:cubicBezTo>
                    <a:pt x="75054" y="138836"/>
                    <a:pt x="75102" y="133761"/>
                    <a:pt x="75109" y="128686"/>
                  </a:cubicBezTo>
                  <a:cubicBezTo>
                    <a:pt x="75123" y="123611"/>
                    <a:pt x="75130" y="118529"/>
                    <a:pt x="75123" y="113455"/>
                  </a:cubicBezTo>
                  <a:cubicBezTo>
                    <a:pt x="75116" y="108380"/>
                    <a:pt x="75054" y="103305"/>
                    <a:pt x="75075" y="98223"/>
                  </a:cubicBezTo>
                  <a:cubicBezTo>
                    <a:pt x="75088" y="93148"/>
                    <a:pt x="75184" y="88074"/>
                    <a:pt x="75212" y="82992"/>
                  </a:cubicBezTo>
                  <a:cubicBezTo>
                    <a:pt x="75239" y="77917"/>
                    <a:pt x="75267" y="72842"/>
                    <a:pt x="75246" y="67767"/>
                  </a:cubicBezTo>
                  <a:cubicBezTo>
                    <a:pt x="75219" y="62686"/>
                    <a:pt x="75082" y="57611"/>
                    <a:pt x="75075" y="52536"/>
                  </a:cubicBezTo>
                  <a:cubicBezTo>
                    <a:pt x="75075" y="47454"/>
                    <a:pt x="75746" y="42297"/>
                    <a:pt x="75219" y="37305"/>
                  </a:cubicBezTo>
                  <a:cubicBezTo>
                    <a:pt x="74691" y="32305"/>
                    <a:pt x="73931" y="27045"/>
                    <a:pt x="71911" y="22546"/>
                  </a:cubicBezTo>
                  <a:cubicBezTo>
                    <a:pt x="69884" y="18046"/>
                    <a:pt x="66699" y="13642"/>
                    <a:pt x="63076" y="10287"/>
                  </a:cubicBezTo>
                  <a:cubicBezTo>
                    <a:pt x="59453" y="6931"/>
                    <a:pt x="54830" y="4054"/>
                    <a:pt x="50180" y="2397"/>
                  </a:cubicBezTo>
                  <a:cubicBezTo>
                    <a:pt x="45537" y="740"/>
                    <a:pt x="40106" y="0"/>
                    <a:pt x="35181" y="34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47" name="Inner right wave"/>
            <p:cNvSpPr/>
            <p:nvPr/>
          </p:nvSpPr>
          <p:spPr>
            <a:xfrm>
              <a:off x="6914102" y="4323664"/>
              <a:ext cx="90751" cy="327359"/>
            </a:xfrm>
            <a:custGeom>
              <a:avLst/>
              <a:gdLst/>
              <a:ahLst/>
              <a:cxnLst/>
              <a:rect l="l" t="t" r="r" b="b"/>
              <a:pathLst>
                <a:path w="90751" h="327359">
                  <a:moveTo>
                    <a:pt x="52948" y="459"/>
                  </a:moveTo>
                  <a:cubicBezTo>
                    <a:pt x="48030" y="918"/>
                    <a:pt x="42777" y="2733"/>
                    <a:pt x="38489" y="5246"/>
                  </a:cubicBezTo>
                  <a:cubicBezTo>
                    <a:pt x="34202" y="7760"/>
                    <a:pt x="30230" y="11554"/>
                    <a:pt x="27223" y="15553"/>
                  </a:cubicBezTo>
                  <a:cubicBezTo>
                    <a:pt x="24217" y="19546"/>
                    <a:pt x="22149" y="24450"/>
                    <a:pt x="20450" y="29223"/>
                  </a:cubicBezTo>
                  <a:cubicBezTo>
                    <a:pt x="18745" y="33997"/>
                    <a:pt x="18169" y="39208"/>
                    <a:pt x="17026" y="44194"/>
                  </a:cubicBezTo>
                  <a:cubicBezTo>
                    <a:pt x="15882" y="49180"/>
                    <a:pt x="14725" y="54173"/>
                    <a:pt x="13574" y="59159"/>
                  </a:cubicBezTo>
                  <a:cubicBezTo>
                    <a:pt x="12417" y="64144"/>
                    <a:pt x="11252" y="69130"/>
                    <a:pt x="10088" y="74116"/>
                  </a:cubicBezTo>
                  <a:cubicBezTo>
                    <a:pt x="8917" y="79102"/>
                    <a:pt x="7705" y="84074"/>
                    <a:pt x="6561" y="89067"/>
                  </a:cubicBezTo>
                  <a:cubicBezTo>
                    <a:pt x="5410" y="94052"/>
                    <a:pt x="4150" y="99024"/>
                    <a:pt x="3205" y="104051"/>
                  </a:cubicBezTo>
                  <a:cubicBezTo>
                    <a:pt x="2260" y="109078"/>
                    <a:pt x="1315" y="114139"/>
                    <a:pt x="877" y="119221"/>
                  </a:cubicBezTo>
                  <a:cubicBezTo>
                    <a:pt x="438" y="124310"/>
                    <a:pt x="610" y="129453"/>
                    <a:pt x="555" y="134569"/>
                  </a:cubicBezTo>
                  <a:cubicBezTo>
                    <a:pt x="500" y="139685"/>
                    <a:pt x="555" y="144808"/>
                    <a:pt x="555" y="149930"/>
                  </a:cubicBezTo>
                  <a:cubicBezTo>
                    <a:pt x="555" y="155046"/>
                    <a:pt x="555" y="160169"/>
                    <a:pt x="555" y="165285"/>
                  </a:cubicBezTo>
                  <a:cubicBezTo>
                    <a:pt x="555" y="170408"/>
                    <a:pt x="555" y="175524"/>
                    <a:pt x="555" y="180647"/>
                  </a:cubicBezTo>
                  <a:cubicBezTo>
                    <a:pt x="555" y="185763"/>
                    <a:pt x="555" y="190885"/>
                    <a:pt x="555" y="196001"/>
                  </a:cubicBezTo>
                  <a:cubicBezTo>
                    <a:pt x="555" y="201124"/>
                    <a:pt x="555" y="206240"/>
                    <a:pt x="555" y="211363"/>
                  </a:cubicBezTo>
                  <a:cubicBezTo>
                    <a:pt x="555" y="216479"/>
                    <a:pt x="555" y="221601"/>
                    <a:pt x="555" y="226717"/>
                  </a:cubicBezTo>
                  <a:cubicBezTo>
                    <a:pt x="555" y="231840"/>
                    <a:pt x="555" y="236956"/>
                    <a:pt x="555" y="242079"/>
                  </a:cubicBezTo>
                  <a:cubicBezTo>
                    <a:pt x="555" y="247195"/>
                    <a:pt x="555" y="252318"/>
                    <a:pt x="555" y="257434"/>
                  </a:cubicBezTo>
                  <a:cubicBezTo>
                    <a:pt x="555" y="262556"/>
                    <a:pt x="555" y="267672"/>
                    <a:pt x="555" y="272795"/>
                  </a:cubicBezTo>
                  <a:cubicBezTo>
                    <a:pt x="555" y="277911"/>
                    <a:pt x="555" y="283034"/>
                    <a:pt x="555" y="288150"/>
                  </a:cubicBezTo>
                  <a:cubicBezTo>
                    <a:pt x="555" y="293272"/>
                    <a:pt x="0" y="298498"/>
                    <a:pt x="555" y="303511"/>
                  </a:cubicBezTo>
                  <a:cubicBezTo>
                    <a:pt x="1109" y="308524"/>
                    <a:pt x="1267" y="314407"/>
                    <a:pt x="3890" y="318236"/>
                  </a:cubicBezTo>
                  <a:cubicBezTo>
                    <a:pt x="6520" y="322071"/>
                    <a:pt x="11814" y="325639"/>
                    <a:pt x="16320" y="326495"/>
                  </a:cubicBezTo>
                  <a:cubicBezTo>
                    <a:pt x="20834" y="327358"/>
                    <a:pt x="27175" y="326043"/>
                    <a:pt x="30949" y="323406"/>
                  </a:cubicBezTo>
                  <a:cubicBezTo>
                    <a:pt x="34716" y="320770"/>
                    <a:pt x="37195" y="315325"/>
                    <a:pt x="38948" y="310675"/>
                  </a:cubicBezTo>
                  <a:cubicBezTo>
                    <a:pt x="40695" y="306031"/>
                    <a:pt x="40619" y="300580"/>
                    <a:pt x="41441" y="295526"/>
                  </a:cubicBezTo>
                  <a:cubicBezTo>
                    <a:pt x="42263" y="290478"/>
                    <a:pt x="43078" y="285417"/>
                    <a:pt x="43886" y="280363"/>
                  </a:cubicBezTo>
                  <a:cubicBezTo>
                    <a:pt x="44694" y="275308"/>
                    <a:pt x="45482" y="270254"/>
                    <a:pt x="46297" y="265200"/>
                  </a:cubicBezTo>
                  <a:cubicBezTo>
                    <a:pt x="47112" y="260146"/>
                    <a:pt x="47940" y="255091"/>
                    <a:pt x="48790" y="250044"/>
                  </a:cubicBezTo>
                  <a:cubicBezTo>
                    <a:pt x="49639" y="244996"/>
                    <a:pt x="50516" y="239956"/>
                    <a:pt x="51406" y="234908"/>
                  </a:cubicBezTo>
                  <a:cubicBezTo>
                    <a:pt x="52296" y="229868"/>
                    <a:pt x="53228" y="224834"/>
                    <a:pt x="54125" y="219793"/>
                  </a:cubicBezTo>
                  <a:cubicBezTo>
                    <a:pt x="55015" y="214753"/>
                    <a:pt x="55858" y="209705"/>
                    <a:pt x="56782" y="204672"/>
                  </a:cubicBezTo>
                  <a:cubicBezTo>
                    <a:pt x="57700" y="199638"/>
                    <a:pt x="58693" y="194611"/>
                    <a:pt x="59652" y="189584"/>
                  </a:cubicBezTo>
                  <a:cubicBezTo>
                    <a:pt x="60617" y="184557"/>
                    <a:pt x="61542" y="179523"/>
                    <a:pt x="62542" y="174503"/>
                  </a:cubicBezTo>
                  <a:cubicBezTo>
                    <a:pt x="63542" y="169476"/>
                    <a:pt x="64610" y="164470"/>
                    <a:pt x="65644" y="159457"/>
                  </a:cubicBezTo>
                  <a:cubicBezTo>
                    <a:pt x="66678" y="154444"/>
                    <a:pt x="67671" y="149424"/>
                    <a:pt x="68740" y="144417"/>
                  </a:cubicBezTo>
                  <a:cubicBezTo>
                    <a:pt x="69801" y="139411"/>
                    <a:pt x="70931" y="134418"/>
                    <a:pt x="72027" y="129419"/>
                  </a:cubicBezTo>
                  <a:cubicBezTo>
                    <a:pt x="73123" y="124419"/>
                    <a:pt x="74246" y="119420"/>
                    <a:pt x="75321" y="114413"/>
                  </a:cubicBezTo>
                  <a:cubicBezTo>
                    <a:pt x="76390" y="109407"/>
                    <a:pt x="77403" y="104394"/>
                    <a:pt x="78451" y="99381"/>
                  </a:cubicBezTo>
                  <a:cubicBezTo>
                    <a:pt x="79499" y="94367"/>
                    <a:pt x="80561" y="89361"/>
                    <a:pt x="81615" y="84355"/>
                  </a:cubicBezTo>
                  <a:cubicBezTo>
                    <a:pt x="82670" y="79341"/>
                    <a:pt x="83731" y="74335"/>
                    <a:pt x="84793" y="69329"/>
                  </a:cubicBezTo>
                  <a:cubicBezTo>
                    <a:pt x="85855" y="64316"/>
                    <a:pt x="86998" y="59323"/>
                    <a:pt x="87978" y="54303"/>
                  </a:cubicBezTo>
                  <a:cubicBezTo>
                    <a:pt x="88957" y="49283"/>
                    <a:pt x="90587" y="44222"/>
                    <a:pt x="90669" y="39188"/>
                  </a:cubicBezTo>
                  <a:cubicBezTo>
                    <a:pt x="90751" y="34154"/>
                    <a:pt x="90135" y="28799"/>
                    <a:pt x="88457" y="24100"/>
                  </a:cubicBezTo>
                  <a:cubicBezTo>
                    <a:pt x="86786" y="19409"/>
                    <a:pt x="84040" y="14629"/>
                    <a:pt x="80629" y="11026"/>
                  </a:cubicBezTo>
                  <a:cubicBezTo>
                    <a:pt x="77218" y="7424"/>
                    <a:pt x="72623" y="4253"/>
                    <a:pt x="68007" y="2493"/>
                  </a:cubicBezTo>
                  <a:cubicBezTo>
                    <a:pt x="63391" y="726"/>
                    <a:pt x="57871" y="0"/>
                    <a:pt x="52947" y="45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48" name="Outer right wave"/>
            <p:cNvSpPr/>
            <p:nvPr/>
          </p:nvSpPr>
          <p:spPr>
            <a:xfrm>
              <a:off x="6976303" y="4219282"/>
              <a:ext cx="174305" cy="383491"/>
            </a:xfrm>
            <a:custGeom>
              <a:avLst/>
              <a:gdLst/>
              <a:ahLst/>
              <a:cxnLst/>
              <a:rect l="l" t="t" r="r" b="b"/>
              <a:pathLst>
                <a:path w="174305" h="383491">
                  <a:moveTo>
                    <a:pt x="122583" y="374"/>
                  </a:moveTo>
                  <a:cubicBezTo>
                    <a:pt x="117571" y="747"/>
                    <a:pt x="112414" y="2014"/>
                    <a:pt x="107722" y="3835"/>
                  </a:cubicBezTo>
                  <a:cubicBezTo>
                    <a:pt x="103031" y="5664"/>
                    <a:pt x="98422" y="8253"/>
                    <a:pt x="94422" y="11307"/>
                  </a:cubicBezTo>
                  <a:cubicBezTo>
                    <a:pt x="90423" y="14368"/>
                    <a:pt x="86745" y="18156"/>
                    <a:pt x="83731" y="22196"/>
                  </a:cubicBezTo>
                  <a:cubicBezTo>
                    <a:pt x="80718" y="26237"/>
                    <a:pt x="78301" y="30887"/>
                    <a:pt x="76335" y="35551"/>
                  </a:cubicBezTo>
                  <a:cubicBezTo>
                    <a:pt x="74369" y="40222"/>
                    <a:pt x="73328" y="45304"/>
                    <a:pt x="71938" y="50207"/>
                  </a:cubicBezTo>
                  <a:cubicBezTo>
                    <a:pt x="70548" y="55118"/>
                    <a:pt x="69315" y="60076"/>
                    <a:pt x="68000" y="65007"/>
                  </a:cubicBezTo>
                  <a:cubicBezTo>
                    <a:pt x="66692" y="69945"/>
                    <a:pt x="65377" y="74876"/>
                    <a:pt x="64062" y="79807"/>
                  </a:cubicBezTo>
                  <a:cubicBezTo>
                    <a:pt x="62747" y="84738"/>
                    <a:pt x="61439" y="89676"/>
                    <a:pt x="60117" y="94607"/>
                  </a:cubicBezTo>
                  <a:cubicBezTo>
                    <a:pt x="58789" y="99538"/>
                    <a:pt x="57433" y="104455"/>
                    <a:pt x="56118" y="109386"/>
                  </a:cubicBezTo>
                  <a:cubicBezTo>
                    <a:pt x="54803" y="114318"/>
                    <a:pt x="53508" y="119262"/>
                    <a:pt x="52221" y="124200"/>
                  </a:cubicBezTo>
                  <a:cubicBezTo>
                    <a:pt x="50940" y="129138"/>
                    <a:pt x="49687" y="134090"/>
                    <a:pt x="48413" y="139034"/>
                  </a:cubicBezTo>
                  <a:cubicBezTo>
                    <a:pt x="47139" y="143979"/>
                    <a:pt x="45858" y="148917"/>
                    <a:pt x="44591" y="153862"/>
                  </a:cubicBezTo>
                  <a:cubicBezTo>
                    <a:pt x="43331" y="158806"/>
                    <a:pt x="42071" y="163758"/>
                    <a:pt x="40845" y="168709"/>
                  </a:cubicBezTo>
                  <a:cubicBezTo>
                    <a:pt x="39613" y="173668"/>
                    <a:pt x="38435" y="178633"/>
                    <a:pt x="37222" y="183591"/>
                  </a:cubicBezTo>
                  <a:cubicBezTo>
                    <a:pt x="36010" y="188550"/>
                    <a:pt x="34750" y="193495"/>
                    <a:pt x="33558" y="198460"/>
                  </a:cubicBezTo>
                  <a:cubicBezTo>
                    <a:pt x="32367" y="203425"/>
                    <a:pt x="31223" y="208397"/>
                    <a:pt x="30086" y="213376"/>
                  </a:cubicBezTo>
                  <a:cubicBezTo>
                    <a:pt x="28942" y="218348"/>
                    <a:pt x="27847" y="223334"/>
                    <a:pt x="26710" y="228313"/>
                  </a:cubicBezTo>
                  <a:cubicBezTo>
                    <a:pt x="25573" y="233292"/>
                    <a:pt x="24415" y="238257"/>
                    <a:pt x="23265" y="243236"/>
                  </a:cubicBezTo>
                  <a:cubicBezTo>
                    <a:pt x="22114" y="248208"/>
                    <a:pt x="20950" y="253181"/>
                    <a:pt x="19813" y="258153"/>
                  </a:cubicBezTo>
                  <a:cubicBezTo>
                    <a:pt x="18669" y="263132"/>
                    <a:pt x="17546" y="268111"/>
                    <a:pt x="16430" y="273090"/>
                  </a:cubicBezTo>
                  <a:cubicBezTo>
                    <a:pt x="15307" y="278068"/>
                    <a:pt x="14204" y="283054"/>
                    <a:pt x="13081" y="288033"/>
                  </a:cubicBezTo>
                  <a:cubicBezTo>
                    <a:pt x="11965" y="293012"/>
                    <a:pt x="10821" y="297991"/>
                    <a:pt x="9711" y="302970"/>
                  </a:cubicBezTo>
                  <a:cubicBezTo>
                    <a:pt x="8602" y="307956"/>
                    <a:pt x="7527" y="312949"/>
                    <a:pt x="6431" y="317934"/>
                  </a:cubicBezTo>
                  <a:cubicBezTo>
                    <a:pt x="5335" y="322913"/>
                    <a:pt x="4178" y="327892"/>
                    <a:pt x="3130" y="332885"/>
                  </a:cubicBezTo>
                  <a:cubicBezTo>
                    <a:pt x="2075" y="337878"/>
                    <a:pt x="253" y="342891"/>
                    <a:pt x="123" y="347890"/>
                  </a:cubicBezTo>
                  <a:cubicBezTo>
                    <a:pt x="0" y="352897"/>
                    <a:pt x="534" y="358355"/>
                    <a:pt x="2370" y="362923"/>
                  </a:cubicBezTo>
                  <a:cubicBezTo>
                    <a:pt x="4205" y="367491"/>
                    <a:pt x="7438" y="372066"/>
                    <a:pt x="11129" y="375299"/>
                  </a:cubicBezTo>
                  <a:cubicBezTo>
                    <a:pt x="14827" y="378531"/>
                    <a:pt x="19793" y="381168"/>
                    <a:pt x="24546" y="382332"/>
                  </a:cubicBezTo>
                  <a:cubicBezTo>
                    <a:pt x="29305" y="383490"/>
                    <a:pt x="34942" y="383483"/>
                    <a:pt x="39681" y="382264"/>
                  </a:cubicBezTo>
                  <a:cubicBezTo>
                    <a:pt x="44420" y="381038"/>
                    <a:pt x="49194" y="378216"/>
                    <a:pt x="52974" y="375004"/>
                  </a:cubicBezTo>
                  <a:cubicBezTo>
                    <a:pt x="56762" y="371792"/>
                    <a:pt x="59700" y="367279"/>
                    <a:pt x="62391" y="362985"/>
                  </a:cubicBezTo>
                  <a:cubicBezTo>
                    <a:pt x="65089" y="358698"/>
                    <a:pt x="67165" y="353951"/>
                    <a:pt x="69164" y="349267"/>
                  </a:cubicBezTo>
                  <a:cubicBezTo>
                    <a:pt x="71164" y="344582"/>
                    <a:pt x="72644" y="339665"/>
                    <a:pt x="74383" y="334871"/>
                  </a:cubicBezTo>
                  <a:cubicBezTo>
                    <a:pt x="76129" y="330077"/>
                    <a:pt x="77896" y="325283"/>
                    <a:pt x="79636" y="320482"/>
                  </a:cubicBezTo>
                  <a:cubicBezTo>
                    <a:pt x="81376" y="315688"/>
                    <a:pt x="83101" y="310880"/>
                    <a:pt x="84834" y="306079"/>
                  </a:cubicBezTo>
                  <a:cubicBezTo>
                    <a:pt x="86567" y="301279"/>
                    <a:pt x="88306" y="296478"/>
                    <a:pt x="90032" y="291677"/>
                  </a:cubicBezTo>
                  <a:cubicBezTo>
                    <a:pt x="91758" y="286869"/>
                    <a:pt x="93463" y="282061"/>
                    <a:pt x="95189" y="277253"/>
                  </a:cubicBezTo>
                  <a:cubicBezTo>
                    <a:pt x="96908" y="272446"/>
                    <a:pt x="98634" y="267645"/>
                    <a:pt x="100353" y="262837"/>
                  </a:cubicBezTo>
                  <a:cubicBezTo>
                    <a:pt x="102079" y="258036"/>
                    <a:pt x="103805" y="253228"/>
                    <a:pt x="105524" y="248421"/>
                  </a:cubicBezTo>
                  <a:cubicBezTo>
                    <a:pt x="107243" y="243620"/>
                    <a:pt x="108948" y="238805"/>
                    <a:pt x="110674" y="234004"/>
                  </a:cubicBezTo>
                  <a:cubicBezTo>
                    <a:pt x="112400" y="229197"/>
                    <a:pt x="114153" y="224403"/>
                    <a:pt x="115886" y="219602"/>
                  </a:cubicBezTo>
                  <a:cubicBezTo>
                    <a:pt x="117619" y="214801"/>
                    <a:pt x="119344" y="209993"/>
                    <a:pt x="121063" y="205192"/>
                  </a:cubicBezTo>
                  <a:cubicBezTo>
                    <a:pt x="122789" y="200384"/>
                    <a:pt x="124522" y="195583"/>
                    <a:pt x="126241" y="190776"/>
                  </a:cubicBezTo>
                  <a:cubicBezTo>
                    <a:pt x="127960" y="185968"/>
                    <a:pt x="129665" y="181160"/>
                    <a:pt x="131384" y="176352"/>
                  </a:cubicBezTo>
                  <a:cubicBezTo>
                    <a:pt x="133103" y="171545"/>
                    <a:pt x="134843" y="166744"/>
                    <a:pt x="136569" y="161943"/>
                  </a:cubicBezTo>
                  <a:cubicBezTo>
                    <a:pt x="138295" y="157142"/>
                    <a:pt x="140014" y="152334"/>
                    <a:pt x="141746" y="147533"/>
                  </a:cubicBezTo>
                  <a:cubicBezTo>
                    <a:pt x="143479" y="142733"/>
                    <a:pt x="145246" y="137938"/>
                    <a:pt x="146979" y="133138"/>
                  </a:cubicBezTo>
                  <a:cubicBezTo>
                    <a:pt x="148711" y="128337"/>
                    <a:pt x="150417" y="123529"/>
                    <a:pt x="152143" y="118721"/>
                  </a:cubicBezTo>
                  <a:cubicBezTo>
                    <a:pt x="153862" y="113913"/>
                    <a:pt x="155601" y="109113"/>
                    <a:pt x="157293" y="104298"/>
                  </a:cubicBezTo>
                  <a:cubicBezTo>
                    <a:pt x="158984" y="99483"/>
                    <a:pt x="160628" y="94648"/>
                    <a:pt x="162299" y="89827"/>
                  </a:cubicBezTo>
                  <a:cubicBezTo>
                    <a:pt x="163977" y="85005"/>
                    <a:pt x="165703" y="80198"/>
                    <a:pt x="167333" y="75362"/>
                  </a:cubicBezTo>
                  <a:cubicBezTo>
                    <a:pt x="168956" y="70520"/>
                    <a:pt x="170928" y="65733"/>
                    <a:pt x="172058" y="60795"/>
                  </a:cubicBezTo>
                  <a:cubicBezTo>
                    <a:pt x="173188" y="55851"/>
                    <a:pt x="174305" y="50714"/>
                    <a:pt x="174120" y="45715"/>
                  </a:cubicBezTo>
                  <a:cubicBezTo>
                    <a:pt x="173928" y="40715"/>
                    <a:pt x="172736" y="35483"/>
                    <a:pt x="170928" y="30798"/>
                  </a:cubicBezTo>
                  <a:cubicBezTo>
                    <a:pt x="169120" y="26114"/>
                    <a:pt x="166449" y="21491"/>
                    <a:pt x="163272" y="17608"/>
                  </a:cubicBezTo>
                  <a:cubicBezTo>
                    <a:pt x="160094" y="13725"/>
                    <a:pt x="156094" y="10170"/>
                    <a:pt x="151848" y="7499"/>
                  </a:cubicBezTo>
                  <a:cubicBezTo>
                    <a:pt x="147602" y="4828"/>
                    <a:pt x="142664" y="2781"/>
                    <a:pt x="137788" y="1589"/>
                  </a:cubicBezTo>
                  <a:cubicBezTo>
                    <a:pt x="132912" y="404"/>
                    <a:pt x="127597" y="0"/>
                    <a:pt x="122584" y="37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49" name="Text 47"/>
          <p:cNvSpPr txBox="1"/>
          <p:nvPr/>
        </p:nvSpPr>
        <p:spPr>
          <a:xfrm>
            <a:off x="7680960" y="4142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Idle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7680960" y="44714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logo stays still.</a:t>
            </a:r>
            <a:endParaRPr lang="en-US" sz="1400" dirty="0"/>
          </a:p>
        </p:txBody>
      </p:sp>
      <p:sp>
        <p:nvSpPr>
          <p:cNvPr id="51" name="Motion sample Accessibility"/>
          <p:cNvSpPr/>
          <p:nvPr/>
        </p:nvSpPr>
        <p:spPr>
          <a:xfrm>
            <a:off x="6245352" y="5029200"/>
            <a:ext cx="1234440" cy="804672"/>
          </a:xfrm>
          <a:prstGeom prst="roundRect">
            <a:avLst>
              <a:gd name="adj" fmla="val 13636"/>
            </a:avLst>
          </a:prstGeom>
          <a:solidFill>
            <a:schemeClr val="tx1"/>
          </a:solidFill>
          <a:ln/>
        </p:spPr>
      </p:sp>
      <p:sp>
        <p:nvSpPr>
          <p:cNvPr id="52" name="Wave bar"/>
          <p:cNvSpPr/>
          <p:nvPr/>
        </p:nvSpPr>
        <p:spPr>
          <a:xfrm>
            <a:off x="6473952" y="5308092"/>
            <a:ext cx="109728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3" name="Wave bar"/>
          <p:cNvSpPr/>
          <p:nvPr/>
        </p:nvSpPr>
        <p:spPr>
          <a:xfrm>
            <a:off x="6638544" y="5308092"/>
            <a:ext cx="109728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4" name="Wave bar"/>
          <p:cNvSpPr/>
          <p:nvPr/>
        </p:nvSpPr>
        <p:spPr>
          <a:xfrm>
            <a:off x="6803136" y="5308092"/>
            <a:ext cx="109728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5" name="Wave bar"/>
          <p:cNvSpPr/>
          <p:nvPr/>
        </p:nvSpPr>
        <p:spPr>
          <a:xfrm>
            <a:off x="6967728" y="5308092"/>
            <a:ext cx="109728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6" name="Wave bar"/>
          <p:cNvSpPr/>
          <p:nvPr/>
        </p:nvSpPr>
        <p:spPr>
          <a:xfrm>
            <a:off x="7132320" y="5308092"/>
            <a:ext cx="109728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680960" y="51023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Accessibility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7680960" y="5431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Respect the reduce-motion setting.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09 · Documents &amp; collateral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Same symbol, same space, everywhere</a:t>
            </a:r>
            <a:endParaRPr lang="en-US" sz="3400" dirty="0"/>
          </a:p>
        </p:txBody>
      </p:sp>
      <p:sp>
        <p:nvSpPr>
          <p:cNvPr id="4" name="README mockup"/>
          <p:cNvSpPr/>
          <p:nvPr/>
        </p:nvSpPr>
        <p:spPr>
          <a:xfrm>
            <a:off x="548640" y="178308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DCE6F7"/>
            </a:solidFill>
            <a:prstDash val="solid"/>
          </a:ln>
        </p:spPr>
      </p:sp>
      <p:grpSp>
        <p:nvGrpSpPr>
          <p:cNvPr id="44" name="VCA symbol (horizontal)"/>
          <p:cNvGrpSpPr/>
          <p:nvPr/>
        </p:nvGrpSpPr>
        <p:grpSpPr>
          <a:xfrm>
            <a:off x="777240" y="2103120"/>
            <a:ext cx="384048" cy="336178"/>
            <a:chOff x="777240" y="2103120"/>
            <a:chExt cx="384048" cy="336178"/>
          </a:xfrm>
        </p:grpSpPr>
        <p:sp>
          <p:nvSpPr>
            <p:cNvPr id="5" name="Outer left wave"/>
            <p:cNvSpPr/>
            <p:nvPr/>
          </p:nvSpPr>
          <p:spPr>
            <a:xfrm>
              <a:off x="777240" y="2103187"/>
              <a:ext cx="116068" cy="255705"/>
            </a:xfrm>
            <a:custGeom>
              <a:avLst/>
              <a:gdLst/>
              <a:ahLst/>
              <a:cxnLst/>
              <a:rect l="l" t="t" r="r" b="b"/>
              <a:pathLst>
                <a:path w="116068" h="255705">
                  <a:moveTo>
                    <a:pt x="32931" y="66"/>
                  </a:moveTo>
                  <a:cubicBezTo>
                    <a:pt x="29582" y="0"/>
                    <a:pt x="26057" y="420"/>
                    <a:pt x="22847" y="1374"/>
                  </a:cubicBezTo>
                  <a:cubicBezTo>
                    <a:pt x="19637" y="2333"/>
                    <a:pt x="16423" y="3885"/>
                    <a:pt x="13679" y="5803"/>
                  </a:cubicBezTo>
                  <a:cubicBezTo>
                    <a:pt x="10940" y="7721"/>
                    <a:pt x="8383" y="10200"/>
                    <a:pt x="6383" y="12885"/>
                  </a:cubicBezTo>
                  <a:cubicBezTo>
                    <a:pt x="4383" y="15569"/>
                    <a:pt x="2735" y="18733"/>
                    <a:pt x="1680" y="21911"/>
                  </a:cubicBezTo>
                  <a:cubicBezTo>
                    <a:pt x="626" y="25089"/>
                    <a:pt x="0" y="28618"/>
                    <a:pt x="46" y="31956"/>
                  </a:cubicBezTo>
                  <a:cubicBezTo>
                    <a:pt x="96" y="35293"/>
                    <a:pt x="1109" y="38658"/>
                    <a:pt x="1968" y="41937"/>
                  </a:cubicBezTo>
                  <a:cubicBezTo>
                    <a:pt x="2822" y="45215"/>
                    <a:pt x="4091" y="48406"/>
                    <a:pt x="5182" y="51630"/>
                  </a:cubicBezTo>
                  <a:cubicBezTo>
                    <a:pt x="6269" y="54858"/>
                    <a:pt x="7392" y="58072"/>
                    <a:pt x="8511" y="61286"/>
                  </a:cubicBezTo>
                  <a:cubicBezTo>
                    <a:pt x="9625" y="64500"/>
                    <a:pt x="10752" y="67715"/>
                    <a:pt x="11885" y="70925"/>
                  </a:cubicBezTo>
                  <a:cubicBezTo>
                    <a:pt x="13017" y="74139"/>
                    <a:pt x="14163" y="77339"/>
                    <a:pt x="15300" y="80549"/>
                  </a:cubicBezTo>
                  <a:cubicBezTo>
                    <a:pt x="16437" y="83759"/>
                    <a:pt x="17564" y="86973"/>
                    <a:pt x="18706" y="90178"/>
                  </a:cubicBezTo>
                  <a:cubicBezTo>
                    <a:pt x="19847" y="93388"/>
                    <a:pt x="20989" y="96593"/>
                    <a:pt x="22139" y="99798"/>
                  </a:cubicBezTo>
                  <a:cubicBezTo>
                    <a:pt x="23290" y="102999"/>
                    <a:pt x="24463" y="106195"/>
                    <a:pt x="25618" y="109400"/>
                  </a:cubicBezTo>
                  <a:cubicBezTo>
                    <a:pt x="26774" y="112601"/>
                    <a:pt x="27920" y="115811"/>
                    <a:pt x="29070" y="119011"/>
                  </a:cubicBezTo>
                  <a:cubicBezTo>
                    <a:pt x="30221" y="122216"/>
                    <a:pt x="31371" y="125421"/>
                    <a:pt x="32531" y="128622"/>
                  </a:cubicBezTo>
                  <a:cubicBezTo>
                    <a:pt x="33691" y="131823"/>
                    <a:pt x="34878" y="135014"/>
                    <a:pt x="36028" y="138215"/>
                  </a:cubicBezTo>
                  <a:cubicBezTo>
                    <a:pt x="37184" y="141420"/>
                    <a:pt x="38298" y="144634"/>
                    <a:pt x="39444" y="147839"/>
                  </a:cubicBezTo>
                  <a:cubicBezTo>
                    <a:pt x="40594" y="151044"/>
                    <a:pt x="41772" y="154241"/>
                    <a:pt x="42923" y="157441"/>
                  </a:cubicBezTo>
                  <a:cubicBezTo>
                    <a:pt x="44069" y="160646"/>
                    <a:pt x="45196" y="163861"/>
                    <a:pt x="46338" y="167066"/>
                  </a:cubicBezTo>
                  <a:cubicBezTo>
                    <a:pt x="47484" y="170271"/>
                    <a:pt x="48639" y="173476"/>
                    <a:pt x="49790" y="176677"/>
                  </a:cubicBezTo>
                  <a:cubicBezTo>
                    <a:pt x="50940" y="179882"/>
                    <a:pt x="52095" y="183087"/>
                    <a:pt x="53246" y="186292"/>
                  </a:cubicBezTo>
                  <a:cubicBezTo>
                    <a:pt x="54392" y="189493"/>
                    <a:pt x="55538" y="192702"/>
                    <a:pt x="56688" y="195903"/>
                  </a:cubicBezTo>
                  <a:cubicBezTo>
                    <a:pt x="57839" y="199108"/>
                    <a:pt x="58990" y="202313"/>
                    <a:pt x="60149" y="205514"/>
                  </a:cubicBezTo>
                  <a:cubicBezTo>
                    <a:pt x="61309" y="208715"/>
                    <a:pt x="62482" y="211911"/>
                    <a:pt x="63638" y="215111"/>
                  </a:cubicBezTo>
                  <a:cubicBezTo>
                    <a:pt x="64793" y="218316"/>
                    <a:pt x="65907" y="221531"/>
                    <a:pt x="67071" y="224731"/>
                  </a:cubicBezTo>
                  <a:cubicBezTo>
                    <a:pt x="68231" y="227932"/>
                    <a:pt x="69221" y="231210"/>
                    <a:pt x="70605" y="234310"/>
                  </a:cubicBezTo>
                  <a:cubicBezTo>
                    <a:pt x="71988" y="237410"/>
                    <a:pt x="73468" y="240547"/>
                    <a:pt x="75376" y="243332"/>
                  </a:cubicBezTo>
                  <a:cubicBezTo>
                    <a:pt x="77280" y="246113"/>
                    <a:pt x="79389" y="249049"/>
                    <a:pt x="82033" y="251016"/>
                  </a:cubicBezTo>
                  <a:cubicBezTo>
                    <a:pt x="84681" y="252984"/>
                    <a:pt x="88042" y="254569"/>
                    <a:pt x="91251" y="255135"/>
                  </a:cubicBezTo>
                  <a:cubicBezTo>
                    <a:pt x="94466" y="255705"/>
                    <a:pt x="98219" y="255450"/>
                    <a:pt x="101319" y="254427"/>
                  </a:cubicBezTo>
                  <a:cubicBezTo>
                    <a:pt x="104414" y="253404"/>
                    <a:pt x="107551" y="251345"/>
                    <a:pt x="109848" y="249003"/>
                  </a:cubicBezTo>
                  <a:cubicBezTo>
                    <a:pt x="112140" y="246656"/>
                    <a:pt x="114094" y="243469"/>
                    <a:pt x="115080" y="240346"/>
                  </a:cubicBezTo>
                  <a:cubicBezTo>
                    <a:pt x="116066" y="237223"/>
                    <a:pt x="115989" y="233612"/>
                    <a:pt x="115765" y="230265"/>
                  </a:cubicBezTo>
                  <a:cubicBezTo>
                    <a:pt x="115541" y="226918"/>
                    <a:pt x="114436" y="223590"/>
                    <a:pt x="113733" y="220257"/>
                  </a:cubicBezTo>
                  <a:cubicBezTo>
                    <a:pt x="113035" y="216924"/>
                    <a:pt x="112290" y="213605"/>
                    <a:pt x="111564" y="210276"/>
                  </a:cubicBezTo>
                  <a:cubicBezTo>
                    <a:pt x="110838" y="206952"/>
                    <a:pt x="110108" y="203624"/>
                    <a:pt x="109386" y="200300"/>
                  </a:cubicBezTo>
                  <a:cubicBezTo>
                    <a:pt x="108661" y="196971"/>
                    <a:pt x="107971" y="193638"/>
                    <a:pt x="107218" y="190319"/>
                  </a:cubicBezTo>
                  <a:cubicBezTo>
                    <a:pt x="106460" y="187000"/>
                    <a:pt x="105620" y="183699"/>
                    <a:pt x="104853" y="180384"/>
                  </a:cubicBezTo>
                  <a:cubicBezTo>
                    <a:pt x="104081" y="177065"/>
                    <a:pt x="103355" y="173741"/>
                    <a:pt x="102611" y="170422"/>
                  </a:cubicBezTo>
                  <a:cubicBezTo>
                    <a:pt x="101862" y="167098"/>
                    <a:pt x="101127" y="163774"/>
                    <a:pt x="100369" y="160455"/>
                  </a:cubicBezTo>
                  <a:cubicBezTo>
                    <a:pt x="99616" y="157135"/>
                    <a:pt x="98840" y="153820"/>
                    <a:pt x="98073" y="150506"/>
                  </a:cubicBezTo>
                  <a:cubicBezTo>
                    <a:pt x="97310" y="147186"/>
                    <a:pt x="96561" y="143867"/>
                    <a:pt x="95785" y="140552"/>
                  </a:cubicBezTo>
                  <a:cubicBezTo>
                    <a:pt x="95013" y="137238"/>
                    <a:pt x="94219" y="133923"/>
                    <a:pt x="93429" y="130613"/>
                  </a:cubicBezTo>
                  <a:cubicBezTo>
                    <a:pt x="92639" y="127303"/>
                    <a:pt x="91845" y="123992"/>
                    <a:pt x="91046" y="120682"/>
                  </a:cubicBezTo>
                  <a:cubicBezTo>
                    <a:pt x="90251" y="117372"/>
                    <a:pt x="89480" y="114057"/>
                    <a:pt x="88653" y="110752"/>
                  </a:cubicBezTo>
                  <a:cubicBezTo>
                    <a:pt x="87827" y="107451"/>
                    <a:pt x="86941" y="104163"/>
                    <a:pt x="86087" y="100867"/>
                  </a:cubicBezTo>
                  <a:cubicBezTo>
                    <a:pt x="85234" y="97570"/>
                    <a:pt x="84389" y="94274"/>
                    <a:pt x="83540" y="90977"/>
                  </a:cubicBezTo>
                  <a:cubicBezTo>
                    <a:pt x="82690" y="87681"/>
                    <a:pt x="81855" y="84380"/>
                    <a:pt x="80992" y="81088"/>
                  </a:cubicBezTo>
                  <a:cubicBezTo>
                    <a:pt x="80125" y="77796"/>
                    <a:pt x="79230" y="74513"/>
                    <a:pt x="78344" y="71226"/>
                  </a:cubicBezTo>
                  <a:cubicBezTo>
                    <a:pt x="77463" y="67934"/>
                    <a:pt x="76568" y="64651"/>
                    <a:pt x="75691" y="61359"/>
                  </a:cubicBezTo>
                  <a:cubicBezTo>
                    <a:pt x="74815" y="58072"/>
                    <a:pt x="73970" y="54775"/>
                    <a:pt x="73089" y="51484"/>
                  </a:cubicBezTo>
                  <a:cubicBezTo>
                    <a:pt x="72212" y="48196"/>
                    <a:pt x="71308" y="44913"/>
                    <a:pt x="70427" y="41626"/>
                  </a:cubicBezTo>
                  <a:cubicBezTo>
                    <a:pt x="69546" y="38339"/>
                    <a:pt x="68751" y="35019"/>
                    <a:pt x="67797" y="31755"/>
                  </a:cubicBezTo>
                  <a:cubicBezTo>
                    <a:pt x="66843" y="28490"/>
                    <a:pt x="66076" y="25116"/>
                    <a:pt x="64688" y="22043"/>
                  </a:cubicBezTo>
                  <a:cubicBezTo>
                    <a:pt x="63300" y="18971"/>
                    <a:pt x="61578" y="15930"/>
                    <a:pt x="59474" y="13309"/>
                  </a:cubicBezTo>
                  <a:cubicBezTo>
                    <a:pt x="57373" y="10684"/>
                    <a:pt x="54826" y="8237"/>
                    <a:pt x="52072" y="6314"/>
                  </a:cubicBezTo>
                  <a:cubicBezTo>
                    <a:pt x="49319" y="4388"/>
                    <a:pt x="46146" y="2813"/>
                    <a:pt x="42955" y="1772"/>
                  </a:cubicBezTo>
                  <a:cubicBezTo>
                    <a:pt x="39763" y="731"/>
                    <a:pt x="36284" y="132"/>
                    <a:pt x="32933" y="64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6" name="Inner left wave"/>
            <p:cNvSpPr/>
            <p:nvPr/>
          </p:nvSpPr>
          <p:spPr>
            <a:xfrm>
              <a:off x="874210" y="2172670"/>
              <a:ext cx="60540" cy="218242"/>
            </a:xfrm>
            <a:custGeom>
              <a:avLst/>
              <a:gdLst/>
              <a:ahLst/>
              <a:cxnLst/>
              <a:rect l="l" t="t" r="r" b="b"/>
              <a:pathLst>
                <a:path w="60540" h="218242">
                  <a:moveTo>
                    <a:pt x="21912" y="202"/>
                  </a:moveTo>
                  <a:cubicBezTo>
                    <a:pt x="18624" y="406"/>
                    <a:pt x="15049" y="1498"/>
                    <a:pt x="12181" y="3132"/>
                  </a:cubicBezTo>
                  <a:cubicBezTo>
                    <a:pt x="9314" y="4771"/>
                    <a:pt x="6639" y="7319"/>
                    <a:pt x="4721" y="10022"/>
                  </a:cubicBezTo>
                  <a:cubicBezTo>
                    <a:pt x="2803" y="12725"/>
                    <a:pt x="1370" y="16103"/>
                    <a:pt x="685" y="19350"/>
                  </a:cubicBezTo>
                  <a:cubicBezTo>
                    <a:pt x="0" y="22596"/>
                    <a:pt x="283" y="26130"/>
                    <a:pt x="612" y="29495"/>
                  </a:cubicBezTo>
                  <a:cubicBezTo>
                    <a:pt x="936" y="32860"/>
                    <a:pt x="1945" y="36193"/>
                    <a:pt x="2644" y="39535"/>
                  </a:cubicBezTo>
                  <a:cubicBezTo>
                    <a:pt x="3342" y="42877"/>
                    <a:pt x="4095" y="46205"/>
                    <a:pt x="4808" y="49548"/>
                  </a:cubicBezTo>
                  <a:cubicBezTo>
                    <a:pt x="5520" y="52885"/>
                    <a:pt x="6214" y="56227"/>
                    <a:pt x="6908" y="59569"/>
                  </a:cubicBezTo>
                  <a:cubicBezTo>
                    <a:pt x="7607" y="62912"/>
                    <a:pt x="8282" y="66258"/>
                    <a:pt x="8990" y="69600"/>
                  </a:cubicBezTo>
                  <a:cubicBezTo>
                    <a:pt x="9693" y="72938"/>
                    <a:pt x="10428" y="76271"/>
                    <a:pt x="11140" y="79613"/>
                  </a:cubicBezTo>
                  <a:cubicBezTo>
                    <a:pt x="11853" y="82951"/>
                    <a:pt x="12574" y="86288"/>
                    <a:pt x="13268" y="89630"/>
                  </a:cubicBezTo>
                  <a:cubicBezTo>
                    <a:pt x="13967" y="92973"/>
                    <a:pt x="14629" y="96324"/>
                    <a:pt x="15327" y="99666"/>
                  </a:cubicBezTo>
                  <a:cubicBezTo>
                    <a:pt x="16021" y="103008"/>
                    <a:pt x="16761" y="106341"/>
                    <a:pt x="17446" y="109683"/>
                  </a:cubicBezTo>
                  <a:cubicBezTo>
                    <a:pt x="18135" y="113030"/>
                    <a:pt x="18797" y="116377"/>
                    <a:pt x="19450" y="119728"/>
                  </a:cubicBezTo>
                  <a:cubicBezTo>
                    <a:pt x="20098" y="123079"/>
                    <a:pt x="20733" y="126435"/>
                    <a:pt x="21359" y="129791"/>
                  </a:cubicBezTo>
                  <a:cubicBezTo>
                    <a:pt x="21984" y="133147"/>
                    <a:pt x="22596" y="136507"/>
                    <a:pt x="23208" y="139867"/>
                  </a:cubicBezTo>
                  <a:cubicBezTo>
                    <a:pt x="23820" y="143223"/>
                    <a:pt x="24431" y="146584"/>
                    <a:pt x="25025" y="149944"/>
                  </a:cubicBezTo>
                  <a:cubicBezTo>
                    <a:pt x="25623" y="153309"/>
                    <a:pt x="26207" y="156674"/>
                    <a:pt x="26778" y="160039"/>
                  </a:cubicBezTo>
                  <a:cubicBezTo>
                    <a:pt x="27349" y="163404"/>
                    <a:pt x="27915" y="166769"/>
                    <a:pt x="28458" y="170143"/>
                  </a:cubicBezTo>
                  <a:cubicBezTo>
                    <a:pt x="29002" y="173513"/>
                    <a:pt x="29504" y="176887"/>
                    <a:pt x="30043" y="180261"/>
                  </a:cubicBezTo>
                  <a:cubicBezTo>
                    <a:pt x="30586" y="183630"/>
                    <a:pt x="31166" y="186995"/>
                    <a:pt x="31700" y="190369"/>
                  </a:cubicBezTo>
                  <a:cubicBezTo>
                    <a:pt x="32234" y="193739"/>
                    <a:pt x="32618" y="197145"/>
                    <a:pt x="33252" y="200492"/>
                  </a:cubicBezTo>
                  <a:cubicBezTo>
                    <a:pt x="33892" y="203838"/>
                    <a:pt x="33928" y="207655"/>
                    <a:pt x="35522" y="210440"/>
                  </a:cubicBezTo>
                  <a:cubicBezTo>
                    <a:pt x="37115" y="213226"/>
                    <a:pt x="39937" y="216170"/>
                    <a:pt x="42813" y="217207"/>
                  </a:cubicBezTo>
                  <a:cubicBezTo>
                    <a:pt x="45690" y="218243"/>
                    <a:pt x="50027" y="217997"/>
                    <a:pt x="52776" y="216650"/>
                  </a:cubicBezTo>
                  <a:cubicBezTo>
                    <a:pt x="55524" y="215308"/>
                    <a:pt x="58081" y="212080"/>
                    <a:pt x="59309" y="209135"/>
                  </a:cubicBezTo>
                  <a:cubicBezTo>
                    <a:pt x="60542" y="206190"/>
                    <a:pt x="60012" y="202382"/>
                    <a:pt x="60149" y="198985"/>
                  </a:cubicBezTo>
                  <a:cubicBezTo>
                    <a:pt x="60291" y="195583"/>
                    <a:pt x="60149" y="192155"/>
                    <a:pt x="60149" y="188739"/>
                  </a:cubicBezTo>
                  <a:cubicBezTo>
                    <a:pt x="60149" y="185324"/>
                    <a:pt x="60149" y="181914"/>
                    <a:pt x="60149" y="178498"/>
                  </a:cubicBezTo>
                  <a:cubicBezTo>
                    <a:pt x="60149" y="175083"/>
                    <a:pt x="60149" y="171668"/>
                    <a:pt x="60149" y="168253"/>
                  </a:cubicBezTo>
                  <a:cubicBezTo>
                    <a:pt x="60149" y="164842"/>
                    <a:pt x="60149" y="161427"/>
                    <a:pt x="60149" y="158012"/>
                  </a:cubicBezTo>
                  <a:cubicBezTo>
                    <a:pt x="60149" y="154597"/>
                    <a:pt x="60149" y="151181"/>
                    <a:pt x="60149" y="147766"/>
                  </a:cubicBezTo>
                  <a:cubicBezTo>
                    <a:pt x="60149" y="144356"/>
                    <a:pt x="60149" y="140940"/>
                    <a:pt x="60149" y="137525"/>
                  </a:cubicBezTo>
                  <a:cubicBezTo>
                    <a:pt x="60149" y="134110"/>
                    <a:pt x="60149" y="130695"/>
                    <a:pt x="60149" y="127284"/>
                  </a:cubicBezTo>
                  <a:cubicBezTo>
                    <a:pt x="60149" y="123869"/>
                    <a:pt x="60149" y="120454"/>
                    <a:pt x="60149" y="117039"/>
                  </a:cubicBezTo>
                  <a:cubicBezTo>
                    <a:pt x="60149" y="113624"/>
                    <a:pt x="60149" y="110213"/>
                    <a:pt x="60149" y="106798"/>
                  </a:cubicBezTo>
                  <a:cubicBezTo>
                    <a:pt x="60149" y="103383"/>
                    <a:pt x="60149" y="99967"/>
                    <a:pt x="60149" y="96552"/>
                  </a:cubicBezTo>
                  <a:cubicBezTo>
                    <a:pt x="60149" y="93142"/>
                    <a:pt x="60241" y="89722"/>
                    <a:pt x="60149" y="86311"/>
                  </a:cubicBezTo>
                  <a:cubicBezTo>
                    <a:pt x="60058" y="82901"/>
                    <a:pt x="59994" y="79476"/>
                    <a:pt x="59597" y="76093"/>
                  </a:cubicBezTo>
                  <a:cubicBezTo>
                    <a:pt x="59195" y="72710"/>
                    <a:pt x="58442" y="69363"/>
                    <a:pt x="57752" y="66021"/>
                  </a:cubicBezTo>
                  <a:cubicBezTo>
                    <a:pt x="57063" y="62679"/>
                    <a:pt x="56227" y="59364"/>
                    <a:pt x="55460" y="56036"/>
                  </a:cubicBezTo>
                  <a:cubicBezTo>
                    <a:pt x="54689" y="52712"/>
                    <a:pt x="53908" y="49388"/>
                    <a:pt x="53141" y="46059"/>
                  </a:cubicBezTo>
                  <a:cubicBezTo>
                    <a:pt x="52374" y="42736"/>
                    <a:pt x="51620" y="39403"/>
                    <a:pt x="50853" y="36074"/>
                  </a:cubicBezTo>
                  <a:cubicBezTo>
                    <a:pt x="50086" y="32750"/>
                    <a:pt x="49374" y="29403"/>
                    <a:pt x="48539" y="26098"/>
                  </a:cubicBezTo>
                  <a:cubicBezTo>
                    <a:pt x="47708" y="22792"/>
                    <a:pt x="47228" y="19299"/>
                    <a:pt x="45849" y="16236"/>
                  </a:cubicBezTo>
                  <a:cubicBezTo>
                    <a:pt x="44471" y="13172"/>
                    <a:pt x="42589" y="10095"/>
                    <a:pt x="40265" y="7707"/>
                  </a:cubicBezTo>
                  <a:cubicBezTo>
                    <a:pt x="37946" y="5324"/>
                    <a:pt x="34978" y="3169"/>
                    <a:pt x="31915" y="1918"/>
                  </a:cubicBezTo>
                  <a:cubicBezTo>
                    <a:pt x="28856" y="667"/>
                    <a:pt x="25203" y="0"/>
                    <a:pt x="21911" y="201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7" name="Center wave"/>
            <p:cNvSpPr/>
            <p:nvPr/>
          </p:nvSpPr>
          <p:spPr>
            <a:xfrm>
              <a:off x="943895" y="2253918"/>
              <a:ext cx="50497" cy="185380"/>
            </a:xfrm>
            <a:custGeom>
              <a:avLst/>
              <a:gdLst/>
              <a:ahLst/>
              <a:cxnLst/>
              <a:rect l="l" t="t" r="r" b="b"/>
              <a:pathLst>
                <a:path w="50497" h="185380">
                  <a:moveTo>
                    <a:pt x="23452" y="230"/>
                  </a:moveTo>
                  <a:cubicBezTo>
                    <a:pt x="20167" y="461"/>
                    <a:pt x="16660" y="1447"/>
                    <a:pt x="13743" y="2977"/>
                  </a:cubicBezTo>
                  <a:cubicBezTo>
                    <a:pt x="10825" y="4506"/>
                    <a:pt x="8022" y="6840"/>
                    <a:pt x="5954" y="9405"/>
                  </a:cubicBezTo>
                  <a:cubicBezTo>
                    <a:pt x="3885" y="11967"/>
                    <a:pt x="2260" y="15199"/>
                    <a:pt x="1333" y="18373"/>
                  </a:cubicBezTo>
                  <a:cubicBezTo>
                    <a:pt x="406" y="21546"/>
                    <a:pt x="552" y="25071"/>
                    <a:pt x="397" y="28440"/>
                  </a:cubicBezTo>
                  <a:cubicBezTo>
                    <a:pt x="237" y="31814"/>
                    <a:pt x="397" y="35211"/>
                    <a:pt x="397" y="38599"/>
                  </a:cubicBezTo>
                  <a:cubicBezTo>
                    <a:pt x="397" y="41982"/>
                    <a:pt x="397" y="45370"/>
                    <a:pt x="397" y="48753"/>
                  </a:cubicBezTo>
                  <a:cubicBezTo>
                    <a:pt x="397" y="52136"/>
                    <a:pt x="397" y="55524"/>
                    <a:pt x="397" y="58907"/>
                  </a:cubicBezTo>
                  <a:cubicBezTo>
                    <a:pt x="397" y="62295"/>
                    <a:pt x="397" y="65678"/>
                    <a:pt x="397" y="69066"/>
                  </a:cubicBezTo>
                  <a:cubicBezTo>
                    <a:pt x="397" y="72449"/>
                    <a:pt x="397" y="75837"/>
                    <a:pt x="397" y="79221"/>
                  </a:cubicBezTo>
                  <a:cubicBezTo>
                    <a:pt x="397" y="82604"/>
                    <a:pt x="397" y="85992"/>
                    <a:pt x="397" y="89375"/>
                  </a:cubicBezTo>
                  <a:cubicBezTo>
                    <a:pt x="397" y="92763"/>
                    <a:pt x="397" y="96146"/>
                    <a:pt x="397" y="99534"/>
                  </a:cubicBezTo>
                  <a:cubicBezTo>
                    <a:pt x="397" y="102917"/>
                    <a:pt x="397" y="106305"/>
                    <a:pt x="397" y="109688"/>
                  </a:cubicBezTo>
                  <a:cubicBezTo>
                    <a:pt x="397" y="113071"/>
                    <a:pt x="397" y="116459"/>
                    <a:pt x="397" y="119842"/>
                  </a:cubicBezTo>
                  <a:cubicBezTo>
                    <a:pt x="397" y="123230"/>
                    <a:pt x="397" y="126613"/>
                    <a:pt x="397" y="130001"/>
                  </a:cubicBezTo>
                  <a:cubicBezTo>
                    <a:pt x="397" y="133384"/>
                    <a:pt x="397" y="136772"/>
                    <a:pt x="397" y="140155"/>
                  </a:cubicBezTo>
                  <a:cubicBezTo>
                    <a:pt x="397" y="143538"/>
                    <a:pt x="397" y="146926"/>
                    <a:pt x="397" y="150309"/>
                  </a:cubicBezTo>
                  <a:cubicBezTo>
                    <a:pt x="393" y="153697"/>
                    <a:pt x="0" y="157131"/>
                    <a:pt x="370" y="160464"/>
                  </a:cubicBezTo>
                  <a:cubicBezTo>
                    <a:pt x="744" y="163797"/>
                    <a:pt x="1283" y="167289"/>
                    <a:pt x="2625" y="170307"/>
                  </a:cubicBezTo>
                  <a:cubicBezTo>
                    <a:pt x="3963" y="173325"/>
                    <a:pt x="6009" y="176311"/>
                    <a:pt x="8410" y="178567"/>
                  </a:cubicBezTo>
                  <a:cubicBezTo>
                    <a:pt x="10807" y="180818"/>
                    <a:pt x="13912" y="182735"/>
                    <a:pt x="17012" y="183831"/>
                  </a:cubicBezTo>
                  <a:cubicBezTo>
                    <a:pt x="20117" y="184922"/>
                    <a:pt x="23737" y="185379"/>
                    <a:pt x="27025" y="185132"/>
                  </a:cubicBezTo>
                  <a:cubicBezTo>
                    <a:pt x="30308" y="184886"/>
                    <a:pt x="33809" y="183886"/>
                    <a:pt x="36718" y="182347"/>
                  </a:cubicBezTo>
                  <a:cubicBezTo>
                    <a:pt x="39622" y="180809"/>
                    <a:pt x="42402" y="178462"/>
                    <a:pt x="44461" y="175891"/>
                  </a:cubicBezTo>
                  <a:cubicBezTo>
                    <a:pt x="46521" y="173325"/>
                    <a:pt x="48151" y="170097"/>
                    <a:pt x="49082" y="166929"/>
                  </a:cubicBezTo>
                  <a:cubicBezTo>
                    <a:pt x="50009" y="163756"/>
                    <a:pt x="49885" y="160235"/>
                    <a:pt x="50050" y="156866"/>
                  </a:cubicBezTo>
                  <a:cubicBezTo>
                    <a:pt x="50210" y="153496"/>
                    <a:pt x="50050" y="150095"/>
                    <a:pt x="50050" y="146712"/>
                  </a:cubicBezTo>
                  <a:cubicBezTo>
                    <a:pt x="50050" y="143324"/>
                    <a:pt x="50032" y="139941"/>
                    <a:pt x="50050" y="136557"/>
                  </a:cubicBezTo>
                  <a:cubicBezTo>
                    <a:pt x="50064" y="133170"/>
                    <a:pt x="50127" y="129786"/>
                    <a:pt x="50146" y="126403"/>
                  </a:cubicBezTo>
                  <a:cubicBezTo>
                    <a:pt x="50159" y="123015"/>
                    <a:pt x="50146" y="119632"/>
                    <a:pt x="50146" y="116249"/>
                  </a:cubicBezTo>
                  <a:cubicBezTo>
                    <a:pt x="50146" y="112866"/>
                    <a:pt x="50155" y="109482"/>
                    <a:pt x="50137" y="106095"/>
                  </a:cubicBezTo>
                  <a:cubicBezTo>
                    <a:pt x="50123" y="102711"/>
                    <a:pt x="50059" y="99328"/>
                    <a:pt x="50050" y="95945"/>
                  </a:cubicBezTo>
                  <a:cubicBezTo>
                    <a:pt x="50036" y="92557"/>
                    <a:pt x="50068" y="89174"/>
                    <a:pt x="50073" y="85791"/>
                  </a:cubicBezTo>
                  <a:cubicBezTo>
                    <a:pt x="50082" y="82407"/>
                    <a:pt x="50086" y="79020"/>
                    <a:pt x="50082" y="75636"/>
                  </a:cubicBezTo>
                  <a:cubicBezTo>
                    <a:pt x="50077" y="72253"/>
                    <a:pt x="50036" y="68870"/>
                    <a:pt x="50050" y="65482"/>
                  </a:cubicBezTo>
                  <a:cubicBezTo>
                    <a:pt x="50059" y="62099"/>
                    <a:pt x="50123" y="58716"/>
                    <a:pt x="50141" y="55328"/>
                  </a:cubicBezTo>
                  <a:cubicBezTo>
                    <a:pt x="50159" y="51945"/>
                    <a:pt x="50178" y="48561"/>
                    <a:pt x="50164" y="45178"/>
                  </a:cubicBezTo>
                  <a:cubicBezTo>
                    <a:pt x="50146" y="41790"/>
                    <a:pt x="50054" y="38407"/>
                    <a:pt x="50050" y="35024"/>
                  </a:cubicBezTo>
                  <a:cubicBezTo>
                    <a:pt x="50050" y="31636"/>
                    <a:pt x="50497" y="28198"/>
                    <a:pt x="50146" y="24870"/>
                  </a:cubicBezTo>
                  <a:cubicBezTo>
                    <a:pt x="49794" y="21537"/>
                    <a:pt x="49287" y="18030"/>
                    <a:pt x="47940" y="15030"/>
                  </a:cubicBezTo>
                  <a:cubicBezTo>
                    <a:pt x="46589" y="12031"/>
                    <a:pt x="44466" y="9095"/>
                    <a:pt x="42051" y="6858"/>
                  </a:cubicBezTo>
                  <a:cubicBezTo>
                    <a:pt x="39635" y="4621"/>
                    <a:pt x="36553" y="2703"/>
                    <a:pt x="33453" y="1598"/>
                  </a:cubicBezTo>
                  <a:cubicBezTo>
                    <a:pt x="30358" y="493"/>
                    <a:pt x="26737" y="0"/>
                    <a:pt x="23454" y="22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8" name="Inner right wave"/>
            <p:cNvSpPr/>
            <p:nvPr/>
          </p:nvSpPr>
          <p:spPr>
            <a:xfrm>
              <a:off x="1003617" y="2172708"/>
              <a:ext cx="60501" cy="218239"/>
            </a:xfrm>
            <a:custGeom>
              <a:avLst/>
              <a:gdLst/>
              <a:ahLst/>
              <a:cxnLst/>
              <a:rect l="l" t="t" r="r" b="b"/>
              <a:pathLst>
                <a:path w="60501" h="218239">
                  <a:moveTo>
                    <a:pt x="35299" y="306"/>
                  </a:moveTo>
                  <a:cubicBezTo>
                    <a:pt x="32020" y="612"/>
                    <a:pt x="28518" y="1822"/>
                    <a:pt x="25660" y="3497"/>
                  </a:cubicBezTo>
                  <a:cubicBezTo>
                    <a:pt x="22801" y="5173"/>
                    <a:pt x="20153" y="7702"/>
                    <a:pt x="18149" y="10369"/>
                  </a:cubicBezTo>
                  <a:cubicBezTo>
                    <a:pt x="16145" y="13031"/>
                    <a:pt x="14766" y="16300"/>
                    <a:pt x="13633" y="19482"/>
                  </a:cubicBezTo>
                  <a:cubicBezTo>
                    <a:pt x="12496" y="22664"/>
                    <a:pt x="12113" y="26139"/>
                    <a:pt x="11350" y="29463"/>
                  </a:cubicBezTo>
                  <a:cubicBezTo>
                    <a:pt x="10588" y="32787"/>
                    <a:pt x="9816" y="36115"/>
                    <a:pt x="9049" y="39439"/>
                  </a:cubicBezTo>
                  <a:cubicBezTo>
                    <a:pt x="8278" y="42763"/>
                    <a:pt x="7502" y="46087"/>
                    <a:pt x="6725" y="49411"/>
                  </a:cubicBezTo>
                  <a:cubicBezTo>
                    <a:pt x="5945" y="52735"/>
                    <a:pt x="5136" y="56049"/>
                    <a:pt x="4374" y="59378"/>
                  </a:cubicBezTo>
                  <a:cubicBezTo>
                    <a:pt x="3607" y="62702"/>
                    <a:pt x="2767" y="66016"/>
                    <a:pt x="2137" y="69368"/>
                  </a:cubicBezTo>
                  <a:cubicBezTo>
                    <a:pt x="1507" y="72719"/>
                    <a:pt x="877" y="76093"/>
                    <a:pt x="584" y="79481"/>
                  </a:cubicBezTo>
                  <a:cubicBezTo>
                    <a:pt x="292" y="82873"/>
                    <a:pt x="406" y="86302"/>
                    <a:pt x="370" y="89713"/>
                  </a:cubicBezTo>
                  <a:cubicBezTo>
                    <a:pt x="333" y="93123"/>
                    <a:pt x="370" y="96538"/>
                    <a:pt x="370" y="99954"/>
                  </a:cubicBezTo>
                  <a:cubicBezTo>
                    <a:pt x="370" y="103364"/>
                    <a:pt x="370" y="106779"/>
                    <a:pt x="370" y="110190"/>
                  </a:cubicBezTo>
                  <a:cubicBezTo>
                    <a:pt x="370" y="113605"/>
                    <a:pt x="370" y="117016"/>
                    <a:pt x="370" y="120431"/>
                  </a:cubicBezTo>
                  <a:cubicBezTo>
                    <a:pt x="370" y="123842"/>
                    <a:pt x="370" y="127257"/>
                    <a:pt x="370" y="130667"/>
                  </a:cubicBezTo>
                  <a:cubicBezTo>
                    <a:pt x="370" y="134083"/>
                    <a:pt x="370" y="137493"/>
                    <a:pt x="370" y="140908"/>
                  </a:cubicBezTo>
                  <a:cubicBezTo>
                    <a:pt x="370" y="144319"/>
                    <a:pt x="370" y="147734"/>
                    <a:pt x="370" y="151145"/>
                  </a:cubicBezTo>
                  <a:cubicBezTo>
                    <a:pt x="370" y="154560"/>
                    <a:pt x="370" y="157971"/>
                    <a:pt x="370" y="161386"/>
                  </a:cubicBezTo>
                  <a:cubicBezTo>
                    <a:pt x="370" y="164797"/>
                    <a:pt x="370" y="168212"/>
                    <a:pt x="370" y="171622"/>
                  </a:cubicBezTo>
                  <a:cubicBezTo>
                    <a:pt x="370" y="175038"/>
                    <a:pt x="370" y="178448"/>
                    <a:pt x="370" y="181863"/>
                  </a:cubicBezTo>
                  <a:cubicBezTo>
                    <a:pt x="370" y="185274"/>
                    <a:pt x="370" y="188689"/>
                    <a:pt x="370" y="192100"/>
                  </a:cubicBezTo>
                  <a:cubicBezTo>
                    <a:pt x="370" y="195515"/>
                    <a:pt x="0" y="198999"/>
                    <a:pt x="370" y="202341"/>
                  </a:cubicBezTo>
                  <a:cubicBezTo>
                    <a:pt x="740" y="205683"/>
                    <a:pt x="845" y="209605"/>
                    <a:pt x="2593" y="212157"/>
                  </a:cubicBezTo>
                  <a:cubicBezTo>
                    <a:pt x="4347" y="214714"/>
                    <a:pt x="7876" y="217093"/>
                    <a:pt x="10880" y="217663"/>
                  </a:cubicBezTo>
                  <a:cubicBezTo>
                    <a:pt x="13889" y="218239"/>
                    <a:pt x="18117" y="217362"/>
                    <a:pt x="20633" y="215604"/>
                  </a:cubicBezTo>
                  <a:cubicBezTo>
                    <a:pt x="23144" y="213847"/>
                    <a:pt x="24797" y="210217"/>
                    <a:pt x="25965" y="207117"/>
                  </a:cubicBezTo>
                  <a:cubicBezTo>
                    <a:pt x="27130" y="204021"/>
                    <a:pt x="27080" y="200387"/>
                    <a:pt x="27627" y="197017"/>
                  </a:cubicBezTo>
                  <a:cubicBezTo>
                    <a:pt x="28175" y="193652"/>
                    <a:pt x="28719" y="190278"/>
                    <a:pt x="29257" y="186909"/>
                  </a:cubicBezTo>
                  <a:cubicBezTo>
                    <a:pt x="29796" y="183539"/>
                    <a:pt x="30321" y="180169"/>
                    <a:pt x="30865" y="176800"/>
                  </a:cubicBezTo>
                  <a:cubicBezTo>
                    <a:pt x="31408" y="173430"/>
                    <a:pt x="31960" y="170061"/>
                    <a:pt x="32526" y="166696"/>
                  </a:cubicBezTo>
                  <a:cubicBezTo>
                    <a:pt x="33093" y="163331"/>
                    <a:pt x="33677" y="159971"/>
                    <a:pt x="34271" y="156606"/>
                  </a:cubicBezTo>
                  <a:cubicBezTo>
                    <a:pt x="34864" y="153245"/>
                    <a:pt x="35485" y="149889"/>
                    <a:pt x="36083" y="146529"/>
                  </a:cubicBezTo>
                  <a:cubicBezTo>
                    <a:pt x="36677" y="143169"/>
                    <a:pt x="37238" y="139804"/>
                    <a:pt x="37855" y="136448"/>
                  </a:cubicBezTo>
                  <a:cubicBezTo>
                    <a:pt x="38467" y="133092"/>
                    <a:pt x="39129" y="129741"/>
                    <a:pt x="39768" y="126389"/>
                  </a:cubicBezTo>
                  <a:cubicBezTo>
                    <a:pt x="40412" y="123038"/>
                    <a:pt x="41028" y="119682"/>
                    <a:pt x="41695" y="116336"/>
                  </a:cubicBezTo>
                  <a:cubicBezTo>
                    <a:pt x="42361" y="112984"/>
                    <a:pt x="43073" y="109647"/>
                    <a:pt x="43763" y="106305"/>
                  </a:cubicBezTo>
                  <a:cubicBezTo>
                    <a:pt x="44452" y="102962"/>
                    <a:pt x="45114" y="99616"/>
                    <a:pt x="45827" y="96278"/>
                  </a:cubicBezTo>
                  <a:cubicBezTo>
                    <a:pt x="46534" y="92941"/>
                    <a:pt x="47288" y="89612"/>
                    <a:pt x="48018" y="86279"/>
                  </a:cubicBezTo>
                  <a:cubicBezTo>
                    <a:pt x="48749" y="82946"/>
                    <a:pt x="49497" y="79613"/>
                    <a:pt x="50214" y="76276"/>
                  </a:cubicBezTo>
                  <a:cubicBezTo>
                    <a:pt x="50926" y="72938"/>
                    <a:pt x="51602" y="69596"/>
                    <a:pt x="52301" y="66254"/>
                  </a:cubicBezTo>
                  <a:cubicBezTo>
                    <a:pt x="52999" y="62912"/>
                    <a:pt x="53707" y="59574"/>
                    <a:pt x="54410" y="56236"/>
                  </a:cubicBezTo>
                  <a:cubicBezTo>
                    <a:pt x="55113" y="52894"/>
                    <a:pt x="55821" y="49557"/>
                    <a:pt x="56529" y="46219"/>
                  </a:cubicBezTo>
                  <a:cubicBezTo>
                    <a:pt x="57236" y="42877"/>
                    <a:pt x="57999" y="39549"/>
                    <a:pt x="58652" y="36202"/>
                  </a:cubicBezTo>
                  <a:cubicBezTo>
                    <a:pt x="59305" y="32855"/>
                    <a:pt x="60391" y="29481"/>
                    <a:pt x="60446" y="26125"/>
                  </a:cubicBezTo>
                  <a:cubicBezTo>
                    <a:pt x="60501" y="22769"/>
                    <a:pt x="60090" y="19199"/>
                    <a:pt x="58971" y="16067"/>
                  </a:cubicBezTo>
                  <a:cubicBezTo>
                    <a:pt x="57857" y="12939"/>
                    <a:pt x="56026" y="9752"/>
                    <a:pt x="53753" y="7351"/>
                  </a:cubicBezTo>
                  <a:cubicBezTo>
                    <a:pt x="51479" y="4949"/>
                    <a:pt x="48415" y="2835"/>
                    <a:pt x="45338" y="1662"/>
                  </a:cubicBezTo>
                  <a:cubicBezTo>
                    <a:pt x="42261" y="484"/>
                    <a:pt x="38581" y="0"/>
                    <a:pt x="35298" y="30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9" name="Outer right wave"/>
            <p:cNvSpPr/>
            <p:nvPr/>
          </p:nvSpPr>
          <p:spPr>
            <a:xfrm>
              <a:off x="1045085" y="2103120"/>
              <a:ext cx="116203" cy="255660"/>
            </a:xfrm>
            <a:custGeom>
              <a:avLst/>
              <a:gdLst/>
              <a:ahLst/>
              <a:cxnLst/>
              <a:rect l="l" t="t" r="r" b="b"/>
              <a:pathLst>
                <a:path w="116203" h="255660">
                  <a:moveTo>
                    <a:pt x="81722" y="250"/>
                  </a:moveTo>
                  <a:cubicBezTo>
                    <a:pt x="78380" y="498"/>
                    <a:pt x="74942" y="1342"/>
                    <a:pt x="71815" y="2557"/>
                  </a:cubicBezTo>
                  <a:cubicBezTo>
                    <a:pt x="68687" y="3776"/>
                    <a:pt x="65615" y="5502"/>
                    <a:pt x="62948" y="7538"/>
                  </a:cubicBezTo>
                  <a:cubicBezTo>
                    <a:pt x="60282" y="9579"/>
                    <a:pt x="57830" y="12104"/>
                    <a:pt x="55821" y="14798"/>
                  </a:cubicBezTo>
                  <a:cubicBezTo>
                    <a:pt x="53812" y="17491"/>
                    <a:pt x="52200" y="20592"/>
                    <a:pt x="50890" y="23701"/>
                  </a:cubicBezTo>
                  <a:cubicBezTo>
                    <a:pt x="49580" y="26815"/>
                    <a:pt x="48886" y="30203"/>
                    <a:pt x="47959" y="33472"/>
                  </a:cubicBezTo>
                  <a:cubicBezTo>
                    <a:pt x="47032" y="36745"/>
                    <a:pt x="46210" y="40051"/>
                    <a:pt x="45333" y="43338"/>
                  </a:cubicBezTo>
                  <a:cubicBezTo>
                    <a:pt x="44461" y="46630"/>
                    <a:pt x="43585" y="49917"/>
                    <a:pt x="42708" y="53205"/>
                  </a:cubicBezTo>
                  <a:cubicBezTo>
                    <a:pt x="41831" y="56492"/>
                    <a:pt x="40959" y="59784"/>
                    <a:pt x="40078" y="63071"/>
                  </a:cubicBezTo>
                  <a:cubicBezTo>
                    <a:pt x="39192" y="66359"/>
                    <a:pt x="38288" y="69637"/>
                    <a:pt x="37412" y="72924"/>
                  </a:cubicBezTo>
                  <a:cubicBezTo>
                    <a:pt x="36535" y="76212"/>
                    <a:pt x="35672" y="79508"/>
                    <a:pt x="34814" y="82800"/>
                  </a:cubicBezTo>
                  <a:cubicBezTo>
                    <a:pt x="33960" y="86092"/>
                    <a:pt x="33125" y="89393"/>
                    <a:pt x="32275" y="92689"/>
                  </a:cubicBezTo>
                  <a:cubicBezTo>
                    <a:pt x="31426" y="95986"/>
                    <a:pt x="30572" y="99278"/>
                    <a:pt x="29728" y="102574"/>
                  </a:cubicBezTo>
                  <a:cubicBezTo>
                    <a:pt x="28888" y="105871"/>
                    <a:pt x="28047" y="109172"/>
                    <a:pt x="27230" y="112473"/>
                  </a:cubicBezTo>
                  <a:cubicBezTo>
                    <a:pt x="26408" y="115779"/>
                    <a:pt x="25623" y="119089"/>
                    <a:pt x="24815" y="122394"/>
                  </a:cubicBezTo>
                  <a:cubicBezTo>
                    <a:pt x="24007" y="125700"/>
                    <a:pt x="23167" y="128996"/>
                    <a:pt x="22372" y="132307"/>
                  </a:cubicBezTo>
                  <a:cubicBezTo>
                    <a:pt x="21578" y="135617"/>
                    <a:pt x="20815" y="138932"/>
                    <a:pt x="20057" y="142251"/>
                  </a:cubicBezTo>
                  <a:cubicBezTo>
                    <a:pt x="19295" y="145566"/>
                    <a:pt x="18564" y="148889"/>
                    <a:pt x="17806" y="152209"/>
                  </a:cubicBezTo>
                  <a:cubicBezTo>
                    <a:pt x="17049" y="155528"/>
                    <a:pt x="16277" y="158838"/>
                    <a:pt x="15510" y="162158"/>
                  </a:cubicBezTo>
                  <a:cubicBezTo>
                    <a:pt x="14743" y="165472"/>
                    <a:pt x="13967" y="168787"/>
                    <a:pt x="13209" y="172102"/>
                  </a:cubicBezTo>
                  <a:cubicBezTo>
                    <a:pt x="12446" y="175421"/>
                    <a:pt x="11697" y="178740"/>
                    <a:pt x="10953" y="182060"/>
                  </a:cubicBezTo>
                  <a:cubicBezTo>
                    <a:pt x="10204" y="185379"/>
                    <a:pt x="9469" y="188703"/>
                    <a:pt x="8721" y="192022"/>
                  </a:cubicBezTo>
                  <a:cubicBezTo>
                    <a:pt x="7976" y="195341"/>
                    <a:pt x="7214" y="198661"/>
                    <a:pt x="6474" y="201980"/>
                  </a:cubicBezTo>
                  <a:cubicBezTo>
                    <a:pt x="5735" y="205304"/>
                    <a:pt x="5018" y="208632"/>
                    <a:pt x="4287" y="211956"/>
                  </a:cubicBezTo>
                  <a:cubicBezTo>
                    <a:pt x="3557" y="215276"/>
                    <a:pt x="2785" y="218595"/>
                    <a:pt x="2087" y="221923"/>
                  </a:cubicBezTo>
                  <a:cubicBezTo>
                    <a:pt x="1383" y="225252"/>
                    <a:pt x="169" y="228594"/>
                    <a:pt x="82" y="231927"/>
                  </a:cubicBezTo>
                  <a:cubicBezTo>
                    <a:pt x="0" y="235264"/>
                    <a:pt x="356" y="238903"/>
                    <a:pt x="1580" y="241949"/>
                  </a:cubicBezTo>
                  <a:cubicBezTo>
                    <a:pt x="2803" y="244994"/>
                    <a:pt x="4958" y="248044"/>
                    <a:pt x="7419" y="250199"/>
                  </a:cubicBezTo>
                  <a:cubicBezTo>
                    <a:pt x="9885" y="252354"/>
                    <a:pt x="13195" y="254112"/>
                    <a:pt x="16364" y="254888"/>
                  </a:cubicBezTo>
                  <a:cubicBezTo>
                    <a:pt x="19537" y="255660"/>
                    <a:pt x="23295" y="255655"/>
                    <a:pt x="26454" y="254842"/>
                  </a:cubicBezTo>
                  <a:cubicBezTo>
                    <a:pt x="29614" y="254025"/>
                    <a:pt x="32796" y="252144"/>
                    <a:pt x="35316" y="250003"/>
                  </a:cubicBezTo>
                  <a:cubicBezTo>
                    <a:pt x="37841" y="247861"/>
                    <a:pt x="39800" y="244853"/>
                    <a:pt x="41594" y="241990"/>
                  </a:cubicBezTo>
                  <a:cubicBezTo>
                    <a:pt x="43393" y="239132"/>
                    <a:pt x="44776" y="235968"/>
                    <a:pt x="46110" y="232845"/>
                  </a:cubicBezTo>
                  <a:cubicBezTo>
                    <a:pt x="47443" y="229722"/>
                    <a:pt x="48429" y="226443"/>
                    <a:pt x="49589" y="223247"/>
                  </a:cubicBezTo>
                  <a:cubicBezTo>
                    <a:pt x="50753" y="220051"/>
                    <a:pt x="51931" y="216855"/>
                    <a:pt x="53091" y="213655"/>
                  </a:cubicBezTo>
                  <a:cubicBezTo>
                    <a:pt x="54250" y="210459"/>
                    <a:pt x="55401" y="207254"/>
                    <a:pt x="56556" y="204053"/>
                  </a:cubicBezTo>
                  <a:cubicBezTo>
                    <a:pt x="57711" y="200852"/>
                    <a:pt x="58871" y="197652"/>
                    <a:pt x="60021" y="194451"/>
                  </a:cubicBezTo>
                  <a:cubicBezTo>
                    <a:pt x="61172" y="191246"/>
                    <a:pt x="62309" y="188041"/>
                    <a:pt x="63459" y="184836"/>
                  </a:cubicBezTo>
                  <a:cubicBezTo>
                    <a:pt x="64606" y="181631"/>
                    <a:pt x="65756" y="178430"/>
                    <a:pt x="66902" y="175225"/>
                  </a:cubicBezTo>
                  <a:cubicBezTo>
                    <a:pt x="68053" y="172024"/>
                    <a:pt x="69203" y="168819"/>
                    <a:pt x="70349" y="165614"/>
                  </a:cubicBezTo>
                  <a:cubicBezTo>
                    <a:pt x="71495" y="162413"/>
                    <a:pt x="72632" y="159203"/>
                    <a:pt x="73783" y="156003"/>
                  </a:cubicBezTo>
                  <a:cubicBezTo>
                    <a:pt x="74933" y="152798"/>
                    <a:pt x="76102" y="149602"/>
                    <a:pt x="77257" y="146401"/>
                  </a:cubicBezTo>
                  <a:cubicBezTo>
                    <a:pt x="78412" y="143200"/>
                    <a:pt x="79563" y="139995"/>
                    <a:pt x="80709" y="136795"/>
                  </a:cubicBezTo>
                  <a:cubicBezTo>
                    <a:pt x="81860" y="133590"/>
                    <a:pt x="83015" y="130389"/>
                    <a:pt x="84161" y="127184"/>
                  </a:cubicBezTo>
                  <a:cubicBezTo>
                    <a:pt x="85307" y="123979"/>
                    <a:pt x="86444" y="120773"/>
                    <a:pt x="87590" y="117568"/>
                  </a:cubicBezTo>
                  <a:cubicBezTo>
                    <a:pt x="88736" y="114363"/>
                    <a:pt x="89895" y="111163"/>
                    <a:pt x="91046" y="107962"/>
                  </a:cubicBezTo>
                  <a:cubicBezTo>
                    <a:pt x="92196" y="104761"/>
                    <a:pt x="93342" y="101556"/>
                    <a:pt x="94498" y="98356"/>
                  </a:cubicBezTo>
                  <a:cubicBezTo>
                    <a:pt x="95653" y="95155"/>
                    <a:pt x="96831" y="91959"/>
                    <a:pt x="97986" y="88758"/>
                  </a:cubicBezTo>
                  <a:cubicBezTo>
                    <a:pt x="99141" y="85558"/>
                    <a:pt x="100278" y="82353"/>
                    <a:pt x="101428" y="79147"/>
                  </a:cubicBezTo>
                  <a:cubicBezTo>
                    <a:pt x="102574" y="75942"/>
                    <a:pt x="103734" y="72742"/>
                    <a:pt x="104862" y="69532"/>
                  </a:cubicBezTo>
                  <a:cubicBezTo>
                    <a:pt x="105990" y="66322"/>
                    <a:pt x="107085" y="63099"/>
                    <a:pt x="108199" y="59885"/>
                  </a:cubicBezTo>
                  <a:cubicBezTo>
                    <a:pt x="109318" y="56670"/>
                    <a:pt x="110469" y="53465"/>
                    <a:pt x="111555" y="50242"/>
                  </a:cubicBezTo>
                  <a:cubicBezTo>
                    <a:pt x="112637" y="47014"/>
                    <a:pt x="113952" y="43822"/>
                    <a:pt x="114706" y="40530"/>
                  </a:cubicBezTo>
                  <a:cubicBezTo>
                    <a:pt x="115459" y="37234"/>
                    <a:pt x="116203" y="33809"/>
                    <a:pt x="116080" y="30476"/>
                  </a:cubicBezTo>
                  <a:cubicBezTo>
                    <a:pt x="115952" y="27143"/>
                    <a:pt x="115158" y="23655"/>
                    <a:pt x="113952" y="20532"/>
                  </a:cubicBezTo>
                  <a:cubicBezTo>
                    <a:pt x="112747" y="17409"/>
                    <a:pt x="110966" y="14327"/>
                    <a:pt x="108848" y="11739"/>
                  </a:cubicBezTo>
                  <a:cubicBezTo>
                    <a:pt x="106729" y="9150"/>
                    <a:pt x="104063" y="6780"/>
                    <a:pt x="101232" y="5000"/>
                  </a:cubicBezTo>
                  <a:cubicBezTo>
                    <a:pt x="98401" y="3219"/>
                    <a:pt x="95109" y="1854"/>
                    <a:pt x="91859" y="1059"/>
                  </a:cubicBezTo>
                  <a:cubicBezTo>
                    <a:pt x="88608" y="269"/>
                    <a:pt x="85065" y="0"/>
                    <a:pt x="81723" y="251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10" name="Wordmark (horizontal)"/>
          <p:cNvSpPr txBox="1"/>
          <p:nvPr/>
        </p:nvSpPr>
        <p:spPr>
          <a:xfrm>
            <a:off x="1230417" y="2103120"/>
            <a:ext cx="1894637" cy="3361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Voice Command AI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Your voice. Every agent.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One command center.</a:t>
            </a:r>
            <a:endParaRPr lang="en-US" sz="1000" dirty="0"/>
          </a:p>
        </p:txBody>
      </p:sp>
      <p:sp>
        <p:nvSpPr>
          <p:cNvPr id="12" name="Code block"/>
          <p:cNvSpPr/>
          <p:nvPr/>
        </p:nvSpPr>
        <p:spPr>
          <a:xfrm>
            <a:off x="777240" y="3246120"/>
            <a:ext cx="2148840" cy="50292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npm i -g vca</a:t>
            </a:r>
            <a:endParaRPr lang="en-US" sz="1000" dirty="0"/>
          </a:p>
        </p:txBody>
      </p:sp>
      <p:sp>
        <p:nvSpPr>
          <p:cNvPr id="14" name="Presentation cover mockup"/>
          <p:cNvSpPr/>
          <p:nvPr/>
        </p:nvSpPr>
        <p:spPr>
          <a:xfrm>
            <a:off x="3377794" y="2148840"/>
            <a:ext cx="2606040" cy="1465898"/>
          </a:xfrm>
          <a:prstGeom prst="roundRect">
            <a:avLst>
              <a:gd name="adj" fmla="val 3119"/>
            </a:avLst>
          </a:prstGeom>
          <a:solidFill>
            <a:schemeClr val="tx1"/>
          </a:solidFill>
          <a:ln/>
        </p:spPr>
      </p:sp>
      <p:grpSp>
        <p:nvGrpSpPr>
          <p:cNvPr id="45" name="VCA symbol"/>
          <p:cNvGrpSpPr/>
          <p:nvPr/>
        </p:nvGrpSpPr>
        <p:grpSpPr>
          <a:xfrm>
            <a:off x="3606394" y="2350008"/>
            <a:ext cx="384047" cy="336178"/>
            <a:chOff x="3606394" y="2350008"/>
            <a:chExt cx="384047" cy="336178"/>
          </a:xfrm>
        </p:grpSpPr>
        <p:sp>
          <p:nvSpPr>
            <p:cNvPr id="15" name="Outer left wave"/>
            <p:cNvSpPr/>
            <p:nvPr/>
          </p:nvSpPr>
          <p:spPr>
            <a:xfrm>
              <a:off x="3606394" y="2350075"/>
              <a:ext cx="116068" cy="255705"/>
            </a:xfrm>
            <a:custGeom>
              <a:avLst/>
              <a:gdLst/>
              <a:ahLst/>
              <a:cxnLst/>
              <a:rect l="l" t="t" r="r" b="b"/>
              <a:pathLst>
                <a:path w="116068" h="255705">
                  <a:moveTo>
                    <a:pt x="32931" y="66"/>
                  </a:moveTo>
                  <a:cubicBezTo>
                    <a:pt x="29582" y="0"/>
                    <a:pt x="26057" y="420"/>
                    <a:pt x="22847" y="1374"/>
                  </a:cubicBezTo>
                  <a:cubicBezTo>
                    <a:pt x="19637" y="2333"/>
                    <a:pt x="16423" y="3885"/>
                    <a:pt x="13679" y="5803"/>
                  </a:cubicBezTo>
                  <a:cubicBezTo>
                    <a:pt x="10940" y="7721"/>
                    <a:pt x="8383" y="10200"/>
                    <a:pt x="6383" y="12885"/>
                  </a:cubicBezTo>
                  <a:cubicBezTo>
                    <a:pt x="4383" y="15569"/>
                    <a:pt x="2735" y="18733"/>
                    <a:pt x="1680" y="21911"/>
                  </a:cubicBezTo>
                  <a:cubicBezTo>
                    <a:pt x="626" y="25089"/>
                    <a:pt x="0" y="28618"/>
                    <a:pt x="46" y="31956"/>
                  </a:cubicBezTo>
                  <a:cubicBezTo>
                    <a:pt x="96" y="35293"/>
                    <a:pt x="1109" y="38658"/>
                    <a:pt x="1968" y="41937"/>
                  </a:cubicBezTo>
                  <a:cubicBezTo>
                    <a:pt x="2822" y="45215"/>
                    <a:pt x="4091" y="48406"/>
                    <a:pt x="5182" y="51630"/>
                  </a:cubicBezTo>
                  <a:cubicBezTo>
                    <a:pt x="6269" y="54858"/>
                    <a:pt x="7392" y="58072"/>
                    <a:pt x="8511" y="61286"/>
                  </a:cubicBezTo>
                  <a:cubicBezTo>
                    <a:pt x="9625" y="64500"/>
                    <a:pt x="10752" y="67715"/>
                    <a:pt x="11885" y="70925"/>
                  </a:cubicBezTo>
                  <a:cubicBezTo>
                    <a:pt x="13017" y="74139"/>
                    <a:pt x="14163" y="77339"/>
                    <a:pt x="15300" y="80549"/>
                  </a:cubicBezTo>
                  <a:cubicBezTo>
                    <a:pt x="16437" y="83759"/>
                    <a:pt x="17564" y="86973"/>
                    <a:pt x="18706" y="90178"/>
                  </a:cubicBezTo>
                  <a:cubicBezTo>
                    <a:pt x="19847" y="93388"/>
                    <a:pt x="20989" y="96593"/>
                    <a:pt x="22139" y="99798"/>
                  </a:cubicBezTo>
                  <a:cubicBezTo>
                    <a:pt x="23290" y="102999"/>
                    <a:pt x="24463" y="106195"/>
                    <a:pt x="25618" y="109400"/>
                  </a:cubicBezTo>
                  <a:cubicBezTo>
                    <a:pt x="26774" y="112601"/>
                    <a:pt x="27920" y="115811"/>
                    <a:pt x="29070" y="119011"/>
                  </a:cubicBezTo>
                  <a:cubicBezTo>
                    <a:pt x="30221" y="122216"/>
                    <a:pt x="31371" y="125421"/>
                    <a:pt x="32531" y="128622"/>
                  </a:cubicBezTo>
                  <a:cubicBezTo>
                    <a:pt x="33691" y="131823"/>
                    <a:pt x="34878" y="135014"/>
                    <a:pt x="36028" y="138215"/>
                  </a:cubicBezTo>
                  <a:cubicBezTo>
                    <a:pt x="37184" y="141420"/>
                    <a:pt x="38298" y="144634"/>
                    <a:pt x="39444" y="147839"/>
                  </a:cubicBezTo>
                  <a:cubicBezTo>
                    <a:pt x="40594" y="151044"/>
                    <a:pt x="41772" y="154241"/>
                    <a:pt x="42923" y="157441"/>
                  </a:cubicBezTo>
                  <a:cubicBezTo>
                    <a:pt x="44069" y="160646"/>
                    <a:pt x="45196" y="163861"/>
                    <a:pt x="46338" y="167066"/>
                  </a:cubicBezTo>
                  <a:cubicBezTo>
                    <a:pt x="47484" y="170271"/>
                    <a:pt x="48639" y="173476"/>
                    <a:pt x="49790" y="176677"/>
                  </a:cubicBezTo>
                  <a:cubicBezTo>
                    <a:pt x="50940" y="179882"/>
                    <a:pt x="52095" y="183087"/>
                    <a:pt x="53246" y="186292"/>
                  </a:cubicBezTo>
                  <a:cubicBezTo>
                    <a:pt x="54392" y="189493"/>
                    <a:pt x="55538" y="192702"/>
                    <a:pt x="56688" y="195903"/>
                  </a:cubicBezTo>
                  <a:cubicBezTo>
                    <a:pt x="57839" y="199108"/>
                    <a:pt x="58990" y="202313"/>
                    <a:pt x="60149" y="205514"/>
                  </a:cubicBezTo>
                  <a:cubicBezTo>
                    <a:pt x="61309" y="208715"/>
                    <a:pt x="62482" y="211911"/>
                    <a:pt x="63638" y="215111"/>
                  </a:cubicBezTo>
                  <a:cubicBezTo>
                    <a:pt x="64793" y="218316"/>
                    <a:pt x="65907" y="221531"/>
                    <a:pt x="67071" y="224731"/>
                  </a:cubicBezTo>
                  <a:cubicBezTo>
                    <a:pt x="68231" y="227932"/>
                    <a:pt x="69221" y="231210"/>
                    <a:pt x="70605" y="234310"/>
                  </a:cubicBezTo>
                  <a:cubicBezTo>
                    <a:pt x="71988" y="237410"/>
                    <a:pt x="73468" y="240547"/>
                    <a:pt x="75376" y="243332"/>
                  </a:cubicBezTo>
                  <a:cubicBezTo>
                    <a:pt x="77280" y="246113"/>
                    <a:pt x="79389" y="249049"/>
                    <a:pt x="82033" y="251016"/>
                  </a:cubicBezTo>
                  <a:cubicBezTo>
                    <a:pt x="84681" y="252984"/>
                    <a:pt x="88042" y="254569"/>
                    <a:pt x="91251" y="255135"/>
                  </a:cubicBezTo>
                  <a:cubicBezTo>
                    <a:pt x="94466" y="255705"/>
                    <a:pt x="98219" y="255450"/>
                    <a:pt x="101319" y="254427"/>
                  </a:cubicBezTo>
                  <a:cubicBezTo>
                    <a:pt x="104414" y="253404"/>
                    <a:pt x="107551" y="251345"/>
                    <a:pt x="109848" y="249003"/>
                  </a:cubicBezTo>
                  <a:cubicBezTo>
                    <a:pt x="112140" y="246656"/>
                    <a:pt x="114094" y="243469"/>
                    <a:pt x="115080" y="240346"/>
                  </a:cubicBezTo>
                  <a:cubicBezTo>
                    <a:pt x="116066" y="237223"/>
                    <a:pt x="115989" y="233612"/>
                    <a:pt x="115765" y="230265"/>
                  </a:cubicBezTo>
                  <a:cubicBezTo>
                    <a:pt x="115541" y="226918"/>
                    <a:pt x="114436" y="223590"/>
                    <a:pt x="113733" y="220257"/>
                  </a:cubicBezTo>
                  <a:cubicBezTo>
                    <a:pt x="113035" y="216924"/>
                    <a:pt x="112290" y="213605"/>
                    <a:pt x="111564" y="210276"/>
                  </a:cubicBezTo>
                  <a:cubicBezTo>
                    <a:pt x="110838" y="206952"/>
                    <a:pt x="110108" y="203624"/>
                    <a:pt x="109386" y="200300"/>
                  </a:cubicBezTo>
                  <a:cubicBezTo>
                    <a:pt x="108661" y="196971"/>
                    <a:pt x="107971" y="193638"/>
                    <a:pt x="107218" y="190319"/>
                  </a:cubicBezTo>
                  <a:cubicBezTo>
                    <a:pt x="106460" y="187000"/>
                    <a:pt x="105620" y="183699"/>
                    <a:pt x="104853" y="180384"/>
                  </a:cubicBezTo>
                  <a:cubicBezTo>
                    <a:pt x="104081" y="177065"/>
                    <a:pt x="103355" y="173741"/>
                    <a:pt x="102611" y="170422"/>
                  </a:cubicBezTo>
                  <a:cubicBezTo>
                    <a:pt x="101862" y="167098"/>
                    <a:pt x="101127" y="163774"/>
                    <a:pt x="100369" y="160455"/>
                  </a:cubicBezTo>
                  <a:cubicBezTo>
                    <a:pt x="99616" y="157135"/>
                    <a:pt x="98840" y="153820"/>
                    <a:pt x="98073" y="150506"/>
                  </a:cubicBezTo>
                  <a:cubicBezTo>
                    <a:pt x="97310" y="147186"/>
                    <a:pt x="96561" y="143867"/>
                    <a:pt x="95785" y="140552"/>
                  </a:cubicBezTo>
                  <a:cubicBezTo>
                    <a:pt x="95013" y="137238"/>
                    <a:pt x="94219" y="133923"/>
                    <a:pt x="93429" y="130613"/>
                  </a:cubicBezTo>
                  <a:cubicBezTo>
                    <a:pt x="92639" y="127303"/>
                    <a:pt x="91845" y="123992"/>
                    <a:pt x="91046" y="120682"/>
                  </a:cubicBezTo>
                  <a:cubicBezTo>
                    <a:pt x="90251" y="117372"/>
                    <a:pt x="89480" y="114057"/>
                    <a:pt x="88653" y="110752"/>
                  </a:cubicBezTo>
                  <a:cubicBezTo>
                    <a:pt x="87827" y="107451"/>
                    <a:pt x="86941" y="104163"/>
                    <a:pt x="86087" y="100867"/>
                  </a:cubicBezTo>
                  <a:cubicBezTo>
                    <a:pt x="85234" y="97570"/>
                    <a:pt x="84389" y="94274"/>
                    <a:pt x="83540" y="90977"/>
                  </a:cubicBezTo>
                  <a:cubicBezTo>
                    <a:pt x="82690" y="87681"/>
                    <a:pt x="81855" y="84380"/>
                    <a:pt x="80992" y="81088"/>
                  </a:cubicBezTo>
                  <a:cubicBezTo>
                    <a:pt x="80125" y="77796"/>
                    <a:pt x="79230" y="74513"/>
                    <a:pt x="78344" y="71226"/>
                  </a:cubicBezTo>
                  <a:cubicBezTo>
                    <a:pt x="77463" y="67934"/>
                    <a:pt x="76568" y="64651"/>
                    <a:pt x="75691" y="61359"/>
                  </a:cubicBezTo>
                  <a:cubicBezTo>
                    <a:pt x="74815" y="58072"/>
                    <a:pt x="73970" y="54775"/>
                    <a:pt x="73089" y="51484"/>
                  </a:cubicBezTo>
                  <a:cubicBezTo>
                    <a:pt x="72212" y="48196"/>
                    <a:pt x="71308" y="44913"/>
                    <a:pt x="70427" y="41626"/>
                  </a:cubicBezTo>
                  <a:cubicBezTo>
                    <a:pt x="69546" y="38339"/>
                    <a:pt x="68751" y="35019"/>
                    <a:pt x="67797" y="31755"/>
                  </a:cubicBezTo>
                  <a:cubicBezTo>
                    <a:pt x="66843" y="28490"/>
                    <a:pt x="66076" y="25116"/>
                    <a:pt x="64688" y="22043"/>
                  </a:cubicBezTo>
                  <a:cubicBezTo>
                    <a:pt x="63300" y="18971"/>
                    <a:pt x="61578" y="15930"/>
                    <a:pt x="59474" y="13309"/>
                  </a:cubicBezTo>
                  <a:cubicBezTo>
                    <a:pt x="57373" y="10684"/>
                    <a:pt x="54826" y="8237"/>
                    <a:pt x="52072" y="6314"/>
                  </a:cubicBezTo>
                  <a:cubicBezTo>
                    <a:pt x="49319" y="4388"/>
                    <a:pt x="46146" y="2813"/>
                    <a:pt x="42955" y="1772"/>
                  </a:cubicBezTo>
                  <a:cubicBezTo>
                    <a:pt x="39763" y="731"/>
                    <a:pt x="36284" y="132"/>
                    <a:pt x="32933" y="64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6" name="Inner left wave"/>
            <p:cNvSpPr/>
            <p:nvPr/>
          </p:nvSpPr>
          <p:spPr>
            <a:xfrm>
              <a:off x="3703363" y="2419558"/>
              <a:ext cx="60540" cy="218242"/>
            </a:xfrm>
            <a:custGeom>
              <a:avLst/>
              <a:gdLst/>
              <a:ahLst/>
              <a:cxnLst/>
              <a:rect l="l" t="t" r="r" b="b"/>
              <a:pathLst>
                <a:path w="60540" h="218242">
                  <a:moveTo>
                    <a:pt x="21912" y="202"/>
                  </a:moveTo>
                  <a:cubicBezTo>
                    <a:pt x="18624" y="406"/>
                    <a:pt x="15049" y="1498"/>
                    <a:pt x="12181" y="3132"/>
                  </a:cubicBezTo>
                  <a:cubicBezTo>
                    <a:pt x="9314" y="4771"/>
                    <a:pt x="6639" y="7319"/>
                    <a:pt x="4721" y="10022"/>
                  </a:cubicBezTo>
                  <a:cubicBezTo>
                    <a:pt x="2803" y="12725"/>
                    <a:pt x="1370" y="16103"/>
                    <a:pt x="685" y="19350"/>
                  </a:cubicBezTo>
                  <a:cubicBezTo>
                    <a:pt x="0" y="22596"/>
                    <a:pt x="283" y="26130"/>
                    <a:pt x="612" y="29495"/>
                  </a:cubicBezTo>
                  <a:cubicBezTo>
                    <a:pt x="936" y="32860"/>
                    <a:pt x="1945" y="36193"/>
                    <a:pt x="2644" y="39535"/>
                  </a:cubicBezTo>
                  <a:cubicBezTo>
                    <a:pt x="3342" y="42877"/>
                    <a:pt x="4095" y="46205"/>
                    <a:pt x="4808" y="49548"/>
                  </a:cubicBezTo>
                  <a:cubicBezTo>
                    <a:pt x="5520" y="52885"/>
                    <a:pt x="6214" y="56227"/>
                    <a:pt x="6908" y="59569"/>
                  </a:cubicBezTo>
                  <a:cubicBezTo>
                    <a:pt x="7607" y="62912"/>
                    <a:pt x="8282" y="66258"/>
                    <a:pt x="8990" y="69600"/>
                  </a:cubicBezTo>
                  <a:cubicBezTo>
                    <a:pt x="9693" y="72938"/>
                    <a:pt x="10428" y="76271"/>
                    <a:pt x="11140" y="79613"/>
                  </a:cubicBezTo>
                  <a:cubicBezTo>
                    <a:pt x="11853" y="82951"/>
                    <a:pt x="12574" y="86288"/>
                    <a:pt x="13268" y="89630"/>
                  </a:cubicBezTo>
                  <a:cubicBezTo>
                    <a:pt x="13967" y="92973"/>
                    <a:pt x="14629" y="96324"/>
                    <a:pt x="15327" y="99666"/>
                  </a:cubicBezTo>
                  <a:cubicBezTo>
                    <a:pt x="16021" y="103008"/>
                    <a:pt x="16761" y="106341"/>
                    <a:pt x="17446" y="109683"/>
                  </a:cubicBezTo>
                  <a:cubicBezTo>
                    <a:pt x="18135" y="113030"/>
                    <a:pt x="18797" y="116377"/>
                    <a:pt x="19450" y="119728"/>
                  </a:cubicBezTo>
                  <a:cubicBezTo>
                    <a:pt x="20098" y="123079"/>
                    <a:pt x="20733" y="126435"/>
                    <a:pt x="21359" y="129791"/>
                  </a:cubicBezTo>
                  <a:cubicBezTo>
                    <a:pt x="21984" y="133147"/>
                    <a:pt x="22596" y="136507"/>
                    <a:pt x="23208" y="139867"/>
                  </a:cubicBezTo>
                  <a:cubicBezTo>
                    <a:pt x="23820" y="143223"/>
                    <a:pt x="24431" y="146584"/>
                    <a:pt x="25025" y="149944"/>
                  </a:cubicBezTo>
                  <a:cubicBezTo>
                    <a:pt x="25623" y="153309"/>
                    <a:pt x="26207" y="156674"/>
                    <a:pt x="26778" y="160039"/>
                  </a:cubicBezTo>
                  <a:cubicBezTo>
                    <a:pt x="27349" y="163404"/>
                    <a:pt x="27915" y="166769"/>
                    <a:pt x="28458" y="170143"/>
                  </a:cubicBezTo>
                  <a:cubicBezTo>
                    <a:pt x="29002" y="173513"/>
                    <a:pt x="29504" y="176887"/>
                    <a:pt x="30043" y="180261"/>
                  </a:cubicBezTo>
                  <a:cubicBezTo>
                    <a:pt x="30586" y="183630"/>
                    <a:pt x="31166" y="186995"/>
                    <a:pt x="31700" y="190369"/>
                  </a:cubicBezTo>
                  <a:cubicBezTo>
                    <a:pt x="32234" y="193739"/>
                    <a:pt x="32618" y="197145"/>
                    <a:pt x="33252" y="200492"/>
                  </a:cubicBezTo>
                  <a:cubicBezTo>
                    <a:pt x="33892" y="203838"/>
                    <a:pt x="33928" y="207655"/>
                    <a:pt x="35522" y="210440"/>
                  </a:cubicBezTo>
                  <a:cubicBezTo>
                    <a:pt x="37115" y="213226"/>
                    <a:pt x="39937" y="216170"/>
                    <a:pt x="42813" y="217207"/>
                  </a:cubicBezTo>
                  <a:cubicBezTo>
                    <a:pt x="45690" y="218243"/>
                    <a:pt x="50027" y="217997"/>
                    <a:pt x="52776" y="216650"/>
                  </a:cubicBezTo>
                  <a:cubicBezTo>
                    <a:pt x="55524" y="215308"/>
                    <a:pt x="58081" y="212080"/>
                    <a:pt x="59309" y="209135"/>
                  </a:cubicBezTo>
                  <a:cubicBezTo>
                    <a:pt x="60542" y="206190"/>
                    <a:pt x="60012" y="202382"/>
                    <a:pt x="60149" y="198985"/>
                  </a:cubicBezTo>
                  <a:cubicBezTo>
                    <a:pt x="60291" y="195583"/>
                    <a:pt x="60149" y="192155"/>
                    <a:pt x="60149" y="188739"/>
                  </a:cubicBezTo>
                  <a:cubicBezTo>
                    <a:pt x="60149" y="185324"/>
                    <a:pt x="60149" y="181914"/>
                    <a:pt x="60149" y="178498"/>
                  </a:cubicBezTo>
                  <a:cubicBezTo>
                    <a:pt x="60149" y="175083"/>
                    <a:pt x="60149" y="171668"/>
                    <a:pt x="60149" y="168253"/>
                  </a:cubicBezTo>
                  <a:cubicBezTo>
                    <a:pt x="60149" y="164842"/>
                    <a:pt x="60149" y="161427"/>
                    <a:pt x="60149" y="158012"/>
                  </a:cubicBezTo>
                  <a:cubicBezTo>
                    <a:pt x="60149" y="154597"/>
                    <a:pt x="60149" y="151181"/>
                    <a:pt x="60149" y="147766"/>
                  </a:cubicBezTo>
                  <a:cubicBezTo>
                    <a:pt x="60149" y="144356"/>
                    <a:pt x="60149" y="140940"/>
                    <a:pt x="60149" y="137525"/>
                  </a:cubicBezTo>
                  <a:cubicBezTo>
                    <a:pt x="60149" y="134110"/>
                    <a:pt x="60149" y="130695"/>
                    <a:pt x="60149" y="127284"/>
                  </a:cubicBezTo>
                  <a:cubicBezTo>
                    <a:pt x="60149" y="123869"/>
                    <a:pt x="60149" y="120454"/>
                    <a:pt x="60149" y="117039"/>
                  </a:cubicBezTo>
                  <a:cubicBezTo>
                    <a:pt x="60149" y="113624"/>
                    <a:pt x="60149" y="110213"/>
                    <a:pt x="60149" y="106798"/>
                  </a:cubicBezTo>
                  <a:cubicBezTo>
                    <a:pt x="60149" y="103383"/>
                    <a:pt x="60149" y="99967"/>
                    <a:pt x="60149" y="96552"/>
                  </a:cubicBezTo>
                  <a:cubicBezTo>
                    <a:pt x="60149" y="93142"/>
                    <a:pt x="60241" y="89722"/>
                    <a:pt x="60149" y="86311"/>
                  </a:cubicBezTo>
                  <a:cubicBezTo>
                    <a:pt x="60058" y="82901"/>
                    <a:pt x="59994" y="79476"/>
                    <a:pt x="59597" y="76093"/>
                  </a:cubicBezTo>
                  <a:cubicBezTo>
                    <a:pt x="59195" y="72710"/>
                    <a:pt x="58442" y="69363"/>
                    <a:pt x="57752" y="66021"/>
                  </a:cubicBezTo>
                  <a:cubicBezTo>
                    <a:pt x="57063" y="62679"/>
                    <a:pt x="56227" y="59364"/>
                    <a:pt x="55460" y="56036"/>
                  </a:cubicBezTo>
                  <a:cubicBezTo>
                    <a:pt x="54689" y="52712"/>
                    <a:pt x="53908" y="49388"/>
                    <a:pt x="53141" y="46059"/>
                  </a:cubicBezTo>
                  <a:cubicBezTo>
                    <a:pt x="52374" y="42736"/>
                    <a:pt x="51620" y="39403"/>
                    <a:pt x="50853" y="36074"/>
                  </a:cubicBezTo>
                  <a:cubicBezTo>
                    <a:pt x="50086" y="32750"/>
                    <a:pt x="49374" y="29403"/>
                    <a:pt x="48539" y="26098"/>
                  </a:cubicBezTo>
                  <a:cubicBezTo>
                    <a:pt x="47708" y="22792"/>
                    <a:pt x="47228" y="19299"/>
                    <a:pt x="45849" y="16236"/>
                  </a:cubicBezTo>
                  <a:cubicBezTo>
                    <a:pt x="44471" y="13172"/>
                    <a:pt x="42589" y="10095"/>
                    <a:pt x="40265" y="7707"/>
                  </a:cubicBezTo>
                  <a:cubicBezTo>
                    <a:pt x="37946" y="5324"/>
                    <a:pt x="34978" y="3169"/>
                    <a:pt x="31915" y="1918"/>
                  </a:cubicBezTo>
                  <a:cubicBezTo>
                    <a:pt x="28856" y="667"/>
                    <a:pt x="25203" y="0"/>
                    <a:pt x="21911" y="20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7" name="Center wave"/>
            <p:cNvSpPr/>
            <p:nvPr/>
          </p:nvSpPr>
          <p:spPr>
            <a:xfrm>
              <a:off x="3773049" y="2500806"/>
              <a:ext cx="50497" cy="185380"/>
            </a:xfrm>
            <a:custGeom>
              <a:avLst/>
              <a:gdLst/>
              <a:ahLst/>
              <a:cxnLst/>
              <a:rect l="l" t="t" r="r" b="b"/>
              <a:pathLst>
                <a:path w="50497" h="185380">
                  <a:moveTo>
                    <a:pt x="23452" y="230"/>
                  </a:moveTo>
                  <a:cubicBezTo>
                    <a:pt x="20167" y="461"/>
                    <a:pt x="16660" y="1447"/>
                    <a:pt x="13743" y="2977"/>
                  </a:cubicBezTo>
                  <a:cubicBezTo>
                    <a:pt x="10825" y="4506"/>
                    <a:pt x="8022" y="6840"/>
                    <a:pt x="5954" y="9405"/>
                  </a:cubicBezTo>
                  <a:cubicBezTo>
                    <a:pt x="3885" y="11967"/>
                    <a:pt x="2260" y="15199"/>
                    <a:pt x="1333" y="18373"/>
                  </a:cubicBezTo>
                  <a:cubicBezTo>
                    <a:pt x="406" y="21546"/>
                    <a:pt x="552" y="25071"/>
                    <a:pt x="397" y="28440"/>
                  </a:cubicBezTo>
                  <a:cubicBezTo>
                    <a:pt x="237" y="31814"/>
                    <a:pt x="397" y="35211"/>
                    <a:pt x="397" y="38599"/>
                  </a:cubicBezTo>
                  <a:cubicBezTo>
                    <a:pt x="397" y="41982"/>
                    <a:pt x="397" y="45370"/>
                    <a:pt x="397" y="48753"/>
                  </a:cubicBezTo>
                  <a:cubicBezTo>
                    <a:pt x="397" y="52136"/>
                    <a:pt x="397" y="55524"/>
                    <a:pt x="397" y="58907"/>
                  </a:cubicBezTo>
                  <a:cubicBezTo>
                    <a:pt x="397" y="62295"/>
                    <a:pt x="397" y="65678"/>
                    <a:pt x="397" y="69066"/>
                  </a:cubicBezTo>
                  <a:cubicBezTo>
                    <a:pt x="397" y="72449"/>
                    <a:pt x="397" y="75837"/>
                    <a:pt x="397" y="79221"/>
                  </a:cubicBezTo>
                  <a:cubicBezTo>
                    <a:pt x="397" y="82604"/>
                    <a:pt x="397" y="85992"/>
                    <a:pt x="397" y="89375"/>
                  </a:cubicBezTo>
                  <a:cubicBezTo>
                    <a:pt x="397" y="92763"/>
                    <a:pt x="397" y="96146"/>
                    <a:pt x="397" y="99534"/>
                  </a:cubicBezTo>
                  <a:cubicBezTo>
                    <a:pt x="397" y="102917"/>
                    <a:pt x="397" y="106305"/>
                    <a:pt x="397" y="109688"/>
                  </a:cubicBezTo>
                  <a:cubicBezTo>
                    <a:pt x="397" y="113071"/>
                    <a:pt x="397" y="116459"/>
                    <a:pt x="397" y="119842"/>
                  </a:cubicBezTo>
                  <a:cubicBezTo>
                    <a:pt x="397" y="123230"/>
                    <a:pt x="397" y="126613"/>
                    <a:pt x="397" y="130001"/>
                  </a:cubicBezTo>
                  <a:cubicBezTo>
                    <a:pt x="397" y="133384"/>
                    <a:pt x="397" y="136772"/>
                    <a:pt x="397" y="140155"/>
                  </a:cubicBezTo>
                  <a:cubicBezTo>
                    <a:pt x="397" y="143538"/>
                    <a:pt x="397" y="146926"/>
                    <a:pt x="397" y="150309"/>
                  </a:cubicBezTo>
                  <a:cubicBezTo>
                    <a:pt x="393" y="153697"/>
                    <a:pt x="0" y="157131"/>
                    <a:pt x="370" y="160464"/>
                  </a:cubicBezTo>
                  <a:cubicBezTo>
                    <a:pt x="744" y="163797"/>
                    <a:pt x="1283" y="167289"/>
                    <a:pt x="2625" y="170307"/>
                  </a:cubicBezTo>
                  <a:cubicBezTo>
                    <a:pt x="3963" y="173325"/>
                    <a:pt x="6009" y="176311"/>
                    <a:pt x="8410" y="178567"/>
                  </a:cubicBezTo>
                  <a:cubicBezTo>
                    <a:pt x="10807" y="180818"/>
                    <a:pt x="13912" y="182735"/>
                    <a:pt x="17012" y="183831"/>
                  </a:cubicBezTo>
                  <a:cubicBezTo>
                    <a:pt x="20117" y="184922"/>
                    <a:pt x="23737" y="185379"/>
                    <a:pt x="27025" y="185132"/>
                  </a:cubicBezTo>
                  <a:cubicBezTo>
                    <a:pt x="30308" y="184886"/>
                    <a:pt x="33809" y="183886"/>
                    <a:pt x="36718" y="182347"/>
                  </a:cubicBezTo>
                  <a:cubicBezTo>
                    <a:pt x="39622" y="180809"/>
                    <a:pt x="42402" y="178462"/>
                    <a:pt x="44461" y="175891"/>
                  </a:cubicBezTo>
                  <a:cubicBezTo>
                    <a:pt x="46521" y="173325"/>
                    <a:pt x="48151" y="170097"/>
                    <a:pt x="49082" y="166929"/>
                  </a:cubicBezTo>
                  <a:cubicBezTo>
                    <a:pt x="50009" y="163756"/>
                    <a:pt x="49885" y="160235"/>
                    <a:pt x="50050" y="156866"/>
                  </a:cubicBezTo>
                  <a:cubicBezTo>
                    <a:pt x="50210" y="153496"/>
                    <a:pt x="50050" y="150095"/>
                    <a:pt x="50050" y="146712"/>
                  </a:cubicBezTo>
                  <a:cubicBezTo>
                    <a:pt x="50050" y="143324"/>
                    <a:pt x="50032" y="139941"/>
                    <a:pt x="50050" y="136557"/>
                  </a:cubicBezTo>
                  <a:cubicBezTo>
                    <a:pt x="50064" y="133170"/>
                    <a:pt x="50127" y="129786"/>
                    <a:pt x="50146" y="126403"/>
                  </a:cubicBezTo>
                  <a:cubicBezTo>
                    <a:pt x="50159" y="123015"/>
                    <a:pt x="50146" y="119632"/>
                    <a:pt x="50146" y="116249"/>
                  </a:cubicBezTo>
                  <a:cubicBezTo>
                    <a:pt x="50146" y="112866"/>
                    <a:pt x="50155" y="109482"/>
                    <a:pt x="50137" y="106095"/>
                  </a:cubicBezTo>
                  <a:cubicBezTo>
                    <a:pt x="50123" y="102711"/>
                    <a:pt x="50059" y="99328"/>
                    <a:pt x="50050" y="95945"/>
                  </a:cubicBezTo>
                  <a:cubicBezTo>
                    <a:pt x="50036" y="92557"/>
                    <a:pt x="50068" y="89174"/>
                    <a:pt x="50073" y="85791"/>
                  </a:cubicBezTo>
                  <a:cubicBezTo>
                    <a:pt x="50082" y="82407"/>
                    <a:pt x="50086" y="79020"/>
                    <a:pt x="50082" y="75636"/>
                  </a:cubicBezTo>
                  <a:cubicBezTo>
                    <a:pt x="50077" y="72253"/>
                    <a:pt x="50036" y="68870"/>
                    <a:pt x="50050" y="65482"/>
                  </a:cubicBezTo>
                  <a:cubicBezTo>
                    <a:pt x="50059" y="62099"/>
                    <a:pt x="50123" y="58716"/>
                    <a:pt x="50141" y="55328"/>
                  </a:cubicBezTo>
                  <a:cubicBezTo>
                    <a:pt x="50159" y="51945"/>
                    <a:pt x="50178" y="48561"/>
                    <a:pt x="50164" y="45178"/>
                  </a:cubicBezTo>
                  <a:cubicBezTo>
                    <a:pt x="50146" y="41790"/>
                    <a:pt x="50054" y="38407"/>
                    <a:pt x="50050" y="35024"/>
                  </a:cubicBezTo>
                  <a:cubicBezTo>
                    <a:pt x="50050" y="31636"/>
                    <a:pt x="50497" y="28198"/>
                    <a:pt x="50146" y="24870"/>
                  </a:cubicBezTo>
                  <a:cubicBezTo>
                    <a:pt x="49794" y="21537"/>
                    <a:pt x="49287" y="18030"/>
                    <a:pt x="47940" y="15030"/>
                  </a:cubicBezTo>
                  <a:cubicBezTo>
                    <a:pt x="46589" y="12031"/>
                    <a:pt x="44466" y="9095"/>
                    <a:pt x="42051" y="6858"/>
                  </a:cubicBezTo>
                  <a:cubicBezTo>
                    <a:pt x="39635" y="4621"/>
                    <a:pt x="36553" y="2703"/>
                    <a:pt x="33453" y="1598"/>
                  </a:cubicBezTo>
                  <a:cubicBezTo>
                    <a:pt x="30358" y="493"/>
                    <a:pt x="26737" y="0"/>
                    <a:pt x="23454" y="228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8" name="Inner right wave"/>
            <p:cNvSpPr/>
            <p:nvPr/>
          </p:nvSpPr>
          <p:spPr>
            <a:xfrm>
              <a:off x="3832771" y="2419596"/>
              <a:ext cx="60501" cy="218239"/>
            </a:xfrm>
            <a:custGeom>
              <a:avLst/>
              <a:gdLst/>
              <a:ahLst/>
              <a:cxnLst/>
              <a:rect l="l" t="t" r="r" b="b"/>
              <a:pathLst>
                <a:path w="60501" h="218239">
                  <a:moveTo>
                    <a:pt x="35299" y="306"/>
                  </a:moveTo>
                  <a:cubicBezTo>
                    <a:pt x="32020" y="612"/>
                    <a:pt x="28518" y="1822"/>
                    <a:pt x="25660" y="3497"/>
                  </a:cubicBezTo>
                  <a:cubicBezTo>
                    <a:pt x="22801" y="5173"/>
                    <a:pt x="20153" y="7702"/>
                    <a:pt x="18149" y="10369"/>
                  </a:cubicBezTo>
                  <a:cubicBezTo>
                    <a:pt x="16145" y="13031"/>
                    <a:pt x="14766" y="16300"/>
                    <a:pt x="13633" y="19482"/>
                  </a:cubicBezTo>
                  <a:cubicBezTo>
                    <a:pt x="12496" y="22664"/>
                    <a:pt x="12113" y="26139"/>
                    <a:pt x="11350" y="29463"/>
                  </a:cubicBezTo>
                  <a:cubicBezTo>
                    <a:pt x="10588" y="32787"/>
                    <a:pt x="9816" y="36115"/>
                    <a:pt x="9049" y="39439"/>
                  </a:cubicBezTo>
                  <a:cubicBezTo>
                    <a:pt x="8278" y="42763"/>
                    <a:pt x="7502" y="46087"/>
                    <a:pt x="6725" y="49411"/>
                  </a:cubicBezTo>
                  <a:cubicBezTo>
                    <a:pt x="5945" y="52735"/>
                    <a:pt x="5136" y="56049"/>
                    <a:pt x="4374" y="59378"/>
                  </a:cubicBezTo>
                  <a:cubicBezTo>
                    <a:pt x="3607" y="62702"/>
                    <a:pt x="2767" y="66016"/>
                    <a:pt x="2137" y="69368"/>
                  </a:cubicBezTo>
                  <a:cubicBezTo>
                    <a:pt x="1507" y="72719"/>
                    <a:pt x="877" y="76093"/>
                    <a:pt x="584" y="79481"/>
                  </a:cubicBezTo>
                  <a:cubicBezTo>
                    <a:pt x="292" y="82873"/>
                    <a:pt x="406" y="86302"/>
                    <a:pt x="370" y="89713"/>
                  </a:cubicBezTo>
                  <a:cubicBezTo>
                    <a:pt x="333" y="93123"/>
                    <a:pt x="370" y="96538"/>
                    <a:pt x="370" y="99954"/>
                  </a:cubicBezTo>
                  <a:cubicBezTo>
                    <a:pt x="370" y="103364"/>
                    <a:pt x="370" y="106779"/>
                    <a:pt x="370" y="110190"/>
                  </a:cubicBezTo>
                  <a:cubicBezTo>
                    <a:pt x="370" y="113605"/>
                    <a:pt x="370" y="117016"/>
                    <a:pt x="370" y="120431"/>
                  </a:cubicBezTo>
                  <a:cubicBezTo>
                    <a:pt x="370" y="123842"/>
                    <a:pt x="370" y="127257"/>
                    <a:pt x="370" y="130667"/>
                  </a:cubicBezTo>
                  <a:cubicBezTo>
                    <a:pt x="370" y="134083"/>
                    <a:pt x="370" y="137493"/>
                    <a:pt x="370" y="140908"/>
                  </a:cubicBezTo>
                  <a:cubicBezTo>
                    <a:pt x="370" y="144319"/>
                    <a:pt x="370" y="147734"/>
                    <a:pt x="370" y="151145"/>
                  </a:cubicBezTo>
                  <a:cubicBezTo>
                    <a:pt x="370" y="154560"/>
                    <a:pt x="370" y="157971"/>
                    <a:pt x="370" y="161386"/>
                  </a:cubicBezTo>
                  <a:cubicBezTo>
                    <a:pt x="370" y="164797"/>
                    <a:pt x="370" y="168212"/>
                    <a:pt x="370" y="171622"/>
                  </a:cubicBezTo>
                  <a:cubicBezTo>
                    <a:pt x="370" y="175038"/>
                    <a:pt x="370" y="178448"/>
                    <a:pt x="370" y="181863"/>
                  </a:cubicBezTo>
                  <a:cubicBezTo>
                    <a:pt x="370" y="185274"/>
                    <a:pt x="370" y="188689"/>
                    <a:pt x="370" y="192100"/>
                  </a:cubicBezTo>
                  <a:cubicBezTo>
                    <a:pt x="370" y="195515"/>
                    <a:pt x="0" y="198999"/>
                    <a:pt x="370" y="202341"/>
                  </a:cubicBezTo>
                  <a:cubicBezTo>
                    <a:pt x="740" y="205683"/>
                    <a:pt x="845" y="209605"/>
                    <a:pt x="2593" y="212157"/>
                  </a:cubicBezTo>
                  <a:cubicBezTo>
                    <a:pt x="4347" y="214714"/>
                    <a:pt x="7876" y="217093"/>
                    <a:pt x="10880" y="217663"/>
                  </a:cubicBezTo>
                  <a:cubicBezTo>
                    <a:pt x="13889" y="218239"/>
                    <a:pt x="18117" y="217362"/>
                    <a:pt x="20633" y="215604"/>
                  </a:cubicBezTo>
                  <a:cubicBezTo>
                    <a:pt x="23144" y="213847"/>
                    <a:pt x="24797" y="210217"/>
                    <a:pt x="25965" y="207117"/>
                  </a:cubicBezTo>
                  <a:cubicBezTo>
                    <a:pt x="27130" y="204021"/>
                    <a:pt x="27080" y="200387"/>
                    <a:pt x="27627" y="197017"/>
                  </a:cubicBezTo>
                  <a:cubicBezTo>
                    <a:pt x="28175" y="193652"/>
                    <a:pt x="28719" y="190278"/>
                    <a:pt x="29257" y="186909"/>
                  </a:cubicBezTo>
                  <a:cubicBezTo>
                    <a:pt x="29796" y="183539"/>
                    <a:pt x="30321" y="180169"/>
                    <a:pt x="30865" y="176800"/>
                  </a:cubicBezTo>
                  <a:cubicBezTo>
                    <a:pt x="31408" y="173430"/>
                    <a:pt x="31960" y="170061"/>
                    <a:pt x="32526" y="166696"/>
                  </a:cubicBezTo>
                  <a:cubicBezTo>
                    <a:pt x="33093" y="163331"/>
                    <a:pt x="33677" y="159971"/>
                    <a:pt x="34271" y="156606"/>
                  </a:cubicBezTo>
                  <a:cubicBezTo>
                    <a:pt x="34864" y="153245"/>
                    <a:pt x="35485" y="149889"/>
                    <a:pt x="36083" y="146529"/>
                  </a:cubicBezTo>
                  <a:cubicBezTo>
                    <a:pt x="36677" y="143169"/>
                    <a:pt x="37238" y="139804"/>
                    <a:pt x="37855" y="136448"/>
                  </a:cubicBezTo>
                  <a:cubicBezTo>
                    <a:pt x="38467" y="133092"/>
                    <a:pt x="39129" y="129741"/>
                    <a:pt x="39768" y="126389"/>
                  </a:cubicBezTo>
                  <a:cubicBezTo>
                    <a:pt x="40412" y="123038"/>
                    <a:pt x="41028" y="119682"/>
                    <a:pt x="41695" y="116336"/>
                  </a:cubicBezTo>
                  <a:cubicBezTo>
                    <a:pt x="42361" y="112984"/>
                    <a:pt x="43073" y="109647"/>
                    <a:pt x="43763" y="106305"/>
                  </a:cubicBezTo>
                  <a:cubicBezTo>
                    <a:pt x="44452" y="102962"/>
                    <a:pt x="45114" y="99616"/>
                    <a:pt x="45827" y="96278"/>
                  </a:cubicBezTo>
                  <a:cubicBezTo>
                    <a:pt x="46534" y="92941"/>
                    <a:pt x="47288" y="89612"/>
                    <a:pt x="48018" y="86279"/>
                  </a:cubicBezTo>
                  <a:cubicBezTo>
                    <a:pt x="48749" y="82946"/>
                    <a:pt x="49497" y="79613"/>
                    <a:pt x="50214" y="76276"/>
                  </a:cubicBezTo>
                  <a:cubicBezTo>
                    <a:pt x="50926" y="72938"/>
                    <a:pt x="51602" y="69596"/>
                    <a:pt x="52301" y="66254"/>
                  </a:cubicBezTo>
                  <a:cubicBezTo>
                    <a:pt x="52999" y="62912"/>
                    <a:pt x="53707" y="59574"/>
                    <a:pt x="54410" y="56236"/>
                  </a:cubicBezTo>
                  <a:cubicBezTo>
                    <a:pt x="55113" y="52894"/>
                    <a:pt x="55821" y="49557"/>
                    <a:pt x="56529" y="46219"/>
                  </a:cubicBezTo>
                  <a:cubicBezTo>
                    <a:pt x="57236" y="42877"/>
                    <a:pt x="57999" y="39549"/>
                    <a:pt x="58652" y="36202"/>
                  </a:cubicBezTo>
                  <a:cubicBezTo>
                    <a:pt x="59305" y="32855"/>
                    <a:pt x="60391" y="29481"/>
                    <a:pt x="60446" y="26125"/>
                  </a:cubicBezTo>
                  <a:cubicBezTo>
                    <a:pt x="60501" y="22769"/>
                    <a:pt x="60090" y="19199"/>
                    <a:pt x="58971" y="16067"/>
                  </a:cubicBezTo>
                  <a:cubicBezTo>
                    <a:pt x="57857" y="12939"/>
                    <a:pt x="56026" y="9752"/>
                    <a:pt x="53753" y="7351"/>
                  </a:cubicBezTo>
                  <a:cubicBezTo>
                    <a:pt x="51479" y="4949"/>
                    <a:pt x="48415" y="2835"/>
                    <a:pt x="45338" y="1662"/>
                  </a:cubicBezTo>
                  <a:cubicBezTo>
                    <a:pt x="42261" y="484"/>
                    <a:pt x="38581" y="0"/>
                    <a:pt x="35298" y="306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19" name="Outer right wave"/>
            <p:cNvSpPr/>
            <p:nvPr/>
          </p:nvSpPr>
          <p:spPr>
            <a:xfrm>
              <a:off x="3874238" y="2350008"/>
              <a:ext cx="116203" cy="255660"/>
            </a:xfrm>
            <a:custGeom>
              <a:avLst/>
              <a:gdLst/>
              <a:ahLst/>
              <a:cxnLst/>
              <a:rect l="l" t="t" r="r" b="b"/>
              <a:pathLst>
                <a:path w="116203" h="255660">
                  <a:moveTo>
                    <a:pt x="81722" y="250"/>
                  </a:moveTo>
                  <a:cubicBezTo>
                    <a:pt x="78380" y="498"/>
                    <a:pt x="74942" y="1342"/>
                    <a:pt x="71815" y="2557"/>
                  </a:cubicBezTo>
                  <a:cubicBezTo>
                    <a:pt x="68687" y="3776"/>
                    <a:pt x="65615" y="5502"/>
                    <a:pt x="62948" y="7538"/>
                  </a:cubicBezTo>
                  <a:cubicBezTo>
                    <a:pt x="60282" y="9579"/>
                    <a:pt x="57830" y="12104"/>
                    <a:pt x="55821" y="14798"/>
                  </a:cubicBezTo>
                  <a:cubicBezTo>
                    <a:pt x="53812" y="17491"/>
                    <a:pt x="52200" y="20592"/>
                    <a:pt x="50890" y="23701"/>
                  </a:cubicBezTo>
                  <a:cubicBezTo>
                    <a:pt x="49580" y="26815"/>
                    <a:pt x="48886" y="30203"/>
                    <a:pt x="47959" y="33472"/>
                  </a:cubicBezTo>
                  <a:cubicBezTo>
                    <a:pt x="47032" y="36745"/>
                    <a:pt x="46210" y="40051"/>
                    <a:pt x="45333" y="43338"/>
                  </a:cubicBezTo>
                  <a:cubicBezTo>
                    <a:pt x="44461" y="46630"/>
                    <a:pt x="43585" y="49917"/>
                    <a:pt x="42708" y="53205"/>
                  </a:cubicBezTo>
                  <a:cubicBezTo>
                    <a:pt x="41831" y="56492"/>
                    <a:pt x="40959" y="59784"/>
                    <a:pt x="40078" y="63071"/>
                  </a:cubicBezTo>
                  <a:cubicBezTo>
                    <a:pt x="39192" y="66359"/>
                    <a:pt x="38288" y="69637"/>
                    <a:pt x="37412" y="72924"/>
                  </a:cubicBezTo>
                  <a:cubicBezTo>
                    <a:pt x="36535" y="76212"/>
                    <a:pt x="35672" y="79508"/>
                    <a:pt x="34814" y="82800"/>
                  </a:cubicBezTo>
                  <a:cubicBezTo>
                    <a:pt x="33960" y="86092"/>
                    <a:pt x="33125" y="89393"/>
                    <a:pt x="32275" y="92689"/>
                  </a:cubicBezTo>
                  <a:cubicBezTo>
                    <a:pt x="31426" y="95986"/>
                    <a:pt x="30572" y="99278"/>
                    <a:pt x="29728" y="102574"/>
                  </a:cubicBezTo>
                  <a:cubicBezTo>
                    <a:pt x="28888" y="105871"/>
                    <a:pt x="28047" y="109172"/>
                    <a:pt x="27230" y="112473"/>
                  </a:cubicBezTo>
                  <a:cubicBezTo>
                    <a:pt x="26408" y="115779"/>
                    <a:pt x="25623" y="119089"/>
                    <a:pt x="24815" y="122394"/>
                  </a:cubicBezTo>
                  <a:cubicBezTo>
                    <a:pt x="24007" y="125700"/>
                    <a:pt x="23167" y="128996"/>
                    <a:pt x="22372" y="132307"/>
                  </a:cubicBezTo>
                  <a:cubicBezTo>
                    <a:pt x="21578" y="135617"/>
                    <a:pt x="20815" y="138932"/>
                    <a:pt x="20057" y="142251"/>
                  </a:cubicBezTo>
                  <a:cubicBezTo>
                    <a:pt x="19295" y="145566"/>
                    <a:pt x="18564" y="148889"/>
                    <a:pt x="17806" y="152209"/>
                  </a:cubicBezTo>
                  <a:cubicBezTo>
                    <a:pt x="17049" y="155528"/>
                    <a:pt x="16277" y="158838"/>
                    <a:pt x="15510" y="162158"/>
                  </a:cubicBezTo>
                  <a:cubicBezTo>
                    <a:pt x="14743" y="165472"/>
                    <a:pt x="13967" y="168787"/>
                    <a:pt x="13209" y="172102"/>
                  </a:cubicBezTo>
                  <a:cubicBezTo>
                    <a:pt x="12446" y="175421"/>
                    <a:pt x="11697" y="178740"/>
                    <a:pt x="10953" y="182060"/>
                  </a:cubicBezTo>
                  <a:cubicBezTo>
                    <a:pt x="10204" y="185379"/>
                    <a:pt x="9469" y="188703"/>
                    <a:pt x="8721" y="192022"/>
                  </a:cubicBezTo>
                  <a:cubicBezTo>
                    <a:pt x="7976" y="195341"/>
                    <a:pt x="7214" y="198661"/>
                    <a:pt x="6474" y="201980"/>
                  </a:cubicBezTo>
                  <a:cubicBezTo>
                    <a:pt x="5735" y="205304"/>
                    <a:pt x="5018" y="208632"/>
                    <a:pt x="4287" y="211956"/>
                  </a:cubicBezTo>
                  <a:cubicBezTo>
                    <a:pt x="3557" y="215276"/>
                    <a:pt x="2785" y="218595"/>
                    <a:pt x="2087" y="221923"/>
                  </a:cubicBezTo>
                  <a:cubicBezTo>
                    <a:pt x="1383" y="225252"/>
                    <a:pt x="169" y="228594"/>
                    <a:pt x="82" y="231927"/>
                  </a:cubicBezTo>
                  <a:cubicBezTo>
                    <a:pt x="0" y="235264"/>
                    <a:pt x="356" y="238903"/>
                    <a:pt x="1580" y="241949"/>
                  </a:cubicBezTo>
                  <a:cubicBezTo>
                    <a:pt x="2803" y="244994"/>
                    <a:pt x="4958" y="248044"/>
                    <a:pt x="7419" y="250199"/>
                  </a:cubicBezTo>
                  <a:cubicBezTo>
                    <a:pt x="9885" y="252354"/>
                    <a:pt x="13195" y="254112"/>
                    <a:pt x="16364" y="254888"/>
                  </a:cubicBezTo>
                  <a:cubicBezTo>
                    <a:pt x="19537" y="255660"/>
                    <a:pt x="23295" y="255655"/>
                    <a:pt x="26454" y="254842"/>
                  </a:cubicBezTo>
                  <a:cubicBezTo>
                    <a:pt x="29614" y="254025"/>
                    <a:pt x="32796" y="252144"/>
                    <a:pt x="35316" y="250003"/>
                  </a:cubicBezTo>
                  <a:cubicBezTo>
                    <a:pt x="37841" y="247861"/>
                    <a:pt x="39800" y="244853"/>
                    <a:pt x="41594" y="241990"/>
                  </a:cubicBezTo>
                  <a:cubicBezTo>
                    <a:pt x="43393" y="239132"/>
                    <a:pt x="44776" y="235968"/>
                    <a:pt x="46110" y="232845"/>
                  </a:cubicBezTo>
                  <a:cubicBezTo>
                    <a:pt x="47443" y="229722"/>
                    <a:pt x="48429" y="226443"/>
                    <a:pt x="49589" y="223247"/>
                  </a:cubicBezTo>
                  <a:cubicBezTo>
                    <a:pt x="50753" y="220051"/>
                    <a:pt x="51931" y="216855"/>
                    <a:pt x="53091" y="213655"/>
                  </a:cubicBezTo>
                  <a:cubicBezTo>
                    <a:pt x="54250" y="210459"/>
                    <a:pt x="55401" y="207254"/>
                    <a:pt x="56556" y="204053"/>
                  </a:cubicBezTo>
                  <a:cubicBezTo>
                    <a:pt x="57711" y="200852"/>
                    <a:pt x="58871" y="197652"/>
                    <a:pt x="60021" y="194451"/>
                  </a:cubicBezTo>
                  <a:cubicBezTo>
                    <a:pt x="61172" y="191246"/>
                    <a:pt x="62309" y="188041"/>
                    <a:pt x="63459" y="184836"/>
                  </a:cubicBezTo>
                  <a:cubicBezTo>
                    <a:pt x="64606" y="181631"/>
                    <a:pt x="65756" y="178430"/>
                    <a:pt x="66902" y="175225"/>
                  </a:cubicBezTo>
                  <a:cubicBezTo>
                    <a:pt x="68053" y="172024"/>
                    <a:pt x="69203" y="168819"/>
                    <a:pt x="70349" y="165614"/>
                  </a:cubicBezTo>
                  <a:cubicBezTo>
                    <a:pt x="71495" y="162413"/>
                    <a:pt x="72632" y="159203"/>
                    <a:pt x="73783" y="156003"/>
                  </a:cubicBezTo>
                  <a:cubicBezTo>
                    <a:pt x="74933" y="152798"/>
                    <a:pt x="76102" y="149602"/>
                    <a:pt x="77257" y="146401"/>
                  </a:cubicBezTo>
                  <a:cubicBezTo>
                    <a:pt x="78412" y="143200"/>
                    <a:pt x="79563" y="139995"/>
                    <a:pt x="80709" y="136795"/>
                  </a:cubicBezTo>
                  <a:cubicBezTo>
                    <a:pt x="81860" y="133590"/>
                    <a:pt x="83015" y="130389"/>
                    <a:pt x="84161" y="127184"/>
                  </a:cubicBezTo>
                  <a:cubicBezTo>
                    <a:pt x="85307" y="123979"/>
                    <a:pt x="86444" y="120773"/>
                    <a:pt x="87590" y="117568"/>
                  </a:cubicBezTo>
                  <a:cubicBezTo>
                    <a:pt x="88736" y="114363"/>
                    <a:pt x="89895" y="111163"/>
                    <a:pt x="91046" y="107962"/>
                  </a:cubicBezTo>
                  <a:cubicBezTo>
                    <a:pt x="92196" y="104761"/>
                    <a:pt x="93342" y="101556"/>
                    <a:pt x="94498" y="98356"/>
                  </a:cubicBezTo>
                  <a:cubicBezTo>
                    <a:pt x="95653" y="95155"/>
                    <a:pt x="96831" y="91959"/>
                    <a:pt x="97986" y="88758"/>
                  </a:cubicBezTo>
                  <a:cubicBezTo>
                    <a:pt x="99141" y="85558"/>
                    <a:pt x="100278" y="82353"/>
                    <a:pt x="101428" y="79147"/>
                  </a:cubicBezTo>
                  <a:cubicBezTo>
                    <a:pt x="102574" y="75942"/>
                    <a:pt x="103734" y="72742"/>
                    <a:pt x="104862" y="69532"/>
                  </a:cubicBezTo>
                  <a:cubicBezTo>
                    <a:pt x="105990" y="66322"/>
                    <a:pt x="107085" y="63099"/>
                    <a:pt x="108199" y="59885"/>
                  </a:cubicBezTo>
                  <a:cubicBezTo>
                    <a:pt x="109318" y="56670"/>
                    <a:pt x="110469" y="53465"/>
                    <a:pt x="111555" y="50242"/>
                  </a:cubicBezTo>
                  <a:cubicBezTo>
                    <a:pt x="112637" y="47014"/>
                    <a:pt x="113952" y="43822"/>
                    <a:pt x="114706" y="40530"/>
                  </a:cubicBezTo>
                  <a:cubicBezTo>
                    <a:pt x="115459" y="37234"/>
                    <a:pt x="116203" y="33809"/>
                    <a:pt x="116080" y="30476"/>
                  </a:cubicBezTo>
                  <a:cubicBezTo>
                    <a:pt x="115952" y="27143"/>
                    <a:pt x="115158" y="23655"/>
                    <a:pt x="113952" y="20532"/>
                  </a:cubicBezTo>
                  <a:cubicBezTo>
                    <a:pt x="112747" y="17409"/>
                    <a:pt x="110966" y="14327"/>
                    <a:pt x="108848" y="11739"/>
                  </a:cubicBezTo>
                  <a:cubicBezTo>
                    <a:pt x="106729" y="9150"/>
                    <a:pt x="104063" y="6780"/>
                    <a:pt x="101232" y="5000"/>
                  </a:cubicBezTo>
                  <a:cubicBezTo>
                    <a:pt x="98401" y="3219"/>
                    <a:pt x="95109" y="1854"/>
                    <a:pt x="91859" y="1059"/>
                  </a:cubicBezTo>
                  <a:cubicBezTo>
                    <a:pt x="88608" y="269"/>
                    <a:pt x="85065" y="0"/>
                    <a:pt x="81723" y="251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20" name="Text 18"/>
          <p:cNvSpPr txBox="1"/>
          <p:nvPr/>
        </p:nvSpPr>
        <p:spPr>
          <a:xfrm>
            <a:off x="3606394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voice.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Every agent.</a:t>
            </a:r>
            <a:endParaRPr lang="en-US" sz="1200" dirty="0"/>
          </a:p>
        </p:txBody>
      </p:sp>
      <p:sp>
        <p:nvSpPr>
          <p:cNvPr id="21" name="Business card mockup"/>
          <p:cNvSpPr/>
          <p:nvPr/>
        </p:nvSpPr>
        <p:spPr>
          <a:xfrm>
            <a:off x="6206947" y="2130552"/>
            <a:ext cx="2606040" cy="1489166"/>
          </a:xfrm>
          <a:prstGeom prst="roundRect">
            <a:avLst>
              <a:gd name="adj" fmla="val 3070"/>
            </a:avLst>
          </a:prstGeom>
          <a:solidFill>
            <a:schemeClr val="bg1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127000" dist="38100" dir="5400000">
              <a:srgbClr val="101B35">
                <a:alpha val="15000"/>
              </a:srgbClr>
            </a:outerShdw>
          </a:effectLst>
        </p:spPr>
      </p:sp>
      <p:grpSp>
        <p:nvGrpSpPr>
          <p:cNvPr id="46" name="VCA symbol (horizontal)"/>
          <p:cNvGrpSpPr/>
          <p:nvPr/>
        </p:nvGrpSpPr>
        <p:grpSpPr>
          <a:xfrm>
            <a:off x="6408115" y="2313432"/>
            <a:ext cx="292608" cy="256136"/>
            <a:chOff x="6408115" y="2313432"/>
            <a:chExt cx="292608" cy="256136"/>
          </a:xfrm>
        </p:grpSpPr>
        <p:sp>
          <p:nvSpPr>
            <p:cNvPr id="22" name="Outer left wave"/>
            <p:cNvSpPr/>
            <p:nvPr/>
          </p:nvSpPr>
          <p:spPr>
            <a:xfrm>
              <a:off x="6408115" y="2313483"/>
              <a:ext cx="88433" cy="194823"/>
            </a:xfrm>
            <a:custGeom>
              <a:avLst/>
              <a:gdLst/>
              <a:ahLst/>
              <a:cxnLst/>
              <a:rect l="l" t="t" r="r" b="b"/>
              <a:pathLst>
                <a:path w="88433" h="194823">
                  <a:moveTo>
                    <a:pt x="25091" y="50"/>
                  </a:moveTo>
                  <a:cubicBezTo>
                    <a:pt x="22538" y="0"/>
                    <a:pt x="19853" y="320"/>
                    <a:pt x="17407" y="1047"/>
                  </a:cubicBezTo>
                  <a:cubicBezTo>
                    <a:pt x="14962" y="1778"/>
                    <a:pt x="12513" y="2960"/>
                    <a:pt x="10422" y="4421"/>
                  </a:cubicBezTo>
                  <a:cubicBezTo>
                    <a:pt x="8335" y="5882"/>
                    <a:pt x="6387" y="7771"/>
                    <a:pt x="4863" y="9817"/>
                  </a:cubicBezTo>
                  <a:cubicBezTo>
                    <a:pt x="3340" y="11862"/>
                    <a:pt x="2084" y="14273"/>
                    <a:pt x="1280" y="16694"/>
                  </a:cubicBezTo>
                  <a:cubicBezTo>
                    <a:pt x="477" y="19115"/>
                    <a:pt x="0" y="21804"/>
                    <a:pt x="35" y="24347"/>
                  </a:cubicBezTo>
                  <a:cubicBezTo>
                    <a:pt x="73" y="26890"/>
                    <a:pt x="845" y="29454"/>
                    <a:pt x="1499" y="31952"/>
                  </a:cubicBezTo>
                  <a:cubicBezTo>
                    <a:pt x="2150" y="34449"/>
                    <a:pt x="3117" y="36881"/>
                    <a:pt x="3948" y="39337"/>
                  </a:cubicBezTo>
                  <a:cubicBezTo>
                    <a:pt x="4776" y="41796"/>
                    <a:pt x="5632" y="44245"/>
                    <a:pt x="6484" y="46694"/>
                  </a:cubicBezTo>
                  <a:cubicBezTo>
                    <a:pt x="7333" y="49143"/>
                    <a:pt x="8192" y="51592"/>
                    <a:pt x="9055" y="54038"/>
                  </a:cubicBezTo>
                  <a:cubicBezTo>
                    <a:pt x="9918" y="56487"/>
                    <a:pt x="10791" y="58925"/>
                    <a:pt x="11657" y="61371"/>
                  </a:cubicBezTo>
                  <a:cubicBezTo>
                    <a:pt x="12523" y="63816"/>
                    <a:pt x="13382" y="66265"/>
                    <a:pt x="14252" y="68707"/>
                  </a:cubicBezTo>
                  <a:cubicBezTo>
                    <a:pt x="15122" y="71153"/>
                    <a:pt x="15991" y="73595"/>
                    <a:pt x="16868" y="76037"/>
                  </a:cubicBezTo>
                  <a:cubicBezTo>
                    <a:pt x="17745" y="78475"/>
                    <a:pt x="18639" y="80910"/>
                    <a:pt x="19519" y="83353"/>
                  </a:cubicBezTo>
                  <a:cubicBezTo>
                    <a:pt x="20399" y="85791"/>
                    <a:pt x="21272" y="88237"/>
                    <a:pt x="22149" y="90675"/>
                  </a:cubicBezTo>
                  <a:cubicBezTo>
                    <a:pt x="23025" y="93117"/>
                    <a:pt x="23902" y="95559"/>
                    <a:pt x="24786" y="97998"/>
                  </a:cubicBezTo>
                  <a:cubicBezTo>
                    <a:pt x="25669" y="100436"/>
                    <a:pt x="26574" y="102868"/>
                    <a:pt x="27450" y="105306"/>
                  </a:cubicBezTo>
                  <a:cubicBezTo>
                    <a:pt x="28330" y="107748"/>
                    <a:pt x="29179" y="110197"/>
                    <a:pt x="30052" y="112639"/>
                  </a:cubicBezTo>
                  <a:cubicBezTo>
                    <a:pt x="30929" y="115082"/>
                    <a:pt x="31826" y="117517"/>
                    <a:pt x="32703" y="119955"/>
                  </a:cubicBezTo>
                  <a:cubicBezTo>
                    <a:pt x="33576" y="122397"/>
                    <a:pt x="34435" y="124846"/>
                    <a:pt x="35305" y="127288"/>
                  </a:cubicBezTo>
                  <a:cubicBezTo>
                    <a:pt x="36178" y="129730"/>
                    <a:pt x="37058" y="132172"/>
                    <a:pt x="37935" y="134611"/>
                  </a:cubicBezTo>
                  <a:cubicBezTo>
                    <a:pt x="38812" y="137053"/>
                    <a:pt x="39692" y="139495"/>
                    <a:pt x="40568" y="141937"/>
                  </a:cubicBezTo>
                  <a:cubicBezTo>
                    <a:pt x="41441" y="144375"/>
                    <a:pt x="42315" y="146821"/>
                    <a:pt x="43191" y="149259"/>
                  </a:cubicBezTo>
                  <a:cubicBezTo>
                    <a:pt x="44068" y="151702"/>
                    <a:pt x="44944" y="154144"/>
                    <a:pt x="45828" y="156582"/>
                  </a:cubicBezTo>
                  <a:cubicBezTo>
                    <a:pt x="46712" y="159021"/>
                    <a:pt x="47606" y="161456"/>
                    <a:pt x="48486" y="163894"/>
                  </a:cubicBezTo>
                  <a:cubicBezTo>
                    <a:pt x="49366" y="166336"/>
                    <a:pt x="50215" y="168785"/>
                    <a:pt x="51102" y="171224"/>
                  </a:cubicBezTo>
                  <a:cubicBezTo>
                    <a:pt x="51985" y="173662"/>
                    <a:pt x="52740" y="176160"/>
                    <a:pt x="53794" y="178522"/>
                  </a:cubicBezTo>
                  <a:cubicBezTo>
                    <a:pt x="54848" y="180884"/>
                    <a:pt x="55975" y="183274"/>
                    <a:pt x="57429" y="185396"/>
                  </a:cubicBezTo>
                  <a:cubicBezTo>
                    <a:pt x="58880" y="187514"/>
                    <a:pt x="60487" y="189751"/>
                    <a:pt x="62501" y="191251"/>
                  </a:cubicBezTo>
                  <a:cubicBezTo>
                    <a:pt x="64519" y="192750"/>
                    <a:pt x="67079" y="193957"/>
                    <a:pt x="69525" y="194388"/>
                  </a:cubicBezTo>
                  <a:cubicBezTo>
                    <a:pt x="71974" y="194823"/>
                    <a:pt x="74833" y="194628"/>
                    <a:pt x="77195" y="193849"/>
                  </a:cubicBezTo>
                  <a:cubicBezTo>
                    <a:pt x="79554" y="193070"/>
                    <a:pt x="81944" y="191501"/>
                    <a:pt x="83693" y="189716"/>
                  </a:cubicBezTo>
                  <a:cubicBezTo>
                    <a:pt x="85440" y="187928"/>
                    <a:pt x="86929" y="185500"/>
                    <a:pt x="87680" y="183121"/>
                  </a:cubicBezTo>
                  <a:cubicBezTo>
                    <a:pt x="88431" y="180741"/>
                    <a:pt x="88372" y="177990"/>
                    <a:pt x="88202" y="175440"/>
                  </a:cubicBezTo>
                  <a:cubicBezTo>
                    <a:pt x="88031" y="172890"/>
                    <a:pt x="87189" y="170354"/>
                    <a:pt x="86654" y="167815"/>
                  </a:cubicBezTo>
                  <a:cubicBezTo>
                    <a:pt x="86122" y="165275"/>
                    <a:pt x="85555" y="162746"/>
                    <a:pt x="85001" y="160210"/>
                  </a:cubicBezTo>
                  <a:cubicBezTo>
                    <a:pt x="84448" y="157678"/>
                    <a:pt x="83892" y="155142"/>
                    <a:pt x="83342" y="152609"/>
                  </a:cubicBezTo>
                  <a:cubicBezTo>
                    <a:pt x="82789" y="150073"/>
                    <a:pt x="82264" y="147534"/>
                    <a:pt x="81690" y="145005"/>
                  </a:cubicBezTo>
                  <a:cubicBezTo>
                    <a:pt x="81112" y="142476"/>
                    <a:pt x="80472" y="139961"/>
                    <a:pt x="79888" y="137435"/>
                  </a:cubicBezTo>
                  <a:cubicBezTo>
                    <a:pt x="79300" y="134906"/>
                    <a:pt x="78747" y="132374"/>
                    <a:pt x="78180" y="129845"/>
                  </a:cubicBezTo>
                  <a:cubicBezTo>
                    <a:pt x="77609" y="127313"/>
                    <a:pt x="77049" y="124780"/>
                    <a:pt x="76472" y="122251"/>
                  </a:cubicBezTo>
                  <a:cubicBezTo>
                    <a:pt x="75898" y="119722"/>
                    <a:pt x="75306" y="117197"/>
                    <a:pt x="74722" y="114671"/>
                  </a:cubicBezTo>
                  <a:cubicBezTo>
                    <a:pt x="74141" y="112142"/>
                    <a:pt x="73570" y="109613"/>
                    <a:pt x="72979" y="107088"/>
                  </a:cubicBezTo>
                  <a:cubicBezTo>
                    <a:pt x="72391" y="104562"/>
                    <a:pt x="71786" y="102036"/>
                    <a:pt x="71184" y="99514"/>
                  </a:cubicBezTo>
                  <a:cubicBezTo>
                    <a:pt x="70582" y="96992"/>
                    <a:pt x="69977" y="94470"/>
                    <a:pt x="69368" y="91948"/>
                  </a:cubicBezTo>
                  <a:cubicBezTo>
                    <a:pt x="68763" y="89426"/>
                    <a:pt x="68175" y="86901"/>
                    <a:pt x="67545" y="84382"/>
                  </a:cubicBezTo>
                  <a:cubicBezTo>
                    <a:pt x="66916" y="81867"/>
                    <a:pt x="66241" y="79362"/>
                    <a:pt x="65590" y="76851"/>
                  </a:cubicBezTo>
                  <a:cubicBezTo>
                    <a:pt x="64940" y="74339"/>
                    <a:pt x="64296" y="71828"/>
                    <a:pt x="63649" y="69316"/>
                  </a:cubicBezTo>
                  <a:cubicBezTo>
                    <a:pt x="63002" y="66804"/>
                    <a:pt x="62366" y="64289"/>
                    <a:pt x="61708" y="61781"/>
                  </a:cubicBezTo>
                  <a:cubicBezTo>
                    <a:pt x="61047" y="59273"/>
                    <a:pt x="60365" y="56772"/>
                    <a:pt x="59691" y="54267"/>
                  </a:cubicBezTo>
                  <a:cubicBezTo>
                    <a:pt x="59019" y="51759"/>
                    <a:pt x="58337" y="49258"/>
                    <a:pt x="57669" y="46750"/>
                  </a:cubicBezTo>
                  <a:cubicBezTo>
                    <a:pt x="57002" y="44245"/>
                    <a:pt x="56358" y="41734"/>
                    <a:pt x="55687" y="39226"/>
                  </a:cubicBezTo>
                  <a:cubicBezTo>
                    <a:pt x="55019" y="36721"/>
                    <a:pt x="54330" y="34220"/>
                    <a:pt x="53659" y="31715"/>
                  </a:cubicBezTo>
                  <a:cubicBezTo>
                    <a:pt x="52987" y="29210"/>
                    <a:pt x="52382" y="26681"/>
                    <a:pt x="51655" y="24194"/>
                  </a:cubicBezTo>
                  <a:cubicBezTo>
                    <a:pt x="50928" y="21707"/>
                    <a:pt x="50343" y="19136"/>
                    <a:pt x="49286" y="16795"/>
                  </a:cubicBezTo>
                  <a:cubicBezTo>
                    <a:pt x="48228" y="14454"/>
                    <a:pt x="46917" y="12137"/>
                    <a:pt x="45313" y="10140"/>
                  </a:cubicBezTo>
                  <a:cubicBezTo>
                    <a:pt x="43713" y="8140"/>
                    <a:pt x="41772" y="6276"/>
                    <a:pt x="39674" y="4811"/>
                  </a:cubicBezTo>
                  <a:cubicBezTo>
                    <a:pt x="37577" y="3343"/>
                    <a:pt x="35159" y="2143"/>
                    <a:pt x="32727" y="1350"/>
                  </a:cubicBezTo>
                  <a:cubicBezTo>
                    <a:pt x="30296" y="557"/>
                    <a:pt x="27645" y="101"/>
                    <a:pt x="25092" y="4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3" name="Inner left wave"/>
            <p:cNvSpPr/>
            <p:nvPr/>
          </p:nvSpPr>
          <p:spPr>
            <a:xfrm>
              <a:off x="6481997" y="2366422"/>
              <a:ext cx="46126" cy="166280"/>
            </a:xfrm>
            <a:custGeom>
              <a:avLst/>
              <a:gdLst/>
              <a:ahLst/>
              <a:cxnLst/>
              <a:rect l="l" t="t" r="r" b="b"/>
              <a:pathLst>
                <a:path w="46126" h="166280">
                  <a:moveTo>
                    <a:pt x="16695" y="154"/>
                  </a:moveTo>
                  <a:cubicBezTo>
                    <a:pt x="14190" y="310"/>
                    <a:pt x="11466" y="1141"/>
                    <a:pt x="9281" y="2386"/>
                  </a:cubicBezTo>
                  <a:cubicBezTo>
                    <a:pt x="7096" y="3635"/>
                    <a:pt x="5058" y="5576"/>
                    <a:pt x="3597" y="7636"/>
                  </a:cubicBezTo>
                  <a:cubicBezTo>
                    <a:pt x="2136" y="9695"/>
                    <a:pt x="1044" y="12269"/>
                    <a:pt x="522" y="14743"/>
                  </a:cubicBezTo>
                  <a:cubicBezTo>
                    <a:pt x="0" y="17216"/>
                    <a:pt x="216" y="19908"/>
                    <a:pt x="466" y="22472"/>
                  </a:cubicBezTo>
                  <a:cubicBezTo>
                    <a:pt x="713" y="25036"/>
                    <a:pt x="1482" y="27575"/>
                    <a:pt x="2014" y="30122"/>
                  </a:cubicBezTo>
                  <a:cubicBezTo>
                    <a:pt x="2546" y="32668"/>
                    <a:pt x="3120" y="35204"/>
                    <a:pt x="3663" y="37751"/>
                  </a:cubicBezTo>
                  <a:cubicBezTo>
                    <a:pt x="4206" y="40293"/>
                    <a:pt x="4734" y="42840"/>
                    <a:pt x="5263" y="45386"/>
                  </a:cubicBezTo>
                  <a:cubicBezTo>
                    <a:pt x="5795" y="47933"/>
                    <a:pt x="6310" y="50483"/>
                    <a:pt x="6850" y="53029"/>
                  </a:cubicBezTo>
                  <a:cubicBezTo>
                    <a:pt x="7385" y="55572"/>
                    <a:pt x="7945" y="58111"/>
                    <a:pt x="8488" y="60658"/>
                  </a:cubicBezTo>
                  <a:cubicBezTo>
                    <a:pt x="9031" y="63201"/>
                    <a:pt x="9580" y="65743"/>
                    <a:pt x="10109" y="68290"/>
                  </a:cubicBezTo>
                  <a:cubicBezTo>
                    <a:pt x="10641" y="70836"/>
                    <a:pt x="11146" y="73390"/>
                    <a:pt x="11678" y="75936"/>
                  </a:cubicBezTo>
                  <a:cubicBezTo>
                    <a:pt x="12207" y="78482"/>
                    <a:pt x="12770" y="81022"/>
                    <a:pt x="13292" y="83568"/>
                  </a:cubicBezTo>
                  <a:cubicBezTo>
                    <a:pt x="13817" y="86118"/>
                    <a:pt x="14322" y="88668"/>
                    <a:pt x="14819" y="91221"/>
                  </a:cubicBezTo>
                  <a:cubicBezTo>
                    <a:pt x="15313" y="93775"/>
                    <a:pt x="15797" y="96331"/>
                    <a:pt x="16273" y="98888"/>
                  </a:cubicBezTo>
                  <a:cubicBezTo>
                    <a:pt x="16750" y="101445"/>
                    <a:pt x="17216" y="104005"/>
                    <a:pt x="17682" y="106566"/>
                  </a:cubicBezTo>
                  <a:cubicBezTo>
                    <a:pt x="18148" y="109123"/>
                    <a:pt x="18614" y="111683"/>
                    <a:pt x="19067" y="114243"/>
                  </a:cubicBezTo>
                  <a:cubicBezTo>
                    <a:pt x="19522" y="116807"/>
                    <a:pt x="19968" y="119371"/>
                    <a:pt x="20402" y="121934"/>
                  </a:cubicBezTo>
                  <a:cubicBezTo>
                    <a:pt x="20837" y="124498"/>
                    <a:pt x="21269" y="127062"/>
                    <a:pt x="21683" y="129633"/>
                  </a:cubicBezTo>
                  <a:cubicBezTo>
                    <a:pt x="22097" y="132200"/>
                    <a:pt x="22479" y="134771"/>
                    <a:pt x="22890" y="137342"/>
                  </a:cubicBezTo>
                  <a:cubicBezTo>
                    <a:pt x="23304" y="139909"/>
                    <a:pt x="23745" y="142473"/>
                    <a:pt x="24152" y="145043"/>
                  </a:cubicBezTo>
                  <a:cubicBezTo>
                    <a:pt x="24559" y="147611"/>
                    <a:pt x="24852" y="150206"/>
                    <a:pt x="25335" y="152756"/>
                  </a:cubicBezTo>
                  <a:cubicBezTo>
                    <a:pt x="25822" y="155305"/>
                    <a:pt x="25850" y="158214"/>
                    <a:pt x="27064" y="160336"/>
                  </a:cubicBezTo>
                  <a:cubicBezTo>
                    <a:pt x="28278" y="162458"/>
                    <a:pt x="30428" y="164701"/>
                    <a:pt x="32620" y="165491"/>
                  </a:cubicBezTo>
                  <a:cubicBezTo>
                    <a:pt x="34811" y="166281"/>
                    <a:pt x="38116" y="166093"/>
                    <a:pt x="40210" y="165067"/>
                  </a:cubicBezTo>
                  <a:cubicBezTo>
                    <a:pt x="42304" y="164044"/>
                    <a:pt x="44252" y="161584"/>
                    <a:pt x="45188" y="159341"/>
                  </a:cubicBezTo>
                  <a:cubicBezTo>
                    <a:pt x="46127" y="157097"/>
                    <a:pt x="45724" y="154196"/>
                    <a:pt x="45828" y="151608"/>
                  </a:cubicBezTo>
                  <a:cubicBezTo>
                    <a:pt x="45936" y="149016"/>
                    <a:pt x="45828" y="146403"/>
                    <a:pt x="45828" y="143801"/>
                  </a:cubicBezTo>
                  <a:cubicBezTo>
                    <a:pt x="45828" y="141199"/>
                    <a:pt x="45828" y="138601"/>
                    <a:pt x="45828" y="135999"/>
                  </a:cubicBezTo>
                  <a:cubicBezTo>
                    <a:pt x="45828" y="133397"/>
                    <a:pt x="45828" y="130795"/>
                    <a:pt x="45828" y="128193"/>
                  </a:cubicBezTo>
                  <a:cubicBezTo>
                    <a:pt x="45828" y="125594"/>
                    <a:pt x="45828" y="122992"/>
                    <a:pt x="45828" y="120390"/>
                  </a:cubicBezTo>
                  <a:cubicBezTo>
                    <a:pt x="45828" y="117788"/>
                    <a:pt x="45828" y="115186"/>
                    <a:pt x="45828" y="112584"/>
                  </a:cubicBezTo>
                  <a:cubicBezTo>
                    <a:pt x="45828" y="109985"/>
                    <a:pt x="45828" y="107383"/>
                    <a:pt x="45828" y="104781"/>
                  </a:cubicBezTo>
                  <a:cubicBezTo>
                    <a:pt x="45828" y="102179"/>
                    <a:pt x="45828" y="99577"/>
                    <a:pt x="45828" y="96978"/>
                  </a:cubicBezTo>
                  <a:cubicBezTo>
                    <a:pt x="45828" y="94376"/>
                    <a:pt x="45828" y="91774"/>
                    <a:pt x="45828" y="89172"/>
                  </a:cubicBezTo>
                  <a:cubicBezTo>
                    <a:pt x="45828" y="86570"/>
                    <a:pt x="45828" y="83972"/>
                    <a:pt x="45828" y="81370"/>
                  </a:cubicBezTo>
                  <a:cubicBezTo>
                    <a:pt x="45828" y="78768"/>
                    <a:pt x="45828" y="76166"/>
                    <a:pt x="45828" y="73564"/>
                  </a:cubicBezTo>
                  <a:cubicBezTo>
                    <a:pt x="45828" y="70965"/>
                    <a:pt x="45898" y="68359"/>
                    <a:pt x="45828" y="65761"/>
                  </a:cubicBezTo>
                  <a:cubicBezTo>
                    <a:pt x="45758" y="63162"/>
                    <a:pt x="45710" y="60553"/>
                    <a:pt x="45407" y="57976"/>
                  </a:cubicBezTo>
                  <a:cubicBezTo>
                    <a:pt x="45101" y="55398"/>
                    <a:pt x="44527" y="52848"/>
                    <a:pt x="44002" y="50302"/>
                  </a:cubicBezTo>
                  <a:cubicBezTo>
                    <a:pt x="43476" y="47755"/>
                    <a:pt x="42840" y="45230"/>
                    <a:pt x="42255" y="42694"/>
                  </a:cubicBezTo>
                  <a:cubicBezTo>
                    <a:pt x="41668" y="40161"/>
                    <a:pt x="41073" y="37629"/>
                    <a:pt x="40488" y="35093"/>
                  </a:cubicBezTo>
                  <a:cubicBezTo>
                    <a:pt x="39904" y="32560"/>
                    <a:pt x="39330" y="30021"/>
                    <a:pt x="38745" y="27485"/>
                  </a:cubicBezTo>
                  <a:cubicBezTo>
                    <a:pt x="38161" y="24953"/>
                    <a:pt x="37618" y="22403"/>
                    <a:pt x="36982" y="19884"/>
                  </a:cubicBezTo>
                  <a:cubicBezTo>
                    <a:pt x="36349" y="17366"/>
                    <a:pt x="35983" y="14704"/>
                    <a:pt x="34933" y="12370"/>
                  </a:cubicBezTo>
                  <a:cubicBezTo>
                    <a:pt x="33882" y="10036"/>
                    <a:pt x="32449" y="7691"/>
                    <a:pt x="30678" y="5872"/>
                  </a:cubicBezTo>
                  <a:cubicBezTo>
                    <a:pt x="28911" y="4056"/>
                    <a:pt x="26650" y="2414"/>
                    <a:pt x="24316" y="1461"/>
                  </a:cubicBezTo>
                  <a:cubicBezTo>
                    <a:pt x="21985" y="508"/>
                    <a:pt x="19202" y="0"/>
                    <a:pt x="16694" y="153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4" name="Center wave"/>
            <p:cNvSpPr/>
            <p:nvPr/>
          </p:nvSpPr>
          <p:spPr>
            <a:xfrm>
              <a:off x="6535091" y="2428326"/>
              <a:ext cx="38474" cy="141242"/>
            </a:xfrm>
            <a:custGeom>
              <a:avLst/>
              <a:gdLst/>
              <a:ahLst/>
              <a:cxnLst/>
              <a:rect l="l" t="t" r="r" b="b"/>
              <a:pathLst>
                <a:path w="38474" h="141242">
                  <a:moveTo>
                    <a:pt x="17868" y="175"/>
                  </a:moveTo>
                  <a:cubicBezTo>
                    <a:pt x="15365" y="351"/>
                    <a:pt x="12694" y="1103"/>
                    <a:pt x="10471" y="2268"/>
                  </a:cubicBezTo>
                  <a:cubicBezTo>
                    <a:pt x="8248" y="3433"/>
                    <a:pt x="6112" y="5211"/>
                    <a:pt x="4536" y="7166"/>
                  </a:cubicBezTo>
                  <a:cubicBezTo>
                    <a:pt x="2960" y="9118"/>
                    <a:pt x="1722" y="11581"/>
                    <a:pt x="1016" y="13998"/>
                  </a:cubicBezTo>
                  <a:cubicBezTo>
                    <a:pt x="310" y="16416"/>
                    <a:pt x="421" y="19101"/>
                    <a:pt x="303" y="21669"/>
                  </a:cubicBezTo>
                  <a:cubicBezTo>
                    <a:pt x="181" y="24239"/>
                    <a:pt x="303" y="26828"/>
                    <a:pt x="303" y="29409"/>
                  </a:cubicBezTo>
                  <a:cubicBezTo>
                    <a:pt x="303" y="31986"/>
                    <a:pt x="303" y="34568"/>
                    <a:pt x="303" y="37145"/>
                  </a:cubicBezTo>
                  <a:cubicBezTo>
                    <a:pt x="303" y="39723"/>
                    <a:pt x="303" y="42304"/>
                    <a:pt x="303" y="44882"/>
                  </a:cubicBezTo>
                  <a:cubicBezTo>
                    <a:pt x="303" y="47463"/>
                    <a:pt x="303" y="50041"/>
                    <a:pt x="303" y="52622"/>
                  </a:cubicBezTo>
                  <a:cubicBezTo>
                    <a:pt x="303" y="55200"/>
                    <a:pt x="303" y="57781"/>
                    <a:pt x="303" y="60358"/>
                  </a:cubicBezTo>
                  <a:cubicBezTo>
                    <a:pt x="303" y="62936"/>
                    <a:pt x="303" y="65517"/>
                    <a:pt x="303" y="68095"/>
                  </a:cubicBezTo>
                  <a:cubicBezTo>
                    <a:pt x="303" y="70676"/>
                    <a:pt x="303" y="73254"/>
                    <a:pt x="303" y="75835"/>
                  </a:cubicBezTo>
                  <a:cubicBezTo>
                    <a:pt x="303" y="78413"/>
                    <a:pt x="303" y="80994"/>
                    <a:pt x="303" y="83572"/>
                  </a:cubicBezTo>
                  <a:cubicBezTo>
                    <a:pt x="303" y="86149"/>
                    <a:pt x="303" y="88731"/>
                    <a:pt x="303" y="91308"/>
                  </a:cubicBezTo>
                  <a:cubicBezTo>
                    <a:pt x="303" y="93889"/>
                    <a:pt x="303" y="96467"/>
                    <a:pt x="303" y="99048"/>
                  </a:cubicBezTo>
                  <a:cubicBezTo>
                    <a:pt x="303" y="101626"/>
                    <a:pt x="303" y="104207"/>
                    <a:pt x="303" y="106785"/>
                  </a:cubicBezTo>
                  <a:cubicBezTo>
                    <a:pt x="303" y="109363"/>
                    <a:pt x="303" y="111944"/>
                    <a:pt x="303" y="114521"/>
                  </a:cubicBezTo>
                  <a:cubicBezTo>
                    <a:pt x="299" y="117103"/>
                    <a:pt x="0" y="119719"/>
                    <a:pt x="282" y="122258"/>
                  </a:cubicBezTo>
                  <a:cubicBezTo>
                    <a:pt x="567" y="124797"/>
                    <a:pt x="978" y="127459"/>
                    <a:pt x="2000" y="129758"/>
                  </a:cubicBezTo>
                  <a:cubicBezTo>
                    <a:pt x="3019" y="132057"/>
                    <a:pt x="4578" y="134332"/>
                    <a:pt x="6408" y="136051"/>
                  </a:cubicBezTo>
                  <a:cubicBezTo>
                    <a:pt x="8234" y="137766"/>
                    <a:pt x="10600" y="139227"/>
                    <a:pt x="12962" y="140062"/>
                  </a:cubicBezTo>
                  <a:cubicBezTo>
                    <a:pt x="15327" y="140893"/>
                    <a:pt x="18086" y="141241"/>
                    <a:pt x="20590" y="141053"/>
                  </a:cubicBezTo>
                  <a:cubicBezTo>
                    <a:pt x="23091" y="140865"/>
                    <a:pt x="25760" y="140104"/>
                    <a:pt x="27975" y="138931"/>
                  </a:cubicBezTo>
                  <a:cubicBezTo>
                    <a:pt x="30188" y="137759"/>
                    <a:pt x="32306" y="135971"/>
                    <a:pt x="33875" y="134012"/>
                  </a:cubicBezTo>
                  <a:cubicBezTo>
                    <a:pt x="35444" y="132057"/>
                    <a:pt x="36686" y="129598"/>
                    <a:pt x="37396" y="127184"/>
                  </a:cubicBezTo>
                  <a:cubicBezTo>
                    <a:pt x="38102" y="124766"/>
                    <a:pt x="38008" y="122084"/>
                    <a:pt x="38133" y="119517"/>
                  </a:cubicBezTo>
                  <a:cubicBezTo>
                    <a:pt x="38255" y="116950"/>
                    <a:pt x="38133" y="114358"/>
                    <a:pt x="38133" y="111780"/>
                  </a:cubicBezTo>
                  <a:cubicBezTo>
                    <a:pt x="38133" y="109199"/>
                    <a:pt x="38119" y="106621"/>
                    <a:pt x="38133" y="104044"/>
                  </a:cubicBezTo>
                  <a:cubicBezTo>
                    <a:pt x="38144" y="101462"/>
                    <a:pt x="38192" y="98885"/>
                    <a:pt x="38206" y="96307"/>
                  </a:cubicBezTo>
                  <a:cubicBezTo>
                    <a:pt x="38217" y="93726"/>
                    <a:pt x="38206" y="91148"/>
                    <a:pt x="38206" y="88571"/>
                  </a:cubicBezTo>
                  <a:cubicBezTo>
                    <a:pt x="38206" y="85993"/>
                    <a:pt x="38213" y="83415"/>
                    <a:pt x="38199" y="80834"/>
                  </a:cubicBezTo>
                  <a:cubicBezTo>
                    <a:pt x="38189" y="78256"/>
                    <a:pt x="38140" y="75679"/>
                    <a:pt x="38133" y="73101"/>
                  </a:cubicBezTo>
                  <a:cubicBezTo>
                    <a:pt x="38123" y="70520"/>
                    <a:pt x="38147" y="67942"/>
                    <a:pt x="38151" y="65364"/>
                  </a:cubicBezTo>
                  <a:cubicBezTo>
                    <a:pt x="38158" y="62787"/>
                    <a:pt x="38161" y="60205"/>
                    <a:pt x="38158" y="57628"/>
                  </a:cubicBezTo>
                  <a:cubicBezTo>
                    <a:pt x="38154" y="55050"/>
                    <a:pt x="38123" y="52472"/>
                    <a:pt x="38133" y="49891"/>
                  </a:cubicBezTo>
                  <a:cubicBezTo>
                    <a:pt x="38140" y="47313"/>
                    <a:pt x="38189" y="44736"/>
                    <a:pt x="38203" y="42155"/>
                  </a:cubicBezTo>
                  <a:cubicBezTo>
                    <a:pt x="38217" y="39577"/>
                    <a:pt x="38231" y="36999"/>
                    <a:pt x="38220" y="34421"/>
                  </a:cubicBezTo>
                  <a:cubicBezTo>
                    <a:pt x="38206" y="31840"/>
                    <a:pt x="38137" y="29263"/>
                    <a:pt x="38133" y="26685"/>
                  </a:cubicBezTo>
                  <a:cubicBezTo>
                    <a:pt x="38133" y="24104"/>
                    <a:pt x="38474" y="21484"/>
                    <a:pt x="38206" y="18948"/>
                  </a:cubicBezTo>
                  <a:cubicBezTo>
                    <a:pt x="37938" y="16409"/>
                    <a:pt x="37552" y="13737"/>
                    <a:pt x="36526" y="11452"/>
                  </a:cubicBezTo>
                  <a:cubicBezTo>
                    <a:pt x="35496" y="9166"/>
                    <a:pt x="33879" y="6930"/>
                    <a:pt x="32039" y="5225"/>
                  </a:cubicBezTo>
                  <a:cubicBezTo>
                    <a:pt x="30198" y="3520"/>
                    <a:pt x="27850" y="2059"/>
                    <a:pt x="25488" y="1218"/>
                  </a:cubicBezTo>
                  <a:cubicBezTo>
                    <a:pt x="23130" y="376"/>
                    <a:pt x="20371" y="0"/>
                    <a:pt x="17870" y="174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5" name="Inner right wave"/>
            <p:cNvSpPr/>
            <p:nvPr/>
          </p:nvSpPr>
          <p:spPr>
            <a:xfrm>
              <a:off x="6580593" y="2366451"/>
              <a:ext cx="46096" cy="166277"/>
            </a:xfrm>
            <a:custGeom>
              <a:avLst/>
              <a:gdLst/>
              <a:ahLst/>
              <a:cxnLst/>
              <a:rect l="l" t="t" r="r" b="b"/>
              <a:pathLst>
                <a:path w="46096" h="166277">
                  <a:moveTo>
                    <a:pt x="26894" y="233"/>
                  </a:moveTo>
                  <a:cubicBezTo>
                    <a:pt x="24396" y="466"/>
                    <a:pt x="21728" y="1388"/>
                    <a:pt x="19550" y="2665"/>
                  </a:cubicBezTo>
                  <a:cubicBezTo>
                    <a:pt x="17372" y="3941"/>
                    <a:pt x="15355" y="5869"/>
                    <a:pt x="13828" y="7900"/>
                  </a:cubicBezTo>
                  <a:cubicBezTo>
                    <a:pt x="12301" y="9928"/>
                    <a:pt x="11250" y="12419"/>
                    <a:pt x="10387" y="14844"/>
                  </a:cubicBezTo>
                  <a:cubicBezTo>
                    <a:pt x="9521" y="17268"/>
                    <a:pt x="9229" y="19915"/>
                    <a:pt x="8648" y="22448"/>
                  </a:cubicBezTo>
                  <a:cubicBezTo>
                    <a:pt x="8067" y="24980"/>
                    <a:pt x="7479" y="27516"/>
                    <a:pt x="6895" y="30049"/>
                  </a:cubicBezTo>
                  <a:cubicBezTo>
                    <a:pt x="6307" y="32581"/>
                    <a:pt x="5715" y="35114"/>
                    <a:pt x="5124" y="37646"/>
                  </a:cubicBezTo>
                  <a:cubicBezTo>
                    <a:pt x="4529" y="40179"/>
                    <a:pt x="3914" y="42704"/>
                    <a:pt x="3333" y="45240"/>
                  </a:cubicBezTo>
                  <a:cubicBezTo>
                    <a:pt x="2748" y="47773"/>
                    <a:pt x="2108" y="50298"/>
                    <a:pt x="1628" y="52851"/>
                  </a:cubicBezTo>
                  <a:cubicBezTo>
                    <a:pt x="1148" y="55405"/>
                    <a:pt x="668" y="57976"/>
                    <a:pt x="445" y="60557"/>
                  </a:cubicBezTo>
                  <a:cubicBezTo>
                    <a:pt x="223" y="63141"/>
                    <a:pt x="310" y="65754"/>
                    <a:pt x="282" y="68352"/>
                  </a:cubicBezTo>
                  <a:cubicBezTo>
                    <a:pt x="254" y="70951"/>
                    <a:pt x="282" y="73553"/>
                    <a:pt x="282" y="76155"/>
                  </a:cubicBezTo>
                  <a:cubicBezTo>
                    <a:pt x="282" y="78754"/>
                    <a:pt x="282" y="81356"/>
                    <a:pt x="282" y="83954"/>
                  </a:cubicBezTo>
                  <a:cubicBezTo>
                    <a:pt x="282" y="86556"/>
                    <a:pt x="282" y="89155"/>
                    <a:pt x="282" y="91757"/>
                  </a:cubicBezTo>
                  <a:cubicBezTo>
                    <a:pt x="282" y="94356"/>
                    <a:pt x="282" y="96958"/>
                    <a:pt x="282" y="99556"/>
                  </a:cubicBezTo>
                  <a:cubicBezTo>
                    <a:pt x="282" y="102158"/>
                    <a:pt x="282" y="104757"/>
                    <a:pt x="282" y="107359"/>
                  </a:cubicBezTo>
                  <a:cubicBezTo>
                    <a:pt x="282" y="109957"/>
                    <a:pt x="282" y="112559"/>
                    <a:pt x="282" y="115158"/>
                  </a:cubicBezTo>
                  <a:cubicBezTo>
                    <a:pt x="282" y="117760"/>
                    <a:pt x="282" y="120359"/>
                    <a:pt x="282" y="122961"/>
                  </a:cubicBezTo>
                  <a:cubicBezTo>
                    <a:pt x="282" y="125559"/>
                    <a:pt x="282" y="128161"/>
                    <a:pt x="282" y="130760"/>
                  </a:cubicBezTo>
                  <a:cubicBezTo>
                    <a:pt x="282" y="133362"/>
                    <a:pt x="282" y="135961"/>
                    <a:pt x="282" y="138563"/>
                  </a:cubicBezTo>
                  <a:cubicBezTo>
                    <a:pt x="282" y="141161"/>
                    <a:pt x="282" y="143763"/>
                    <a:pt x="282" y="146362"/>
                  </a:cubicBezTo>
                  <a:cubicBezTo>
                    <a:pt x="282" y="148964"/>
                    <a:pt x="0" y="151618"/>
                    <a:pt x="282" y="154164"/>
                  </a:cubicBezTo>
                  <a:cubicBezTo>
                    <a:pt x="564" y="156711"/>
                    <a:pt x="644" y="159699"/>
                    <a:pt x="1976" y="161644"/>
                  </a:cubicBezTo>
                  <a:cubicBezTo>
                    <a:pt x="3312" y="163592"/>
                    <a:pt x="6001" y="165404"/>
                    <a:pt x="8290" y="165839"/>
                  </a:cubicBezTo>
                  <a:cubicBezTo>
                    <a:pt x="10582" y="166277"/>
                    <a:pt x="13803" y="165609"/>
                    <a:pt x="15720" y="164270"/>
                  </a:cubicBezTo>
                  <a:cubicBezTo>
                    <a:pt x="17633" y="162931"/>
                    <a:pt x="18893" y="160165"/>
                    <a:pt x="19783" y="157803"/>
                  </a:cubicBezTo>
                  <a:cubicBezTo>
                    <a:pt x="20670" y="155445"/>
                    <a:pt x="20632" y="152676"/>
                    <a:pt x="21049" y="150108"/>
                  </a:cubicBezTo>
                  <a:cubicBezTo>
                    <a:pt x="21467" y="147544"/>
                    <a:pt x="21881" y="144974"/>
                    <a:pt x="22291" y="142406"/>
                  </a:cubicBezTo>
                  <a:cubicBezTo>
                    <a:pt x="22702" y="139839"/>
                    <a:pt x="23102" y="137272"/>
                    <a:pt x="23516" y="134705"/>
                  </a:cubicBezTo>
                  <a:cubicBezTo>
                    <a:pt x="23930" y="132137"/>
                    <a:pt x="24351" y="129570"/>
                    <a:pt x="24782" y="127006"/>
                  </a:cubicBezTo>
                  <a:cubicBezTo>
                    <a:pt x="25213" y="124443"/>
                    <a:pt x="25659" y="121882"/>
                    <a:pt x="26111" y="119319"/>
                  </a:cubicBezTo>
                  <a:cubicBezTo>
                    <a:pt x="26563" y="116758"/>
                    <a:pt x="27036" y="114201"/>
                    <a:pt x="27492" y="111641"/>
                  </a:cubicBezTo>
                  <a:cubicBezTo>
                    <a:pt x="27944" y="109081"/>
                    <a:pt x="28372" y="106517"/>
                    <a:pt x="28842" y="103960"/>
                  </a:cubicBezTo>
                  <a:cubicBezTo>
                    <a:pt x="29308" y="101403"/>
                    <a:pt x="29812" y="98850"/>
                    <a:pt x="30299" y="96297"/>
                  </a:cubicBezTo>
                  <a:cubicBezTo>
                    <a:pt x="30790" y="93743"/>
                    <a:pt x="31259" y="91186"/>
                    <a:pt x="31767" y="88637"/>
                  </a:cubicBezTo>
                  <a:cubicBezTo>
                    <a:pt x="32275" y="86083"/>
                    <a:pt x="32818" y="83540"/>
                    <a:pt x="33343" y="80994"/>
                  </a:cubicBezTo>
                  <a:cubicBezTo>
                    <a:pt x="33868" y="78448"/>
                    <a:pt x="34373" y="75898"/>
                    <a:pt x="34915" y="73355"/>
                  </a:cubicBezTo>
                  <a:cubicBezTo>
                    <a:pt x="35455" y="70812"/>
                    <a:pt x="36029" y="68276"/>
                    <a:pt x="36585" y="65737"/>
                  </a:cubicBezTo>
                  <a:cubicBezTo>
                    <a:pt x="37142" y="63197"/>
                    <a:pt x="37712" y="60658"/>
                    <a:pt x="38258" y="58115"/>
                  </a:cubicBezTo>
                  <a:cubicBezTo>
                    <a:pt x="38801" y="55572"/>
                    <a:pt x="39316" y="53025"/>
                    <a:pt x="39848" y="50479"/>
                  </a:cubicBezTo>
                  <a:cubicBezTo>
                    <a:pt x="40380" y="47933"/>
                    <a:pt x="40920" y="45390"/>
                    <a:pt x="41455" y="42847"/>
                  </a:cubicBezTo>
                  <a:cubicBezTo>
                    <a:pt x="41991" y="40300"/>
                    <a:pt x="42530" y="37758"/>
                    <a:pt x="43069" y="35215"/>
                  </a:cubicBezTo>
                  <a:cubicBezTo>
                    <a:pt x="43609" y="32668"/>
                    <a:pt x="44190" y="30132"/>
                    <a:pt x="44687" y="27582"/>
                  </a:cubicBezTo>
                  <a:cubicBezTo>
                    <a:pt x="45185" y="25033"/>
                    <a:pt x="46012" y="22462"/>
                    <a:pt x="46054" y="19905"/>
                  </a:cubicBezTo>
                  <a:cubicBezTo>
                    <a:pt x="46096" y="17348"/>
                    <a:pt x="45783" y="14628"/>
                    <a:pt x="44931" y="12241"/>
                  </a:cubicBezTo>
                  <a:cubicBezTo>
                    <a:pt x="44082" y="9859"/>
                    <a:pt x="42687" y="7430"/>
                    <a:pt x="40954" y="5601"/>
                  </a:cubicBezTo>
                  <a:cubicBezTo>
                    <a:pt x="39222" y="3771"/>
                    <a:pt x="36888" y="2160"/>
                    <a:pt x="34543" y="1266"/>
                  </a:cubicBezTo>
                  <a:cubicBezTo>
                    <a:pt x="32199" y="369"/>
                    <a:pt x="29395" y="0"/>
                    <a:pt x="26894" y="233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6" name="Outer right wave"/>
            <p:cNvSpPr/>
            <p:nvPr/>
          </p:nvSpPr>
          <p:spPr>
            <a:xfrm>
              <a:off x="6612187" y="2313432"/>
              <a:ext cx="88536" cy="194789"/>
            </a:xfrm>
            <a:custGeom>
              <a:avLst/>
              <a:gdLst/>
              <a:ahLst/>
              <a:cxnLst/>
              <a:rect l="l" t="t" r="r" b="b"/>
              <a:pathLst>
                <a:path w="88536" h="194789">
                  <a:moveTo>
                    <a:pt x="62264" y="190"/>
                  </a:moveTo>
                  <a:cubicBezTo>
                    <a:pt x="59718" y="379"/>
                    <a:pt x="57099" y="1023"/>
                    <a:pt x="54716" y="1948"/>
                  </a:cubicBezTo>
                  <a:cubicBezTo>
                    <a:pt x="52333" y="2877"/>
                    <a:pt x="49992" y="4192"/>
                    <a:pt x="47960" y="5743"/>
                  </a:cubicBezTo>
                  <a:cubicBezTo>
                    <a:pt x="45929" y="7298"/>
                    <a:pt x="44061" y="9222"/>
                    <a:pt x="42530" y="11274"/>
                  </a:cubicBezTo>
                  <a:cubicBezTo>
                    <a:pt x="41000" y="13327"/>
                    <a:pt x="39772" y="15689"/>
                    <a:pt x="38773" y="18058"/>
                  </a:cubicBezTo>
                  <a:cubicBezTo>
                    <a:pt x="37775" y="20430"/>
                    <a:pt x="37246" y="23011"/>
                    <a:pt x="36540" y="25502"/>
                  </a:cubicBezTo>
                  <a:cubicBezTo>
                    <a:pt x="35834" y="27996"/>
                    <a:pt x="35208" y="30515"/>
                    <a:pt x="34540" y="33020"/>
                  </a:cubicBezTo>
                  <a:cubicBezTo>
                    <a:pt x="33875" y="35528"/>
                    <a:pt x="33207" y="38032"/>
                    <a:pt x="32540" y="40537"/>
                  </a:cubicBezTo>
                  <a:cubicBezTo>
                    <a:pt x="31872" y="43042"/>
                    <a:pt x="31207" y="45550"/>
                    <a:pt x="30536" y="48054"/>
                  </a:cubicBezTo>
                  <a:cubicBezTo>
                    <a:pt x="29861" y="50559"/>
                    <a:pt x="29172" y="53057"/>
                    <a:pt x="28504" y="55561"/>
                  </a:cubicBezTo>
                  <a:cubicBezTo>
                    <a:pt x="27836" y="58066"/>
                    <a:pt x="27179" y="60578"/>
                    <a:pt x="26525" y="63086"/>
                  </a:cubicBezTo>
                  <a:cubicBezTo>
                    <a:pt x="25874" y="65594"/>
                    <a:pt x="25238" y="68109"/>
                    <a:pt x="24591" y="70621"/>
                  </a:cubicBezTo>
                  <a:cubicBezTo>
                    <a:pt x="23944" y="73132"/>
                    <a:pt x="23293" y="75640"/>
                    <a:pt x="22650" y="78152"/>
                  </a:cubicBezTo>
                  <a:cubicBezTo>
                    <a:pt x="22010" y="80664"/>
                    <a:pt x="21369" y="83179"/>
                    <a:pt x="20747" y="85694"/>
                  </a:cubicBezTo>
                  <a:cubicBezTo>
                    <a:pt x="20121" y="88212"/>
                    <a:pt x="19522" y="90734"/>
                    <a:pt x="18907" y="93253"/>
                  </a:cubicBezTo>
                  <a:cubicBezTo>
                    <a:pt x="18291" y="95771"/>
                    <a:pt x="17651" y="98283"/>
                    <a:pt x="17046" y="100805"/>
                  </a:cubicBezTo>
                  <a:cubicBezTo>
                    <a:pt x="16440" y="103327"/>
                    <a:pt x="15859" y="105853"/>
                    <a:pt x="15282" y="108382"/>
                  </a:cubicBezTo>
                  <a:cubicBezTo>
                    <a:pt x="14701" y="110907"/>
                    <a:pt x="14144" y="113440"/>
                    <a:pt x="13567" y="115969"/>
                  </a:cubicBezTo>
                  <a:cubicBezTo>
                    <a:pt x="12989" y="118498"/>
                    <a:pt x="12401" y="121020"/>
                    <a:pt x="11817" y="123549"/>
                  </a:cubicBezTo>
                  <a:cubicBezTo>
                    <a:pt x="11233" y="126074"/>
                    <a:pt x="10641" y="128600"/>
                    <a:pt x="10064" y="131125"/>
                  </a:cubicBezTo>
                  <a:cubicBezTo>
                    <a:pt x="9483" y="133654"/>
                    <a:pt x="8912" y="136183"/>
                    <a:pt x="8345" y="138712"/>
                  </a:cubicBezTo>
                  <a:cubicBezTo>
                    <a:pt x="7775" y="141241"/>
                    <a:pt x="7215" y="143774"/>
                    <a:pt x="6644" y="146303"/>
                  </a:cubicBezTo>
                  <a:cubicBezTo>
                    <a:pt x="6077" y="148832"/>
                    <a:pt x="5496" y="151361"/>
                    <a:pt x="4933" y="153890"/>
                  </a:cubicBezTo>
                  <a:cubicBezTo>
                    <a:pt x="4369" y="156422"/>
                    <a:pt x="3823" y="158958"/>
                    <a:pt x="3266" y="161491"/>
                  </a:cubicBezTo>
                  <a:cubicBezTo>
                    <a:pt x="2710" y="164019"/>
                    <a:pt x="2122" y="166548"/>
                    <a:pt x="1590" y="169084"/>
                  </a:cubicBezTo>
                  <a:cubicBezTo>
                    <a:pt x="1054" y="171620"/>
                    <a:pt x="129" y="174167"/>
                    <a:pt x="63" y="176706"/>
                  </a:cubicBezTo>
                  <a:cubicBezTo>
                    <a:pt x="0" y="179249"/>
                    <a:pt x="271" y="182022"/>
                    <a:pt x="1204" y="184342"/>
                  </a:cubicBezTo>
                  <a:cubicBezTo>
                    <a:pt x="2136" y="186662"/>
                    <a:pt x="3778" y="188986"/>
                    <a:pt x="5653" y="190628"/>
                  </a:cubicBezTo>
                  <a:cubicBezTo>
                    <a:pt x="7531" y="192270"/>
                    <a:pt x="10053" y="193609"/>
                    <a:pt x="12468" y="194200"/>
                  </a:cubicBezTo>
                  <a:cubicBezTo>
                    <a:pt x="14885" y="194788"/>
                    <a:pt x="17748" y="194785"/>
                    <a:pt x="20155" y="194166"/>
                  </a:cubicBezTo>
                  <a:cubicBezTo>
                    <a:pt x="22563" y="193543"/>
                    <a:pt x="24987" y="192110"/>
                    <a:pt x="26908" y="190478"/>
                  </a:cubicBezTo>
                  <a:cubicBezTo>
                    <a:pt x="28831" y="188847"/>
                    <a:pt x="30324" y="186554"/>
                    <a:pt x="31691" y="184373"/>
                  </a:cubicBezTo>
                  <a:cubicBezTo>
                    <a:pt x="33061" y="182196"/>
                    <a:pt x="34115" y="179785"/>
                    <a:pt x="35131" y="177405"/>
                  </a:cubicBezTo>
                  <a:cubicBezTo>
                    <a:pt x="36147" y="175026"/>
                    <a:pt x="36898" y="172528"/>
                    <a:pt x="37782" y="170093"/>
                  </a:cubicBezTo>
                  <a:cubicBezTo>
                    <a:pt x="38669" y="167658"/>
                    <a:pt x="39566" y="165223"/>
                    <a:pt x="40450" y="162785"/>
                  </a:cubicBezTo>
                  <a:cubicBezTo>
                    <a:pt x="41334" y="160349"/>
                    <a:pt x="42210" y="157907"/>
                    <a:pt x="43090" y="155469"/>
                  </a:cubicBezTo>
                  <a:cubicBezTo>
                    <a:pt x="43970" y="153030"/>
                    <a:pt x="44854" y="150592"/>
                    <a:pt x="45731" y="148153"/>
                  </a:cubicBezTo>
                  <a:cubicBezTo>
                    <a:pt x="46607" y="145711"/>
                    <a:pt x="47473" y="143269"/>
                    <a:pt x="48350" y="140827"/>
                  </a:cubicBezTo>
                  <a:cubicBezTo>
                    <a:pt x="49223" y="138385"/>
                    <a:pt x="50100" y="135947"/>
                    <a:pt x="50973" y="133505"/>
                  </a:cubicBezTo>
                  <a:cubicBezTo>
                    <a:pt x="51850" y="131066"/>
                    <a:pt x="52726" y="128624"/>
                    <a:pt x="53599" y="126182"/>
                  </a:cubicBezTo>
                  <a:cubicBezTo>
                    <a:pt x="54473" y="123743"/>
                    <a:pt x="55339" y="121298"/>
                    <a:pt x="56215" y="118859"/>
                  </a:cubicBezTo>
                  <a:cubicBezTo>
                    <a:pt x="57092" y="116417"/>
                    <a:pt x="57983" y="113982"/>
                    <a:pt x="58863" y="111544"/>
                  </a:cubicBezTo>
                  <a:cubicBezTo>
                    <a:pt x="59743" y="109105"/>
                    <a:pt x="60619" y="106663"/>
                    <a:pt x="61493" y="104225"/>
                  </a:cubicBezTo>
                  <a:cubicBezTo>
                    <a:pt x="62369" y="101783"/>
                    <a:pt x="63249" y="99344"/>
                    <a:pt x="64122" y="96902"/>
                  </a:cubicBezTo>
                  <a:cubicBezTo>
                    <a:pt x="64996" y="94460"/>
                    <a:pt x="65862" y="92018"/>
                    <a:pt x="66735" y="89576"/>
                  </a:cubicBezTo>
                  <a:cubicBezTo>
                    <a:pt x="67608" y="87134"/>
                    <a:pt x="68492" y="84695"/>
                    <a:pt x="69368" y="82257"/>
                  </a:cubicBezTo>
                  <a:cubicBezTo>
                    <a:pt x="70245" y="79818"/>
                    <a:pt x="71118" y="77376"/>
                    <a:pt x="71998" y="74938"/>
                  </a:cubicBezTo>
                  <a:cubicBezTo>
                    <a:pt x="72878" y="72499"/>
                    <a:pt x="73776" y="70064"/>
                    <a:pt x="74656" y="67625"/>
                  </a:cubicBezTo>
                  <a:cubicBezTo>
                    <a:pt x="75536" y="65187"/>
                    <a:pt x="76402" y="62745"/>
                    <a:pt x="77279" y="60303"/>
                  </a:cubicBezTo>
                  <a:cubicBezTo>
                    <a:pt x="78152" y="57861"/>
                    <a:pt x="79035" y="55422"/>
                    <a:pt x="79895" y="52977"/>
                  </a:cubicBezTo>
                  <a:cubicBezTo>
                    <a:pt x="80754" y="50531"/>
                    <a:pt x="81589" y="48075"/>
                    <a:pt x="82438" y="45626"/>
                  </a:cubicBezTo>
                  <a:cubicBezTo>
                    <a:pt x="83290" y="43177"/>
                    <a:pt x="84167" y="40735"/>
                    <a:pt x="84994" y="38279"/>
                  </a:cubicBezTo>
                  <a:cubicBezTo>
                    <a:pt x="85819" y="35820"/>
                    <a:pt x="86821" y="33388"/>
                    <a:pt x="87395" y="30880"/>
                  </a:cubicBezTo>
                  <a:cubicBezTo>
                    <a:pt x="87969" y="28369"/>
                    <a:pt x="88536" y="25760"/>
                    <a:pt x="88442" y="23220"/>
                  </a:cubicBezTo>
                  <a:cubicBezTo>
                    <a:pt x="88344" y="20681"/>
                    <a:pt x="87739" y="18023"/>
                    <a:pt x="86821" y="15644"/>
                  </a:cubicBezTo>
                  <a:cubicBezTo>
                    <a:pt x="85902" y="13264"/>
                    <a:pt x="84546" y="10916"/>
                    <a:pt x="82932" y="8944"/>
                  </a:cubicBezTo>
                  <a:cubicBezTo>
                    <a:pt x="81317" y="6971"/>
                    <a:pt x="79286" y="5166"/>
                    <a:pt x="77129" y="3809"/>
                  </a:cubicBezTo>
                  <a:cubicBezTo>
                    <a:pt x="74972" y="2452"/>
                    <a:pt x="72464" y="1412"/>
                    <a:pt x="69987" y="807"/>
                  </a:cubicBezTo>
                  <a:cubicBezTo>
                    <a:pt x="67511" y="205"/>
                    <a:pt x="64811" y="0"/>
                    <a:pt x="62265" y="191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27" name="Wordmark (horizontal)"/>
          <p:cNvSpPr txBox="1"/>
          <p:nvPr/>
        </p:nvSpPr>
        <p:spPr>
          <a:xfrm>
            <a:off x="6753393" y="2313432"/>
            <a:ext cx="1477670" cy="256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Voice Command AI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408115" y="2770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Full Name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8115" y="30266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Role · name@example.com</a:t>
            </a:r>
            <a:endParaRPr lang="en-US" sz="1000" dirty="0"/>
          </a:p>
        </p:txBody>
      </p:sp>
      <p:sp>
        <p:nvSpPr>
          <p:cNvPr id="30" name="Sticker mockup"/>
          <p:cNvSpPr/>
          <p:nvPr/>
        </p:nvSpPr>
        <p:spPr>
          <a:xfrm>
            <a:off x="9374429" y="1874520"/>
            <a:ext cx="1920240" cy="192024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5">
                <a:alpha val="20000"/>
              </a:srgbClr>
            </a:outerShdw>
          </a:effectLst>
        </p:spPr>
      </p:sp>
      <p:grpSp>
        <p:nvGrpSpPr>
          <p:cNvPr id="47" name="VCA symbol"/>
          <p:cNvGrpSpPr/>
          <p:nvPr/>
        </p:nvGrpSpPr>
        <p:grpSpPr>
          <a:xfrm>
            <a:off x="9785909" y="2354385"/>
            <a:ext cx="1097280" cy="960510"/>
            <a:chOff x="9785909" y="2354385"/>
            <a:chExt cx="1097280" cy="960510"/>
          </a:xfrm>
        </p:grpSpPr>
        <p:sp>
          <p:nvSpPr>
            <p:cNvPr id="31" name="Outer left wave"/>
            <p:cNvSpPr/>
            <p:nvPr/>
          </p:nvSpPr>
          <p:spPr>
            <a:xfrm>
              <a:off x="9785909" y="2354576"/>
              <a:ext cx="331623" cy="730586"/>
            </a:xfrm>
            <a:custGeom>
              <a:avLst/>
              <a:gdLst/>
              <a:ahLst/>
              <a:cxnLst/>
              <a:rect l="l" t="t" r="r" b="b"/>
              <a:pathLst>
                <a:path w="331623" h="730586">
                  <a:moveTo>
                    <a:pt x="94089" y="188"/>
                  </a:moveTo>
                  <a:cubicBezTo>
                    <a:pt x="84519" y="0"/>
                    <a:pt x="74448" y="1200"/>
                    <a:pt x="65277" y="3927"/>
                  </a:cubicBezTo>
                  <a:cubicBezTo>
                    <a:pt x="56107" y="6666"/>
                    <a:pt x="46923" y="11101"/>
                    <a:pt x="39083" y="16580"/>
                  </a:cubicBezTo>
                  <a:cubicBezTo>
                    <a:pt x="31256" y="22059"/>
                    <a:pt x="23951" y="29143"/>
                    <a:pt x="18237" y="36813"/>
                  </a:cubicBezTo>
                  <a:cubicBezTo>
                    <a:pt x="12523" y="44484"/>
                    <a:pt x="7814" y="53524"/>
                    <a:pt x="4801" y="62603"/>
                  </a:cubicBezTo>
                  <a:cubicBezTo>
                    <a:pt x="1787" y="71682"/>
                    <a:pt x="0" y="81766"/>
                    <a:pt x="130" y="91302"/>
                  </a:cubicBezTo>
                  <a:cubicBezTo>
                    <a:pt x="274" y="100838"/>
                    <a:pt x="3170" y="110452"/>
                    <a:pt x="5622" y="119819"/>
                  </a:cubicBezTo>
                  <a:cubicBezTo>
                    <a:pt x="8062" y="129185"/>
                    <a:pt x="11688" y="138303"/>
                    <a:pt x="14806" y="147513"/>
                  </a:cubicBezTo>
                  <a:cubicBezTo>
                    <a:pt x="17911" y="156736"/>
                    <a:pt x="21120" y="165920"/>
                    <a:pt x="24316" y="175103"/>
                  </a:cubicBezTo>
                  <a:cubicBezTo>
                    <a:pt x="27499" y="184287"/>
                    <a:pt x="30721" y="193471"/>
                    <a:pt x="33956" y="202641"/>
                  </a:cubicBezTo>
                  <a:cubicBezTo>
                    <a:pt x="37191" y="211825"/>
                    <a:pt x="40466" y="220970"/>
                    <a:pt x="43714" y="230140"/>
                  </a:cubicBezTo>
                  <a:cubicBezTo>
                    <a:pt x="46962" y="239311"/>
                    <a:pt x="50184" y="248495"/>
                    <a:pt x="53445" y="257652"/>
                  </a:cubicBezTo>
                  <a:cubicBezTo>
                    <a:pt x="56707" y="266823"/>
                    <a:pt x="59968" y="275981"/>
                    <a:pt x="63255" y="285138"/>
                  </a:cubicBezTo>
                  <a:cubicBezTo>
                    <a:pt x="66543" y="294283"/>
                    <a:pt x="69895" y="303414"/>
                    <a:pt x="73196" y="312572"/>
                  </a:cubicBezTo>
                  <a:cubicBezTo>
                    <a:pt x="76496" y="321717"/>
                    <a:pt x="79770" y="330887"/>
                    <a:pt x="83058" y="340032"/>
                  </a:cubicBezTo>
                  <a:cubicBezTo>
                    <a:pt x="86345" y="349189"/>
                    <a:pt x="89632" y="358347"/>
                    <a:pt x="92946" y="367492"/>
                  </a:cubicBezTo>
                  <a:cubicBezTo>
                    <a:pt x="96259" y="376636"/>
                    <a:pt x="99651" y="385755"/>
                    <a:pt x="102938" y="394899"/>
                  </a:cubicBezTo>
                  <a:cubicBezTo>
                    <a:pt x="106239" y="404057"/>
                    <a:pt x="109422" y="413240"/>
                    <a:pt x="112696" y="422398"/>
                  </a:cubicBezTo>
                  <a:cubicBezTo>
                    <a:pt x="115983" y="431556"/>
                    <a:pt x="119349" y="440687"/>
                    <a:pt x="122636" y="449832"/>
                  </a:cubicBezTo>
                  <a:cubicBezTo>
                    <a:pt x="125911" y="458989"/>
                    <a:pt x="129133" y="468173"/>
                    <a:pt x="132394" y="477331"/>
                  </a:cubicBezTo>
                  <a:cubicBezTo>
                    <a:pt x="135668" y="486488"/>
                    <a:pt x="138969" y="495646"/>
                    <a:pt x="142256" y="504790"/>
                  </a:cubicBezTo>
                  <a:cubicBezTo>
                    <a:pt x="145543" y="513948"/>
                    <a:pt x="148844" y="523106"/>
                    <a:pt x="152131" y="532263"/>
                  </a:cubicBezTo>
                  <a:cubicBezTo>
                    <a:pt x="155405" y="541408"/>
                    <a:pt x="158680" y="550578"/>
                    <a:pt x="161967" y="559723"/>
                  </a:cubicBezTo>
                  <a:cubicBezTo>
                    <a:pt x="165254" y="568881"/>
                    <a:pt x="168542" y="578038"/>
                    <a:pt x="171855" y="587183"/>
                  </a:cubicBezTo>
                  <a:cubicBezTo>
                    <a:pt x="175169" y="596327"/>
                    <a:pt x="178521" y="605459"/>
                    <a:pt x="181822" y="614603"/>
                  </a:cubicBezTo>
                  <a:cubicBezTo>
                    <a:pt x="185122" y="623761"/>
                    <a:pt x="188305" y="632945"/>
                    <a:pt x="191631" y="642089"/>
                  </a:cubicBezTo>
                  <a:cubicBezTo>
                    <a:pt x="194945" y="651234"/>
                    <a:pt x="197776" y="660600"/>
                    <a:pt x="201728" y="669458"/>
                  </a:cubicBezTo>
                  <a:cubicBezTo>
                    <a:pt x="205681" y="678315"/>
                    <a:pt x="209908" y="687277"/>
                    <a:pt x="215360" y="695235"/>
                  </a:cubicBezTo>
                  <a:cubicBezTo>
                    <a:pt x="220800" y="703179"/>
                    <a:pt x="226827" y="711567"/>
                    <a:pt x="234380" y="717190"/>
                  </a:cubicBezTo>
                  <a:cubicBezTo>
                    <a:pt x="241946" y="722812"/>
                    <a:pt x="251547" y="727339"/>
                    <a:pt x="260718" y="728956"/>
                  </a:cubicBezTo>
                  <a:cubicBezTo>
                    <a:pt x="269902" y="730587"/>
                    <a:pt x="280625" y="729856"/>
                    <a:pt x="289482" y="726934"/>
                  </a:cubicBezTo>
                  <a:cubicBezTo>
                    <a:pt x="298327" y="724012"/>
                    <a:pt x="307289" y="718129"/>
                    <a:pt x="313850" y="711437"/>
                  </a:cubicBezTo>
                  <a:cubicBezTo>
                    <a:pt x="320399" y="704732"/>
                    <a:pt x="325982" y="695626"/>
                    <a:pt x="328800" y="686703"/>
                  </a:cubicBezTo>
                  <a:cubicBezTo>
                    <a:pt x="331618" y="677781"/>
                    <a:pt x="331396" y="667462"/>
                    <a:pt x="330757" y="657900"/>
                  </a:cubicBezTo>
                  <a:cubicBezTo>
                    <a:pt x="330118" y="648338"/>
                    <a:pt x="326961" y="638828"/>
                    <a:pt x="324952" y="629305"/>
                  </a:cubicBezTo>
                  <a:cubicBezTo>
                    <a:pt x="322956" y="619782"/>
                    <a:pt x="320829" y="610299"/>
                    <a:pt x="318755" y="600789"/>
                  </a:cubicBezTo>
                  <a:cubicBezTo>
                    <a:pt x="316681" y="591292"/>
                    <a:pt x="314594" y="581782"/>
                    <a:pt x="312533" y="572285"/>
                  </a:cubicBezTo>
                  <a:cubicBezTo>
                    <a:pt x="310459" y="562776"/>
                    <a:pt x="308489" y="553253"/>
                    <a:pt x="306336" y="543769"/>
                  </a:cubicBezTo>
                  <a:cubicBezTo>
                    <a:pt x="304171" y="534285"/>
                    <a:pt x="301771" y="524854"/>
                    <a:pt x="299579" y="515383"/>
                  </a:cubicBezTo>
                  <a:cubicBezTo>
                    <a:pt x="297374" y="505899"/>
                    <a:pt x="295300" y="496402"/>
                    <a:pt x="293174" y="486919"/>
                  </a:cubicBezTo>
                  <a:cubicBezTo>
                    <a:pt x="291035" y="477422"/>
                    <a:pt x="288934" y="467925"/>
                    <a:pt x="286769" y="458441"/>
                  </a:cubicBezTo>
                  <a:cubicBezTo>
                    <a:pt x="284616" y="448958"/>
                    <a:pt x="282399" y="439487"/>
                    <a:pt x="280207" y="430016"/>
                  </a:cubicBezTo>
                  <a:cubicBezTo>
                    <a:pt x="278029" y="420533"/>
                    <a:pt x="275889" y="411049"/>
                    <a:pt x="273672" y="401578"/>
                  </a:cubicBezTo>
                  <a:cubicBezTo>
                    <a:pt x="271467" y="392107"/>
                    <a:pt x="269197" y="382637"/>
                    <a:pt x="266940" y="373179"/>
                  </a:cubicBezTo>
                  <a:cubicBezTo>
                    <a:pt x="264684" y="363721"/>
                    <a:pt x="262414" y="354264"/>
                    <a:pt x="260131" y="344806"/>
                  </a:cubicBezTo>
                  <a:cubicBezTo>
                    <a:pt x="257861" y="335349"/>
                    <a:pt x="255656" y="325878"/>
                    <a:pt x="253295" y="316433"/>
                  </a:cubicBezTo>
                  <a:cubicBezTo>
                    <a:pt x="250934" y="307002"/>
                    <a:pt x="248403" y="297609"/>
                    <a:pt x="245964" y="288191"/>
                  </a:cubicBezTo>
                  <a:cubicBezTo>
                    <a:pt x="243525" y="278772"/>
                    <a:pt x="241111" y="269354"/>
                    <a:pt x="238685" y="259935"/>
                  </a:cubicBezTo>
                  <a:cubicBezTo>
                    <a:pt x="236259" y="250517"/>
                    <a:pt x="233871" y="241085"/>
                    <a:pt x="231406" y="231680"/>
                  </a:cubicBezTo>
                  <a:cubicBezTo>
                    <a:pt x="228927" y="222274"/>
                    <a:pt x="226370" y="212895"/>
                    <a:pt x="223840" y="203502"/>
                  </a:cubicBezTo>
                  <a:cubicBezTo>
                    <a:pt x="221322" y="194097"/>
                    <a:pt x="218765" y="184718"/>
                    <a:pt x="216260" y="175312"/>
                  </a:cubicBezTo>
                  <a:cubicBezTo>
                    <a:pt x="213756" y="165920"/>
                    <a:pt x="211343" y="156501"/>
                    <a:pt x="208825" y="147096"/>
                  </a:cubicBezTo>
                  <a:cubicBezTo>
                    <a:pt x="206320" y="137703"/>
                    <a:pt x="203737" y="128324"/>
                    <a:pt x="201220" y="118932"/>
                  </a:cubicBezTo>
                  <a:cubicBezTo>
                    <a:pt x="198702" y="109539"/>
                    <a:pt x="196432" y="100055"/>
                    <a:pt x="193706" y="90728"/>
                  </a:cubicBezTo>
                  <a:cubicBezTo>
                    <a:pt x="190979" y="81401"/>
                    <a:pt x="188788" y="71761"/>
                    <a:pt x="184822" y="62981"/>
                  </a:cubicBezTo>
                  <a:cubicBezTo>
                    <a:pt x="180856" y="54202"/>
                    <a:pt x="175938" y="45514"/>
                    <a:pt x="169925" y="38026"/>
                  </a:cubicBezTo>
                  <a:cubicBezTo>
                    <a:pt x="163924" y="30525"/>
                    <a:pt x="156645" y="23533"/>
                    <a:pt x="148779" y="18041"/>
                  </a:cubicBezTo>
                  <a:cubicBezTo>
                    <a:pt x="140912" y="12536"/>
                    <a:pt x="131846" y="8036"/>
                    <a:pt x="122728" y="5061"/>
                  </a:cubicBezTo>
                  <a:cubicBezTo>
                    <a:pt x="113609" y="2087"/>
                    <a:pt x="103669" y="378"/>
                    <a:pt x="94094" y="183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32" name="Inner left wave"/>
            <p:cNvSpPr/>
            <p:nvPr/>
          </p:nvSpPr>
          <p:spPr>
            <a:xfrm>
              <a:off x="10062966" y="2553099"/>
              <a:ext cx="172972" cy="623550"/>
            </a:xfrm>
            <a:custGeom>
              <a:avLst/>
              <a:gdLst/>
              <a:ahLst/>
              <a:cxnLst/>
              <a:rect l="l" t="t" r="r" b="b"/>
              <a:pathLst>
                <a:path w="172972" h="623550">
                  <a:moveTo>
                    <a:pt x="62605" y="578"/>
                  </a:moveTo>
                  <a:cubicBezTo>
                    <a:pt x="53211" y="1161"/>
                    <a:pt x="42996" y="4279"/>
                    <a:pt x="34804" y="8949"/>
                  </a:cubicBezTo>
                  <a:cubicBezTo>
                    <a:pt x="26612" y="13632"/>
                    <a:pt x="18967" y="20911"/>
                    <a:pt x="13489" y="28634"/>
                  </a:cubicBezTo>
                  <a:cubicBezTo>
                    <a:pt x="8010" y="36356"/>
                    <a:pt x="3914" y="46010"/>
                    <a:pt x="1957" y="55285"/>
                  </a:cubicBezTo>
                  <a:cubicBezTo>
                    <a:pt x="0" y="64560"/>
                    <a:pt x="809" y="74657"/>
                    <a:pt x="1748" y="84271"/>
                  </a:cubicBezTo>
                  <a:cubicBezTo>
                    <a:pt x="2674" y="93885"/>
                    <a:pt x="5557" y="103408"/>
                    <a:pt x="7553" y="112957"/>
                  </a:cubicBezTo>
                  <a:cubicBezTo>
                    <a:pt x="9549" y="122506"/>
                    <a:pt x="11701" y="132016"/>
                    <a:pt x="13736" y="141565"/>
                  </a:cubicBezTo>
                  <a:cubicBezTo>
                    <a:pt x="15771" y="151101"/>
                    <a:pt x="17754" y="160650"/>
                    <a:pt x="19737" y="170198"/>
                  </a:cubicBezTo>
                  <a:cubicBezTo>
                    <a:pt x="21733" y="179747"/>
                    <a:pt x="23664" y="189309"/>
                    <a:pt x="25686" y="198858"/>
                  </a:cubicBezTo>
                  <a:cubicBezTo>
                    <a:pt x="27695" y="208394"/>
                    <a:pt x="29795" y="217917"/>
                    <a:pt x="31830" y="227466"/>
                  </a:cubicBezTo>
                  <a:cubicBezTo>
                    <a:pt x="33865" y="237002"/>
                    <a:pt x="35926" y="246538"/>
                    <a:pt x="37909" y="256087"/>
                  </a:cubicBezTo>
                  <a:cubicBezTo>
                    <a:pt x="39905" y="265636"/>
                    <a:pt x="41796" y="275211"/>
                    <a:pt x="43792" y="284760"/>
                  </a:cubicBezTo>
                  <a:cubicBezTo>
                    <a:pt x="45775" y="294309"/>
                    <a:pt x="47888" y="303832"/>
                    <a:pt x="49845" y="313381"/>
                  </a:cubicBezTo>
                  <a:cubicBezTo>
                    <a:pt x="51815" y="322943"/>
                    <a:pt x="53706" y="332505"/>
                    <a:pt x="55572" y="342080"/>
                  </a:cubicBezTo>
                  <a:cubicBezTo>
                    <a:pt x="57424" y="351655"/>
                    <a:pt x="59237" y="361243"/>
                    <a:pt x="61025" y="370831"/>
                  </a:cubicBezTo>
                  <a:cubicBezTo>
                    <a:pt x="62812" y="380419"/>
                    <a:pt x="64560" y="390020"/>
                    <a:pt x="66308" y="399621"/>
                  </a:cubicBezTo>
                  <a:cubicBezTo>
                    <a:pt x="68056" y="409210"/>
                    <a:pt x="69804" y="418811"/>
                    <a:pt x="71500" y="428412"/>
                  </a:cubicBezTo>
                  <a:cubicBezTo>
                    <a:pt x="73209" y="438026"/>
                    <a:pt x="74878" y="447640"/>
                    <a:pt x="76509" y="457254"/>
                  </a:cubicBezTo>
                  <a:cubicBezTo>
                    <a:pt x="78140" y="466869"/>
                    <a:pt x="79757" y="476483"/>
                    <a:pt x="81310" y="486123"/>
                  </a:cubicBezTo>
                  <a:cubicBezTo>
                    <a:pt x="82862" y="495750"/>
                    <a:pt x="84297" y="505391"/>
                    <a:pt x="85836" y="515031"/>
                  </a:cubicBezTo>
                  <a:cubicBezTo>
                    <a:pt x="87389" y="524658"/>
                    <a:pt x="89045" y="534272"/>
                    <a:pt x="90572" y="543912"/>
                  </a:cubicBezTo>
                  <a:cubicBezTo>
                    <a:pt x="92098" y="553540"/>
                    <a:pt x="93194" y="563271"/>
                    <a:pt x="95007" y="572833"/>
                  </a:cubicBezTo>
                  <a:cubicBezTo>
                    <a:pt x="96833" y="582395"/>
                    <a:pt x="96938" y="593301"/>
                    <a:pt x="101490" y="601258"/>
                  </a:cubicBezTo>
                  <a:cubicBezTo>
                    <a:pt x="106043" y="609216"/>
                    <a:pt x="114105" y="617630"/>
                    <a:pt x="122323" y="620591"/>
                  </a:cubicBezTo>
                  <a:cubicBezTo>
                    <a:pt x="130542" y="623552"/>
                    <a:pt x="142934" y="622848"/>
                    <a:pt x="150787" y="619000"/>
                  </a:cubicBezTo>
                  <a:cubicBezTo>
                    <a:pt x="158641" y="615164"/>
                    <a:pt x="165946" y="605942"/>
                    <a:pt x="169455" y="597528"/>
                  </a:cubicBezTo>
                  <a:cubicBezTo>
                    <a:pt x="172977" y="589114"/>
                    <a:pt x="171464" y="578234"/>
                    <a:pt x="171855" y="568528"/>
                  </a:cubicBezTo>
                  <a:cubicBezTo>
                    <a:pt x="172260" y="558810"/>
                    <a:pt x="171855" y="549013"/>
                    <a:pt x="171855" y="539255"/>
                  </a:cubicBezTo>
                  <a:cubicBezTo>
                    <a:pt x="171855" y="529498"/>
                    <a:pt x="171855" y="519753"/>
                    <a:pt x="171855" y="509995"/>
                  </a:cubicBezTo>
                  <a:cubicBezTo>
                    <a:pt x="171855" y="500238"/>
                    <a:pt x="171855" y="490480"/>
                    <a:pt x="171855" y="480722"/>
                  </a:cubicBezTo>
                  <a:cubicBezTo>
                    <a:pt x="171855" y="470978"/>
                    <a:pt x="171855" y="461220"/>
                    <a:pt x="171855" y="451462"/>
                  </a:cubicBezTo>
                  <a:cubicBezTo>
                    <a:pt x="171855" y="441705"/>
                    <a:pt x="171855" y="431947"/>
                    <a:pt x="171855" y="422189"/>
                  </a:cubicBezTo>
                  <a:cubicBezTo>
                    <a:pt x="171855" y="412445"/>
                    <a:pt x="171855" y="402687"/>
                    <a:pt x="171855" y="392929"/>
                  </a:cubicBezTo>
                  <a:cubicBezTo>
                    <a:pt x="171855" y="383172"/>
                    <a:pt x="171855" y="373414"/>
                    <a:pt x="171855" y="363669"/>
                  </a:cubicBezTo>
                  <a:cubicBezTo>
                    <a:pt x="171855" y="353912"/>
                    <a:pt x="171855" y="344154"/>
                    <a:pt x="171855" y="334396"/>
                  </a:cubicBezTo>
                  <a:cubicBezTo>
                    <a:pt x="171855" y="324639"/>
                    <a:pt x="171855" y="314894"/>
                    <a:pt x="171855" y="305136"/>
                  </a:cubicBezTo>
                  <a:cubicBezTo>
                    <a:pt x="171855" y="295379"/>
                    <a:pt x="171855" y="285621"/>
                    <a:pt x="171855" y="275863"/>
                  </a:cubicBezTo>
                  <a:cubicBezTo>
                    <a:pt x="171855" y="266119"/>
                    <a:pt x="172116" y="256348"/>
                    <a:pt x="171855" y="246603"/>
                  </a:cubicBezTo>
                  <a:cubicBezTo>
                    <a:pt x="171594" y="236859"/>
                    <a:pt x="171412" y="227075"/>
                    <a:pt x="170277" y="217408"/>
                  </a:cubicBezTo>
                  <a:cubicBezTo>
                    <a:pt x="169129" y="207742"/>
                    <a:pt x="166976" y="198180"/>
                    <a:pt x="165007" y="188631"/>
                  </a:cubicBezTo>
                  <a:cubicBezTo>
                    <a:pt x="163037" y="179082"/>
                    <a:pt x="160650" y="169611"/>
                    <a:pt x="158458" y="160102"/>
                  </a:cubicBezTo>
                  <a:cubicBezTo>
                    <a:pt x="156253" y="150605"/>
                    <a:pt x="154023" y="141108"/>
                    <a:pt x="151831" y="131598"/>
                  </a:cubicBezTo>
                  <a:cubicBezTo>
                    <a:pt x="149640" y="122101"/>
                    <a:pt x="147487" y="112579"/>
                    <a:pt x="145296" y="103069"/>
                  </a:cubicBezTo>
                  <a:cubicBezTo>
                    <a:pt x="143104" y="93572"/>
                    <a:pt x="141069" y="84010"/>
                    <a:pt x="138682" y="74565"/>
                  </a:cubicBezTo>
                  <a:cubicBezTo>
                    <a:pt x="136308" y="65121"/>
                    <a:pt x="134938" y="55141"/>
                    <a:pt x="130998" y="46388"/>
                  </a:cubicBezTo>
                  <a:cubicBezTo>
                    <a:pt x="127059" y="37635"/>
                    <a:pt x="121684" y="28843"/>
                    <a:pt x="115044" y="22020"/>
                  </a:cubicBezTo>
                  <a:cubicBezTo>
                    <a:pt x="108417" y="15211"/>
                    <a:pt x="99938" y="9053"/>
                    <a:pt x="91185" y="5479"/>
                  </a:cubicBezTo>
                  <a:cubicBezTo>
                    <a:pt x="82445" y="1905"/>
                    <a:pt x="72009" y="0"/>
                    <a:pt x="62603" y="574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33" name="Center wave"/>
            <p:cNvSpPr/>
            <p:nvPr/>
          </p:nvSpPr>
          <p:spPr>
            <a:xfrm>
              <a:off x="10262067" y="2785237"/>
              <a:ext cx="144277" cy="529658"/>
            </a:xfrm>
            <a:custGeom>
              <a:avLst/>
              <a:gdLst/>
              <a:ahLst/>
              <a:cxnLst/>
              <a:rect l="l" t="t" r="r" b="b"/>
              <a:pathLst>
                <a:path w="144277" h="529658">
                  <a:moveTo>
                    <a:pt x="67006" y="657"/>
                  </a:moveTo>
                  <a:cubicBezTo>
                    <a:pt x="57620" y="1318"/>
                    <a:pt x="47601" y="4135"/>
                    <a:pt x="39266" y="8505"/>
                  </a:cubicBezTo>
                  <a:cubicBezTo>
                    <a:pt x="30930" y="12875"/>
                    <a:pt x="22920" y="19541"/>
                    <a:pt x="17011" y="26873"/>
                  </a:cubicBezTo>
                  <a:cubicBezTo>
                    <a:pt x="11101" y="34191"/>
                    <a:pt x="6457" y="43427"/>
                    <a:pt x="3809" y="52493"/>
                  </a:cubicBezTo>
                  <a:cubicBezTo>
                    <a:pt x="1161" y="61559"/>
                    <a:pt x="1578" y="71630"/>
                    <a:pt x="1135" y="81257"/>
                  </a:cubicBezTo>
                  <a:cubicBezTo>
                    <a:pt x="678" y="90898"/>
                    <a:pt x="1135" y="100603"/>
                    <a:pt x="1135" y="110283"/>
                  </a:cubicBezTo>
                  <a:cubicBezTo>
                    <a:pt x="1135" y="119949"/>
                    <a:pt x="1135" y="129628"/>
                    <a:pt x="1135" y="139295"/>
                  </a:cubicBezTo>
                  <a:cubicBezTo>
                    <a:pt x="1135" y="148961"/>
                    <a:pt x="1135" y="158641"/>
                    <a:pt x="1135" y="168307"/>
                  </a:cubicBezTo>
                  <a:cubicBezTo>
                    <a:pt x="1135" y="177986"/>
                    <a:pt x="1135" y="187653"/>
                    <a:pt x="1135" y="197332"/>
                  </a:cubicBezTo>
                  <a:cubicBezTo>
                    <a:pt x="1135" y="206999"/>
                    <a:pt x="1135" y="216678"/>
                    <a:pt x="1135" y="226344"/>
                  </a:cubicBezTo>
                  <a:cubicBezTo>
                    <a:pt x="1135" y="236011"/>
                    <a:pt x="1135" y="245690"/>
                    <a:pt x="1135" y="255356"/>
                  </a:cubicBezTo>
                  <a:cubicBezTo>
                    <a:pt x="1135" y="265036"/>
                    <a:pt x="1135" y="274702"/>
                    <a:pt x="1135" y="284382"/>
                  </a:cubicBezTo>
                  <a:cubicBezTo>
                    <a:pt x="1135" y="294048"/>
                    <a:pt x="1135" y="303727"/>
                    <a:pt x="1135" y="313394"/>
                  </a:cubicBezTo>
                  <a:cubicBezTo>
                    <a:pt x="1135" y="323060"/>
                    <a:pt x="1135" y="332740"/>
                    <a:pt x="1135" y="342406"/>
                  </a:cubicBezTo>
                  <a:cubicBezTo>
                    <a:pt x="1135" y="352085"/>
                    <a:pt x="1135" y="361752"/>
                    <a:pt x="1135" y="371431"/>
                  </a:cubicBezTo>
                  <a:cubicBezTo>
                    <a:pt x="1135" y="381097"/>
                    <a:pt x="1135" y="390777"/>
                    <a:pt x="1135" y="400443"/>
                  </a:cubicBezTo>
                  <a:cubicBezTo>
                    <a:pt x="1135" y="410110"/>
                    <a:pt x="1135" y="419789"/>
                    <a:pt x="1135" y="429455"/>
                  </a:cubicBezTo>
                  <a:cubicBezTo>
                    <a:pt x="1122" y="439135"/>
                    <a:pt x="0" y="448945"/>
                    <a:pt x="1057" y="458468"/>
                  </a:cubicBezTo>
                  <a:cubicBezTo>
                    <a:pt x="2126" y="467990"/>
                    <a:pt x="3666" y="477970"/>
                    <a:pt x="7501" y="486593"/>
                  </a:cubicBezTo>
                  <a:cubicBezTo>
                    <a:pt x="11323" y="495215"/>
                    <a:pt x="17167" y="503747"/>
                    <a:pt x="24029" y="510191"/>
                  </a:cubicBezTo>
                  <a:cubicBezTo>
                    <a:pt x="30878" y="516622"/>
                    <a:pt x="39748" y="522101"/>
                    <a:pt x="48606" y="525232"/>
                  </a:cubicBezTo>
                  <a:cubicBezTo>
                    <a:pt x="57476" y="528350"/>
                    <a:pt x="67821" y="529654"/>
                    <a:pt x="77214" y="528950"/>
                  </a:cubicBezTo>
                  <a:cubicBezTo>
                    <a:pt x="86593" y="528245"/>
                    <a:pt x="96598" y="525389"/>
                    <a:pt x="104908" y="520992"/>
                  </a:cubicBezTo>
                  <a:cubicBezTo>
                    <a:pt x="113205" y="516596"/>
                    <a:pt x="121149" y="509891"/>
                    <a:pt x="127032" y="502547"/>
                  </a:cubicBezTo>
                  <a:cubicBezTo>
                    <a:pt x="132916" y="495215"/>
                    <a:pt x="137573" y="485993"/>
                    <a:pt x="140234" y="476939"/>
                  </a:cubicBezTo>
                  <a:cubicBezTo>
                    <a:pt x="142882" y="467873"/>
                    <a:pt x="142530" y="457815"/>
                    <a:pt x="143000" y="448188"/>
                  </a:cubicBezTo>
                  <a:cubicBezTo>
                    <a:pt x="143456" y="438561"/>
                    <a:pt x="143000" y="428842"/>
                    <a:pt x="143000" y="419176"/>
                  </a:cubicBezTo>
                  <a:cubicBezTo>
                    <a:pt x="143000" y="409497"/>
                    <a:pt x="142947" y="399830"/>
                    <a:pt x="143000" y="390164"/>
                  </a:cubicBezTo>
                  <a:cubicBezTo>
                    <a:pt x="143039" y="380484"/>
                    <a:pt x="143221" y="370818"/>
                    <a:pt x="143274" y="361152"/>
                  </a:cubicBezTo>
                  <a:cubicBezTo>
                    <a:pt x="143313" y="351472"/>
                    <a:pt x="143274" y="341806"/>
                    <a:pt x="143274" y="332139"/>
                  </a:cubicBezTo>
                  <a:cubicBezTo>
                    <a:pt x="143274" y="322473"/>
                    <a:pt x="143300" y="312807"/>
                    <a:pt x="143247" y="303127"/>
                  </a:cubicBezTo>
                  <a:cubicBezTo>
                    <a:pt x="143208" y="293461"/>
                    <a:pt x="143026" y="283795"/>
                    <a:pt x="143000" y="274128"/>
                  </a:cubicBezTo>
                  <a:cubicBezTo>
                    <a:pt x="142960" y="264449"/>
                    <a:pt x="143052" y="254782"/>
                    <a:pt x="143065" y="245116"/>
                  </a:cubicBezTo>
                  <a:cubicBezTo>
                    <a:pt x="143091" y="235450"/>
                    <a:pt x="143104" y="225770"/>
                    <a:pt x="143091" y="216104"/>
                  </a:cubicBezTo>
                  <a:cubicBezTo>
                    <a:pt x="143078" y="206438"/>
                    <a:pt x="142960" y="196771"/>
                    <a:pt x="143000" y="187092"/>
                  </a:cubicBezTo>
                  <a:cubicBezTo>
                    <a:pt x="143026" y="177425"/>
                    <a:pt x="143208" y="167759"/>
                    <a:pt x="143261" y="158080"/>
                  </a:cubicBezTo>
                  <a:cubicBezTo>
                    <a:pt x="143313" y="148413"/>
                    <a:pt x="143365" y="138747"/>
                    <a:pt x="143326" y="129081"/>
                  </a:cubicBezTo>
                  <a:cubicBezTo>
                    <a:pt x="143274" y="119401"/>
                    <a:pt x="143013" y="109735"/>
                    <a:pt x="143000" y="100068"/>
                  </a:cubicBezTo>
                  <a:cubicBezTo>
                    <a:pt x="143000" y="90389"/>
                    <a:pt x="144278" y="80566"/>
                    <a:pt x="143274" y="71056"/>
                  </a:cubicBezTo>
                  <a:cubicBezTo>
                    <a:pt x="142269" y="61533"/>
                    <a:pt x="140821" y="51515"/>
                    <a:pt x="136973" y="42944"/>
                  </a:cubicBezTo>
                  <a:cubicBezTo>
                    <a:pt x="133111" y="34374"/>
                    <a:pt x="127046" y="25986"/>
                    <a:pt x="120145" y="19594"/>
                  </a:cubicBezTo>
                  <a:cubicBezTo>
                    <a:pt x="113244" y="13202"/>
                    <a:pt x="104439" y="7723"/>
                    <a:pt x="95581" y="4566"/>
                  </a:cubicBezTo>
                  <a:cubicBezTo>
                    <a:pt x="86736" y="1409"/>
                    <a:pt x="76392" y="0"/>
                    <a:pt x="67012" y="652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34" name="Inner right wave"/>
            <p:cNvSpPr/>
            <p:nvPr/>
          </p:nvSpPr>
          <p:spPr>
            <a:xfrm>
              <a:off x="10432701" y="2553207"/>
              <a:ext cx="172859" cy="623540"/>
            </a:xfrm>
            <a:custGeom>
              <a:avLst/>
              <a:gdLst/>
              <a:ahLst/>
              <a:cxnLst/>
              <a:rect l="l" t="t" r="r" b="b"/>
              <a:pathLst>
                <a:path w="172859" h="623540">
                  <a:moveTo>
                    <a:pt x="100853" y="875"/>
                  </a:moveTo>
                  <a:cubicBezTo>
                    <a:pt x="91485" y="1748"/>
                    <a:pt x="81479" y="5205"/>
                    <a:pt x="73313" y="9992"/>
                  </a:cubicBezTo>
                  <a:cubicBezTo>
                    <a:pt x="65147" y="14780"/>
                    <a:pt x="57581" y="22007"/>
                    <a:pt x="51854" y="29625"/>
                  </a:cubicBezTo>
                  <a:cubicBezTo>
                    <a:pt x="46127" y="37231"/>
                    <a:pt x="42188" y="46571"/>
                    <a:pt x="38952" y="55663"/>
                  </a:cubicBezTo>
                  <a:cubicBezTo>
                    <a:pt x="35704" y="64756"/>
                    <a:pt x="34608" y="74683"/>
                    <a:pt x="32430" y="84180"/>
                  </a:cubicBezTo>
                  <a:cubicBezTo>
                    <a:pt x="30251" y="93676"/>
                    <a:pt x="28047" y="103186"/>
                    <a:pt x="25855" y="112683"/>
                  </a:cubicBezTo>
                  <a:cubicBezTo>
                    <a:pt x="23651" y="122180"/>
                    <a:pt x="21433" y="131677"/>
                    <a:pt x="19215" y="141173"/>
                  </a:cubicBezTo>
                  <a:cubicBezTo>
                    <a:pt x="16985" y="150670"/>
                    <a:pt x="14676" y="160141"/>
                    <a:pt x="12497" y="169651"/>
                  </a:cubicBezTo>
                  <a:cubicBezTo>
                    <a:pt x="10306" y="179147"/>
                    <a:pt x="7905" y="188618"/>
                    <a:pt x="6105" y="198193"/>
                  </a:cubicBezTo>
                  <a:cubicBezTo>
                    <a:pt x="4305" y="207768"/>
                    <a:pt x="2505" y="217408"/>
                    <a:pt x="1670" y="227088"/>
                  </a:cubicBezTo>
                  <a:cubicBezTo>
                    <a:pt x="835" y="236780"/>
                    <a:pt x="1161" y="246577"/>
                    <a:pt x="1057" y="256322"/>
                  </a:cubicBezTo>
                  <a:cubicBezTo>
                    <a:pt x="952" y="266066"/>
                    <a:pt x="1057" y="275824"/>
                    <a:pt x="1057" y="285582"/>
                  </a:cubicBezTo>
                  <a:cubicBezTo>
                    <a:pt x="1057" y="295326"/>
                    <a:pt x="1057" y="305084"/>
                    <a:pt x="1057" y="314829"/>
                  </a:cubicBezTo>
                  <a:cubicBezTo>
                    <a:pt x="1057" y="324586"/>
                    <a:pt x="1057" y="334331"/>
                    <a:pt x="1057" y="344089"/>
                  </a:cubicBezTo>
                  <a:cubicBezTo>
                    <a:pt x="1057" y="353833"/>
                    <a:pt x="1057" y="363591"/>
                    <a:pt x="1057" y="373336"/>
                  </a:cubicBezTo>
                  <a:cubicBezTo>
                    <a:pt x="1057" y="383093"/>
                    <a:pt x="1057" y="392838"/>
                    <a:pt x="1057" y="402596"/>
                  </a:cubicBezTo>
                  <a:cubicBezTo>
                    <a:pt x="1057" y="412340"/>
                    <a:pt x="1057" y="422098"/>
                    <a:pt x="1057" y="431843"/>
                  </a:cubicBezTo>
                  <a:cubicBezTo>
                    <a:pt x="1057" y="441600"/>
                    <a:pt x="1057" y="451345"/>
                    <a:pt x="1057" y="461103"/>
                  </a:cubicBezTo>
                  <a:cubicBezTo>
                    <a:pt x="1057" y="470847"/>
                    <a:pt x="1057" y="480605"/>
                    <a:pt x="1057" y="490350"/>
                  </a:cubicBezTo>
                  <a:cubicBezTo>
                    <a:pt x="1057" y="500107"/>
                    <a:pt x="1057" y="509852"/>
                    <a:pt x="1057" y="519610"/>
                  </a:cubicBezTo>
                  <a:cubicBezTo>
                    <a:pt x="1057" y="529354"/>
                    <a:pt x="1057" y="539112"/>
                    <a:pt x="1057" y="548857"/>
                  </a:cubicBezTo>
                  <a:cubicBezTo>
                    <a:pt x="1057" y="558614"/>
                    <a:pt x="0" y="568568"/>
                    <a:pt x="1057" y="578117"/>
                  </a:cubicBezTo>
                  <a:cubicBezTo>
                    <a:pt x="2113" y="587666"/>
                    <a:pt x="2413" y="598871"/>
                    <a:pt x="7410" y="606163"/>
                  </a:cubicBezTo>
                  <a:cubicBezTo>
                    <a:pt x="12419" y="613469"/>
                    <a:pt x="22503" y="620265"/>
                    <a:pt x="31086" y="621896"/>
                  </a:cubicBezTo>
                  <a:cubicBezTo>
                    <a:pt x="39683" y="623539"/>
                    <a:pt x="51763" y="621035"/>
                    <a:pt x="58950" y="616012"/>
                  </a:cubicBezTo>
                  <a:cubicBezTo>
                    <a:pt x="66125" y="610990"/>
                    <a:pt x="70848" y="600619"/>
                    <a:pt x="74187" y="591762"/>
                  </a:cubicBezTo>
                  <a:cubicBezTo>
                    <a:pt x="77514" y="582917"/>
                    <a:pt x="77370" y="572533"/>
                    <a:pt x="78935" y="562906"/>
                  </a:cubicBezTo>
                  <a:cubicBezTo>
                    <a:pt x="80501" y="553292"/>
                    <a:pt x="82053" y="543652"/>
                    <a:pt x="83593" y="534024"/>
                  </a:cubicBezTo>
                  <a:cubicBezTo>
                    <a:pt x="85132" y="524397"/>
                    <a:pt x="86632" y="514770"/>
                    <a:pt x="88184" y="505143"/>
                  </a:cubicBezTo>
                  <a:cubicBezTo>
                    <a:pt x="89737" y="495515"/>
                    <a:pt x="91315" y="485888"/>
                    <a:pt x="92933" y="476274"/>
                  </a:cubicBezTo>
                  <a:cubicBezTo>
                    <a:pt x="94550" y="466660"/>
                    <a:pt x="96220" y="457059"/>
                    <a:pt x="97916" y="447444"/>
                  </a:cubicBezTo>
                  <a:cubicBezTo>
                    <a:pt x="99612" y="437843"/>
                    <a:pt x="101386" y="428255"/>
                    <a:pt x="103095" y="418654"/>
                  </a:cubicBezTo>
                  <a:cubicBezTo>
                    <a:pt x="104791" y="409053"/>
                    <a:pt x="106395" y="399439"/>
                    <a:pt x="108156" y="389851"/>
                  </a:cubicBezTo>
                  <a:cubicBezTo>
                    <a:pt x="109904" y="380263"/>
                    <a:pt x="111796" y="370688"/>
                    <a:pt x="113622" y="361112"/>
                  </a:cubicBezTo>
                  <a:cubicBezTo>
                    <a:pt x="115462" y="351537"/>
                    <a:pt x="117223" y="341949"/>
                    <a:pt x="119127" y="332387"/>
                  </a:cubicBezTo>
                  <a:cubicBezTo>
                    <a:pt x="121032" y="322812"/>
                    <a:pt x="123067" y="313276"/>
                    <a:pt x="125037" y="303727"/>
                  </a:cubicBezTo>
                  <a:cubicBezTo>
                    <a:pt x="127006" y="294178"/>
                    <a:pt x="128898" y="284616"/>
                    <a:pt x="130933" y="275081"/>
                  </a:cubicBezTo>
                  <a:cubicBezTo>
                    <a:pt x="132955" y="265545"/>
                    <a:pt x="135107" y="256035"/>
                    <a:pt x="137195" y="246512"/>
                  </a:cubicBezTo>
                  <a:cubicBezTo>
                    <a:pt x="139282" y="236989"/>
                    <a:pt x="141421" y="227466"/>
                    <a:pt x="143469" y="217930"/>
                  </a:cubicBezTo>
                  <a:cubicBezTo>
                    <a:pt x="145504" y="208394"/>
                    <a:pt x="147435" y="198845"/>
                    <a:pt x="149431" y="189296"/>
                  </a:cubicBezTo>
                  <a:cubicBezTo>
                    <a:pt x="151427" y="179747"/>
                    <a:pt x="153449" y="170212"/>
                    <a:pt x="155458" y="160676"/>
                  </a:cubicBezTo>
                  <a:cubicBezTo>
                    <a:pt x="157467" y="151127"/>
                    <a:pt x="159489" y="141591"/>
                    <a:pt x="161511" y="132055"/>
                  </a:cubicBezTo>
                  <a:cubicBezTo>
                    <a:pt x="163532" y="122506"/>
                    <a:pt x="165711" y="112996"/>
                    <a:pt x="167576" y="103434"/>
                  </a:cubicBezTo>
                  <a:cubicBezTo>
                    <a:pt x="169442" y="93872"/>
                    <a:pt x="172547" y="84232"/>
                    <a:pt x="172703" y="74644"/>
                  </a:cubicBezTo>
                  <a:cubicBezTo>
                    <a:pt x="172860" y="65056"/>
                    <a:pt x="171686" y="54854"/>
                    <a:pt x="168490" y="45905"/>
                  </a:cubicBezTo>
                  <a:cubicBezTo>
                    <a:pt x="165307" y="36970"/>
                    <a:pt x="160076" y="27864"/>
                    <a:pt x="153579" y="21002"/>
                  </a:cubicBezTo>
                  <a:cubicBezTo>
                    <a:pt x="147083" y="14141"/>
                    <a:pt x="138329" y="8101"/>
                    <a:pt x="129537" y="4748"/>
                  </a:cubicBezTo>
                  <a:cubicBezTo>
                    <a:pt x="120745" y="1383"/>
                    <a:pt x="110230" y="0"/>
                    <a:pt x="100851" y="874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35" name="Outer right wave"/>
            <p:cNvSpPr/>
            <p:nvPr/>
          </p:nvSpPr>
          <p:spPr>
            <a:xfrm>
              <a:off x="10551179" y="2354385"/>
              <a:ext cx="332010" cy="730458"/>
            </a:xfrm>
            <a:custGeom>
              <a:avLst/>
              <a:gdLst/>
              <a:ahLst/>
              <a:cxnLst/>
              <a:rect l="l" t="t" r="r" b="b"/>
              <a:pathLst>
                <a:path w="332010" h="730458">
                  <a:moveTo>
                    <a:pt x="233492" y="713"/>
                  </a:moveTo>
                  <a:cubicBezTo>
                    <a:pt x="223944" y="1422"/>
                    <a:pt x="214121" y="3835"/>
                    <a:pt x="205185" y="7305"/>
                  </a:cubicBezTo>
                  <a:cubicBezTo>
                    <a:pt x="196249" y="10788"/>
                    <a:pt x="187470" y="15719"/>
                    <a:pt x="179852" y="21537"/>
                  </a:cubicBezTo>
                  <a:cubicBezTo>
                    <a:pt x="172234" y="27368"/>
                    <a:pt x="165228" y="34582"/>
                    <a:pt x="159489" y="42279"/>
                  </a:cubicBezTo>
                  <a:cubicBezTo>
                    <a:pt x="153749" y="49976"/>
                    <a:pt x="149144" y="58833"/>
                    <a:pt x="145400" y="67717"/>
                  </a:cubicBezTo>
                  <a:cubicBezTo>
                    <a:pt x="141656" y="76613"/>
                    <a:pt x="139673" y="86293"/>
                    <a:pt x="137025" y="95633"/>
                  </a:cubicBezTo>
                  <a:cubicBezTo>
                    <a:pt x="134377" y="104986"/>
                    <a:pt x="132029" y="114431"/>
                    <a:pt x="129524" y="123823"/>
                  </a:cubicBezTo>
                  <a:cubicBezTo>
                    <a:pt x="127032" y="133229"/>
                    <a:pt x="124528" y="142621"/>
                    <a:pt x="122023" y="152014"/>
                  </a:cubicBezTo>
                  <a:cubicBezTo>
                    <a:pt x="119519" y="161406"/>
                    <a:pt x="117027" y="170812"/>
                    <a:pt x="114509" y="180204"/>
                  </a:cubicBezTo>
                  <a:cubicBezTo>
                    <a:pt x="111979" y="189596"/>
                    <a:pt x="109396" y="198963"/>
                    <a:pt x="106891" y="208355"/>
                  </a:cubicBezTo>
                  <a:cubicBezTo>
                    <a:pt x="104386" y="217748"/>
                    <a:pt x="101921" y="227166"/>
                    <a:pt x="99468" y="236572"/>
                  </a:cubicBezTo>
                  <a:cubicBezTo>
                    <a:pt x="97029" y="245977"/>
                    <a:pt x="94642" y="255409"/>
                    <a:pt x="92215" y="264827"/>
                  </a:cubicBezTo>
                  <a:cubicBezTo>
                    <a:pt x="89789" y="274246"/>
                    <a:pt x="87350" y="283651"/>
                    <a:pt x="84936" y="293070"/>
                  </a:cubicBezTo>
                  <a:cubicBezTo>
                    <a:pt x="82536" y="302488"/>
                    <a:pt x="80136" y="311920"/>
                    <a:pt x="77801" y="321351"/>
                  </a:cubicBezTo>
                  <a:cubicBezTo>
                    <a:pt x="75452" y="330796"/>
                    <a:pt x="73209" y="340253"/>
                    <a:pt x="70900" y="349698"/>
                  </a:cubicBezTo>
                  <a:cubicBezTo>
                    <a:pt x="68591" y="359143"/>
                    <a:pt x="66190" y="368561"/>
                    <a:pt x="63921" y="378019"/>
                  </a:cubicBezTo>
                  <a:cubicBezTo>
                    <a:pt x="61651" y="387476"/>
                    <a:pt x="59472" y="396947"/>
                    <a:pt x="57307" y="406431"/>
                  </a:cubicBezTo>
                  <a:cubicBezTo>
                    <a:pt x="55128" y="415902"/>
                    <a:pt x="53041" y="425398"/>
                    <a:pt x="50876" y="434882"/>
                  </a:cubicBezTo>
                  <a:cubicBezTo>
                    <a:pt x="48710" y="444366"/>
                    <a:pt x="46506" y="453824"/>
                    <a:pt x="44314" y="463307"/>
                  </a:cubicBezTo>
                  <a:cubicBezTo>
                    <a:pt x="42122" y="472778"/>
                    <a:pt x="39905" y="482249"/>
                    <a:pt x="37739" y="491719"/>
                  </a:cubicBezTo>
                  <a:cubicBezTo>
                    <a:pt x="35561" y="501203"/>
                    <a:pt x="33421" y="510687"/>
                    <a:pt x="31295" y="520171"/>
                  </a:cubicBezTo>
                  <a:cubicBezTo>
                    <a:pt x="29156" y="529654"/>
                    <a:pt x="27055" y="539151"/>
                    <a:pt x="24916" y="548635"/>
                  </a:cubicBezTo>
                  <a:cubicBezTo>
                    <a:pt x="22790" y="558119"/>
                    <a:pt x="20611" y="567602"/>
                    <a:pt x="18498" y="577086"/>
                  </a:cubicBezTo>
                  <a:cubicBezTo>
                    <a:pt x="16385" y="586583"/>
                    <a:pt x="14336" y="596093"/>
                    <a:pt x="12249" y="605589"/>
                  </a:cubicBezTo>
                  <a:cubicBezTo>
                    <a:pt x="10162" y="615073"/>
                    <a:pt x="7957" y="624557"/>
                    <a:pt x="5962" y="634067"/>
                  </a:cubicBezTo>
                  <a:cubicBezTo>
                    <a:pt x="3953" y="643576"/>
                    <a:pt x="483" y="653125"/>
                    <a:pt x="235" y="662648"/>
                  </a:cubicBezTo>
                  <a:cubicBezTo>
                    <a:pt x="0" y="672184"/>
                    <a:pt x="1018" y="682581"/>
                    <a:pt x="4514" y="691282"/>
                  </a:cubicBezTo>
                  <a:cubicBezTo>
                    <a:pt x="8010" y="699983"/>
                    <a:pt x="14167" y="708697"/>
                    <a:pt x="21198" y="714855"/>
                  </a:cubicBezTo>
                  <a:cubicBezTo>
                    <a:pt x="28242" y="721012"/>
                    <a:pt x="37700" y="726034"/>
                    <a:pt x="46753" y="728252"/>
                  </a:cubicBezTo>
                  <a:cubicBezTo>
                    <a:pt x="55820" y="730456"/>
                    <a:pt x="66556" y="730443"/>
                    <a:pt x="75583" y="728121"/>
                  </a:cubicBezTo>
                  <a:cubicBezTo>
                    <a:pt x="84610" y="725786"/>
                    <a:pt x="93702" y="720412"/>
                    <a:pt x="100903" y="714294"/>
                  </a:cubicBezTo>
                  <a:cubicBezTo>
                    <a:pt x="108117" y="708175"/>
                    <a:pt x="113714" y="699579"/>
                    <a:pt x="118840" y="691400"/>
                  </a:cubicBezTo>
                  <a:cubicBezTo>
                    <a:pt x="123980" y="683233"/>
                    <a:pt x="127933" y="674193"/>
                    <a:pt x="131742" y="665270"/>
                  </a:cubicBezTo>
                  <a:cubicBezTo>
                    <a:pt x="135551" y="656348"/>
                    <a:pt x="138369" y="646981"/>
                    <a:pt x="141682" y="637850"/>
                  </a:cubicBezTo>
                  <a:cubicBezTo>
                    <a:pt x="145009" y="628718"/>
                    <a:pt x="148374" y="619587"/>
                    <a:pt x="151688" y="610442"/>
                  </a:cubicBezTo>
                  <a:cubicBezTo>
                    <a:pt x="155001" y="601311"/>
                    <a:pt x="158288" y="592153"/>
                    <a:pt x="161589" y="583008"/>
                  </a:cubicBezTo>
                  <a:cubicBezTo>
                    <a:pt x="164889" y="573864"/>
                    <a:pt x="168203" y="564719"/>
                    <a:pt x="171490" y="555575"/>
                  </a:cubicBezTo>
                  <a:cubicBezTo>
                    <a:pt x="174777" y="546417"/>
                    <a:pt x="178026" y="537260"/>
                    <a:pt x="181313" y="528102"/>
                  </a:cubicBezTo>
                  <a:cubicBezTo>
                    <a:pt x="184587" y="518944"/>
                    <a:pt x="187875" y="509800"/>
                    <a:pt x="191149" y="500642"/>
                  </a:cubicBezTo>
                  <a:cubicBezTo>
                    <a:pt x="194436" y="491498"/>
                    <a:pt x="197724" y="482340"/>
                    <a:pt x="200998" y="473182"/>
                  </a:cubicBezTo>
                  <a:cubicBezTo>
                    <a:pt x="204272" y="464038"/>
                    <a:pt x="207520" y="454867"/>
                    <a:pt x="210808" y="445723"/>
                  </a:cubicBezTo>
                  <a:cubicBezTo>
                    <a:pt x="214095" y="436565"/>
                    <a:pt x="217435" y="427433"/>
                    <a:pt x="220735" y="418289"/>
                  </a:cubicBezTo>
                  <a:cubicBezTo>
                    <a:pt x="224035" y="409144"/>
                    <a:pt x="227323" y="399987"/>
                    <a:pt x="230597" y="390842"/>
                  </a:cubicBezTo>
                  <a:cubicBezTo>
                    <a:pt x="233884" y="381684"/>
                    <a:pt x="237185" y="372540"/>
                    <a:pt x="240459" y="363382"/>
                  </a:cubicBezTo>
                  <a:cubicBezTo>
                    <a:pt x="243733" y="354225"/>
                    <a:pt x="246982" y="345067"/>
                    <a:pt x="250256" y="335909"/>
                  </a:cubicBezTo>
                  <a:cubicBezTo>
                    <a:pt x="253530" y="326752"/>
                    <a:pt x="256844" y="317607"/>
                    <a:pt x="260131" y="308463"/>
                  </a:cubicBezTo>
                  <a:cubicBezTo>
                    <a:pt x="263418" y="299318"/>
                    <a:pt x="266693" y="290161"/>
                    <a:pt x="269993" y="281016"/>
                  </a:cubicBezTo>
                  <a:cubicBezTo>
                    <a:pt x="273293" y="271871"/>
                    <a:pt x="276659" y="262740"/>
                    <a:pt x="279959" y="253595"/>
                  </a:cubicBezTo>
                  <a:cubicBezTo>
                    <a:pt x="283260" y="244451"/>
                    <a:pt x="286508" y="235293"/>
                    <a:pt x="289795" y="226136"/>
                  </a:cubicBezTo>
                  <a:cubicBezTo>
                    <a:pt x="293070" y="216978"/>
                    <a:pt x="296383" y="207833"/>
                    <a:pt x="299605" y="198663"/>
                  </a:cubicBezTo>
                  <a:cubicBezTo>
                    <a:pt x="302827" y="189492"/>
                    <a:pt x="305958" y="180282"/>
                    <a:pt x="309141" y="171099"/>
                  </a:cubicBezTo>
                  <a:cubicBezTo>
                    <a:pt x="312337" y="161915"/>
                    <a:pt x="315624" y="152757"/>
                    <a:pt x="318729" y="143547"/>
                  </a:cubicBezTo>
                  <a:cubicBezTo>
                    <a:pt x="321821" y="134325"/>
                    <a:pt x="325578" y="125206"/>
                    <a:pt x="327730" y="115801"/>
                  </a:cubicBezTo>
                  <a:cubicBezTo>
                    <a:pt x="329883" y="106382"/>
                    <a:pt x="332009" y="96598"/>
                    <a:pt x="331657" y="87076"/>
                  </a:cubicBezTo>
                  <a:cubicBezTo>
                    <a:pt x="331292" y="77553"/>
                    <a:pt x="329022" y="67586"/>
                    <a:pt x="325578" y="58663"/>
                  </a:cubicBezTo>
                  <a:cubicBezTo>
                    <a:pt x="322134" y="49741"/>
                    <a:pt x="317046" y="40935"/>
                    <a:pt x="310993" y="33539"/>
                  </a:cubicBezTo>
                  <a:cubicBezTo>
                    <a:pt x="304941" y="26142"/>
                    <a:pt x="297322" y="19372"/>
                    <a:pt x="289234" y="14284"/>
                  </a:cubicBezTo>
                  <a:cubicBezTo>
                    <a:pt x="281146" y="9197"/>
                    <a:pt x="271741" y="5296"/>
                    <a:pt x="262453" y="3026"/>
                  </a:cubicBezTo>
                  <a:cubicBezTo>
                    <a:pt x="253165" y="770"/>
                    <a:pt x="243042" y="0"/>
                    <a:pt x="233493" y="717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</p:grpSp>
      <p:sp>
        <p:nvSpPr>
          <p:cNvPr id="36" name="Text 34"/>
          <p:cNvSpPr txBox="1"/>
          <p:nvPr/>
        </p:nvSpPr>
        <p:spPr>
          <a:xfrm>
            <a:off x="548640" y="4343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README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709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Brand name with a short English line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377794" y="4343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Presentation cover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377794" y="4709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Logo and slogan with generous space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206947" y="4343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Business card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206947" y="4709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Horizontal logo with name, role and contact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036101" y="4343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Sticker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9036101" y="4709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One-color symbol or app-icon shape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· Clear space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Clear space, measured in S</a:t>
            </a:r>
            <a:endParaRPr lang="en-US" sz="3400" dirty="0"/>
          </a:p>
        </p:txBody>
      </p:sp>
      <p:sp>
        <p:nvSpPr>
          <p:cNvPr id="4" name="Clear space panel"/>
          <p:cNvSpPr/>
          <p:nvPr/>
        </p:nvSpPr>
        <p:spPr>
          <a:xfrm>
            <a:off x="548640" y="1691640"/>
            <a:ext cx="530352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/>
        </p:spPr>
      </p:sp>
      <p:sp>
        <p:nvSpPr>
          <p:cNvPr id="5" name="Clear space guide 0.20S"/>
          <p:cNvSpPr/>
          <p:nvPr/>
        </p:nvSpPr>
        <p:spPr>
          <a:xfrm>
            <a:off x="1536192" y="2359152"/>
            <a:ext cx="3328416" cy="3032082"/>
          </a:xfrm>
          <a:prstGeom prst="rect">
            <a:avLst/>
          </a:prstGeom>
          <a:ln w="12700">
            <a:solidFill>
              <a:schemeClr val="accent1"/>
            </a:solidFill>
            <a:prstDash val="dash"/>
          </a:ln>
        </p:spPr>
      </p:sp>
      <p:grpSp>
        <p:nvGrpSpPr>
          <p:cNvPr id="26" name="VCA symbol"/>
          <p:cNvGrpSpPr/>
          <p:nvPr/>
        </p:nvGrpSpPr>
        <p:grpSpPr>
          <a:xfrm>
            <a:off x="2011680" y="2834640"/>
            <a:ext cx="2377440" cy="2081106"/>
            <a:chOff x="2011680" y="2834640"/>
            <a:chExt cx="2377440" cy="2081106"/>
          </a:xfrm>
        </p:grpSpPr>
        <p:sp>
          <p:nvSpPr>
            <p:cNvPr id="6" name="Outer left wave"/>
            <p:cNvSpPr/>
            <p:nvPr/>
          </p:nvSpPr>
          <p:spPr>
            <a:xfrm>
              <a:off x="2011680" y="2835053"/>
              <a:ext cx="718516" cy="1582936"/>
            </a:xfrm>
            <a:custGeom>
              <a:avLst/>
              <a:gdLst/>
              <a:ahLst/>
              <a:cxnLst/>
              <a:rect l="l" t="t" r="r" b="b"/>
              <a:pathLst>
                <a:path w="718516" h="1582936">
                  <a:moveTo>
                    <a:pt x="203860" y="407"/>
                  </a:moveTo>
                  <a:cubicBezTo>
                    <a:pt x="183124" y="0"/>
                    <a:pt x="161304" y="2600"/>
                    <a:pt x="141434" y="8508"/>
                  </a:cubicBezTo>
                  <a:cubicBezTo>
                    <a:pt x="121564" y="14443"/>
                    <a:pt x="101666" y="24053"/>
                    <a:pt x="84680" y="35924"/>
                  </a:cubicBezTo>
                  <a:cubicBezTo>
                    <a:pt x="67721" y="47795"/>
                    <a:pt x="51893" y="63142"/>
                    <a:pt x="39513" y="79762"/>
                  </a:cubicBezTo>
                  <a:cubicBezTo>
                    <a:pt x="27134" y="96381"/>
                    <a:pt x="16930" y="115968"/>
                    <a:pt x="10401" y="135640"/>
                  </a:cubicBezTo>
                  <a:cubicBezTo>
                    <a:pt x="3872" y="155312"/>
                    <a:pt x="0" y="177160"/>
                    <a:pt x="283" y="197821"/>
                  </a:cubicBezTo>
                  <a:cubicBezTo>
                    <a:pt x="594" y="218482"/>
                    <a:pt x="6868" y="239313"/>
                    <a:pt x="12182" y="259607"/>
                  </a:cubicBezTo>
                  <a:cubicBezTo>
                    <a:pt x="17467" y="279901"/>
                    <a:pt x="25325" y="299657"/>
                    <a:pt x="32080" y="319612"/>
                  </a:cubicBezTo>
                  <a:cubicBezTo>
                    <a:pt x="38807" y="339595"/>
                    <a:pt x="45760" y="359493"/>
                    <a:pt x="52685" y="379391"/>
                  </a:cubicBezTo>
                  <a:cubicBezTo>
                    <a:pt x="59581" y="399289"/>
                    <a:pt x="66562" y="419187"/>
                    <a:pt x="73572" y="439057"/>
                  </a:cubicBezTo>
                  <a:cubicBezTo>
                    <a:pt x="80581" y="458955"/>
                    <a:pt x="87676" y="478768"/>
                    <a:pt x="94713" y="498638"/>
                  </a:cubicBezTo>
                  <a:cubicBezTo>
                    <a:pt x="101751" y="518507"/>
                    <a:pt x="108732" y="538405"/>
                    <a:pt x="115799" y="558247"/>
                  </a:cubicBezTo>
                  <a:cubicBezTo>
                    <a:pt x="122865" y="578117"/>
                    <a:pt x="129931" y="597958"/>
                    <a:pt x="137053" y="617800"/>
                  </a:cubicBezTo>
                  <a:cubicBezTo>
                    <a:pt x="144176" y="637613"/>
                    <a:pt x="151440" y="657398"/>
                    <a:pt x="158591" y="677239"/>
                  </a:cubicBezTo>
                  <a:cubicBezTo>
                    <a:pt x="165741" y="697052"/>
                    <a:pt x="172836" y="716922"/>
                    <a:pt x="179958" y="736735"/>
                  </a:cubicBezTo>
                  <a:cubicBezTo>
                    <a:pt x="187081" y="756577"/>
                    <a:pt x="194204" y="776418"/>
                    <a:pt x="201383" y="796232"/>
                  </a:cubicBezTo>
                  <a:cubicBezTo>
                    <a:pt x="208562" y="816045"/>
                    <a:pt x="215910" y="835802"/>
                    <a:pt x="223033" y="855615"/>
                  </a:cubicBezTo>
                  <a:cubicBezTo>
                    <a:pt x="230184" y="875456"/>
                    <a:pt x="237080" y="895354"/>
                    <a:pt x="244175" y="915196"/>
                  </a:cubicBezTo>
                  <a:cubicBezTo>
                    <a:pt x="251297" y="935037"/>
                    <a:pt x="258589" y="954822"/>
                    <a:pt x="265712" y="974635"/>
                  </a:cubicBezTo>
                  <a:cubicBezTo>
                    <a:pt x="272806" y="994477"/>
                    <a:pt x="279788" y="1014375"/>
                    <a:pt x="286854" y="1034216"/>
                  </a:cubicBezTo>
                  <a:cubicBezTo>
                    <a:pt x="293948" y="1054058"/>
                    <a:pt x="301099" y="1073899"/>
                    <a:pt x="308221" y="1093713"/>
                  </a:cubicBezTo>
                  <a:cubicBezTo>
                    <a:pt x="315344" y="1113554"/>
                    <a:pt x="322495" y="1133396"/>
                    <a:pt x="329617" y="1153237"/>
                  </a:cubicBezTo>
                  <a:cubicBezTo>
                    <a:pt x="336712" y="1173050"/>
                    <a:pt x="343806" y="1192920"/>
                    <a:pt x="350929" y="1212733"/>
                  </a:cubicBezTo>
                  <a:cubicBezTo>
                    <a:pt x="358051" y="1232575"/>
                    <a:pt x="365174" y="1252416"/>
                    <a:pt x="372353" y="1272229"/>
                  </a:cubicBezTo>
                  <a:cubicBezTo>
                    <a:pt x="379532" y="1292043"/>
                    <a:pt x="386796" y="1311828"/>
                    <a:pt x="393947" y="1331641"/>
                  </a:cubicBezTo>
                  <a:cubicBezTo>
                    <a:pt x="401098" y="1351482"/>
                    <a:pt x="407994" y="1371380"/>
                    <a:pt x="415202" y="1391194"/>
                  </a:cubicBezTo>
                  <a:cubicBezTo>
                    <a:pt x="422381" y="1411007"/>
                    <a:pt x="428514" y="1431301"/>
                    <a:pt x="437078" y="1450492"/>
                  </a:cubicBezTo>
                  <a:cubicBezTo>
                    <a:pt x="445642" y="1469683"/>
                    <a:pt x="454800" y="1489101"/>
                    <a:pt x="466614" y="1506342"/>
                  </a:cubicBezTo>
                  <a:cubicBezTo>
                    <a:pt x="478400" y="1523555"/>
                    <a:pt x="491458" y="1541729"/>
                    <a:pt x="507823" y="1553911"/>
                  </a:cubicBezTo>
                  <a:cubicBezTo>
                    <a:pt x="524217" y="1566093"/>
                    <a:pt x="545019" y="1575900"/>
                    <a:pt x="564889" y="1579405"/>
                  </a:cubicBezTo>
                  <a:cubicBezTo>
                    <a:pt x="584787" y="1582938"/>
                    <a:pt x="608020" y="1581355"/>
                    <a:pt x="627212" y="1575024"/>
                  </a:cubicBezTo>
                  <a:cubicBezTo>
                    <a:pt x="646375" y="1568693"/>
                    <a:pt x="665792" y="1555946"/>
                    <a:pt x="680009" y="1541446"/>
                  </a:cubicBezTo>
                  <a:cubicBezTo>
                    <a:pt x="694198" y="1526918"/>
                    <a:pt x="706295" y="1507190"/>
                    <a:pt x="712400" y="1487857"/>
                  </a:cubicBezTo>
                  <a:cubicBezTo>
                    <a:pt x="718505" y="1468525"/>
                    <a:pt x="718024" y="1446168"/>
                    <a:pt x="716640" y="1425450"/>
                  </a:cubicBezTo>
                  <a:cubicBezTo>
                    <a:pt x="715255" y="1404732"/>
                    <a:pt x="708415" y="1384128"/>
                    <a:pt x="704062" y="1363495"/>
                  </a:cubicBezTo>
                  <a:cubicBezTo>
                    <a:pt x="699738" y="1342862"/>
                    <a:pt x="695130" y="1322314"/>
                    <a:pt x="690636" y="1301709"/>
                  </a:cubicBezTo>
                  <a:cubicBezTo>
                    <a:pt x="686142" y="1281133"/>
                    <a:pt x="681620" y="1260528"/>
                    <a:pt x="677154" y="1239952"/>
                  </a:cubicBezTo>
                  <a:cubicBezTo>
                    <a:pt x="672660" y="1219347"/>
                    <a:pt x="668392" y="1198714"/>
                    <a:pt x="663729" y="1178166"/>
                  </a:cubicBezTo>
                  <a:cubicBezTo>
                    <a:pt x="659037" y="1157618"/>
                    <a:pt x="653836" y="1137183"/>
                    <a:pt x="649088" y="1116663"/>
                  </a:cubicBezTo>
                  <a:cubicBezTo>
                    <a:pt x="644311" y="1096115"/>
                    <a:pt x="639817" y="1075539"/>
                    <a:pt x="635210" y="1054991"/>
                  </a:cubicBezTo>
                  <a:cubicBezTo>
                    <a:pt x="630575" y="1034414"/>
                    <a:pt x="626024" y="1013838"/>
                    <a:pt x="621333" y="993290"/>
                  </a:cubicBezTo>
                  <a:cubicBezTo>
                    <a:pt x="616669" y="972742"/>
                    <a:pt x="611864" y="952222"/>
                    <a:pt x="607116" y="931702"/>
                  </a:cubicBezTo>
                  <a:cubicBezTo>
                    <a:pt x="602396" y="911154"/>
                    <a:pt x="597760" y="890606"/>
                    <a:pt x="592955" y="870086"/>
                  </a:cubicBezTo>
                  <a:cubicBezTo>
                    <a:pt x="588179" y="849566"/>
                    <a:pt x="583261" y="829046"/>
                    <a:pt x="578371" y="808555"/>
                  </a:cubicBezTo>
                  <a:cubicBezTo>
                    <a:pt x="573481" y="788063"/>
                    <a:pt x="568563" y="767572"/>
                    <a:pt x="563617" y="747080"/>
                  </a:cubicBezTo>
                  <a:cubicBezTo>
                    <a:pt x="558699" y="726589"/>
                    <a:pt x="553922" y="706069"/>
                    <a:pt x="548807" y="685605"/>
                  </a:cubicBezTo>
                  <a:cubicBezTo>
                    <a:pt x="543691" y="665170"/>
                    <a:pt x="538207" y="644820"/>
                    <a:pt x="532922" y="624413"/>
                  </a:cubicBezTo>
                  <a:cubicBezTo>
                    <a:pt x="527637" y="604007"/>
                    <a:pt x="522408" y="583600"/>
                    <a:pt x="517151" y="563193"/>
                  </a:cubicBezTo>
                  <a:cubicBezTo>
                    <a:pt x="511893" y="542786"/>
                    <a:pt x="506721" y="522351"/>
                    <a:pt x="501379" y="501973"/>
                  </a:cubicBezTo>
                  <a:cubicBezTo>
                    <a:pt x="496009" y="481594"/>
                    <a:pt x="490469" y="461272"/>
                    <a:pt x="484986" y="440922"/>
                  </a:cubicBezTo>
                  <a:cubicBezTo>
                    <a:pt x="479531" y="420543"/>
                    <a:pt x="473991" y="400221"/>
                    <a:pt x="468564" y="379843"/>
                  </a:cubicBezTo>
                  <a:cubicBezTo>
                    <a:pt x="463138" y="359493"/>
                    <a:pt x="457909" y="339086"/>
                    <a:pt x="452454" y="318707"/>
                  </a:cubicBezTo>
                  <a:cubicBezTo>
                    <a:pt x="447027" y="298357"/>
                    <a:pt x="441431" y="278035"/>
                    <a:pt x="435976" y="257685"/>
                  </a:cubicBezTo>
                  <a:cubicBezTo>
                    <a:pt x="430521" y="237335"/>
                    <a:pt x="425603" y="216787"/>
                    <a:pt x="419696" y="196578"/>
                  </a:cubicBezTo>
                  <a:cubicBezTo>
                    <a:pt x="413788" y="176369"/>
                    <a:pt x="409040" y="155482"/>
                    <a:pt x="400448" y="136460"/>
                  </a:cubicBezTo>
                  <a:cubicBezTo>
                    <a:pt x="391855" y="117438"/>
                    <a:pt x="381200" y="98614"/>
                    <a:pt x="368170" y="82390"/>
                  </a:cubicBezTo>
                  <a:cubicBezTo>
                    <a:pt x="355168" y="66138"/>
                    <a:pt x="339397" y="50989"/>
                    <a:pt x="322354" y="39089"/>
                  </a:cubicBezTo>
                  <a:cubicBezTo>
                    <a:pt x="305310" y="27162"/>
                    <a:pt x="285667" y="17411"/>
                    <a:pt x="265910" y="10967"/>
                  </a:cubicBezTo>
                  <a:cubicBezTo>
                    <a:pt x="246153" y="4522"/>
                    <a:pt x="224616" y="820"/>
                    <a:pt x="203870" y="39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7" name="Inner left wave"/>
            <p:cNvSpPr/>
            <p:nvPr/>
          </p:nvSpPr>
          <p:spPr>
            <a:xfrm>
              <a:off x="2611970" y="3265187"/>
              <a:ext cx="374773" cy="1351025"/>
            </a:xfrm>
            <a:custGeom>
              <a:avLst/>
              <a:gdLst/>
              <a:ahLst/>
              <a:cxnLst/>
              <a:rect l="l" t="t" r="r" b="b"/>
              <a:pathLst>
                <a:path w="374773" h="1351025">
                  <a:moveTo>
                    <a:pt x="135645" y="1252"/>
                  </a:moveTo>
                  <a:cubicBezTo>
                    <a:pt x="115290" y="2516"/>
                    <a:pt x="93159" y="9271"/>
                    <a:pt x="75409" y="19389"/>
                  </a:cubicBezTo>
                  <a:cubicBezTo>
                    <a:pt x="57659" y="29536"/>
                    <a:pt x="41096" y="45308"/>
                    <a:pt x="29225" y="62040"/>
                  </a:cubicBezTo>
                  <a:cubicBezTo>
                    <a:pt x="17354" y="78772"/>
                    <a:pt x="8479" y="99688"/>
                    <a:pt x="4240" y="119784"/>
                  </a:cubicBezTo>
                  <a:cubicBezTo>
                    <a:pt x="0" y="139880"/>
                    <a:pt x="1752" y="161756"/>
                    <a:pt x="3787" y="182587"/>
                  </a:cubicBezTo>
                  <a:cubicBezTo>
                    <a:pt x="5794" y="203418"/>
                    <a:pt x="12041" y="224051"/>
                    <a:pt x="16365" y="244740"/>
                  </a:cubicBezTo>
                  <a:cubicBezTo>
                    <a:pt x="20689" y="265429"/>
                    <a:pt x="25353" y="286034"/>
                    <a:pt x="29762" y="306723"/>
                  </a:cubicBezTo>
                  <a:cubicBezTo>
                    <a:pt x="34171" y="327385"/>
                    <a:pt x="38468" y="348074"/>
                    <a:pt x="42764" y="368763"/>
                  </a:cubicBezTo>
                  <a:cubicBezTo>
                    <a:pt x="47088" y="389453"/>
                    <a:pt x="51271" y="410170"/>
                    <a:pt x="55652" y="430860"/>
                  </a:cubicBezTo>
                  <a:cubicBezTo>
                    <a:pt x="60005" y="451521"/>
                    <a:pt x="64555" y="472154"/>
                    <a:pt x="68965" y="492843"/>
                  </a:cubicBezTo>
                  <a:cubicBezTo>
                    <a:pt x="73374" y="513505"/>
                    <a:pt x="77840" y="534166"/>
                    <a:pt x="82136" y="554855"/>
                  </a:cubicBezTo>
                  <a:cubicBezTo>
                    <a:pt x="86460" y="575544"/>
                    <a:pt x="90559" y="596290"/>
                    <a:pt x="94883" y="616980"/>
                  </a:cubicBezTo>
                  <a:cubicBezTo>
                    <a:pt x="99179" y="637669"/>
                    <a:pt x="103758" y="658302"/>
                    <a:pt x="107998" y="678992"/>
                  </a:cubicBezTo>
                  <a:cubicBezTo>
                    <a:pt x="112266" y="699709"/>
                    <a:pt x="116364" y="720427"/>
                    <a:pt x="120406" y="741173"/>
                  </a:cubicBezTo>
                  <a:cubicBezTo>
                    <a:pt x="124419" y="761919"/>
                    <a:pt x="128348" y="782693"/>
                    <a:pt x="132220" y="803467"/>
                  </a:cubicBezTo>
                  <a:cubicBezTo>
                    <a:pt x="136092" y="824241"/>
                    <a:pt x="139880" y="845044"/>
                    <a:pt x="143667" y="865846"/>
                  </a:cubicBezTo>
                  <a:cubicBezTo>
                    <a:pt x="147454" y="886621"/>
                    <a:pt x="151242" y="907423"/>
                    <a:pt x="154916" y="928226"/>
                  </a:cubicBezTo>
                  <a:cubicBezTo>
                    <a:pt x="158619" y="949056"/>
                    <a:pt x="162237" y="969887"/>
                    <a:pt x="165770" y="990718"/>
                  </a:cubicBezTo>
                  <a:cubicBezTo>
                    <a:pt x="169303" y="1011548"/>
                    <a:pt x="172807" y="1032379"/>
                    <a:pt x="176171" y="1053267"/>
                  </a:cubicBezTo>
                  <a:cubicBezTo>
                    <a:pt x="179534" y="1074126"/>
                    <a:pt x="182643" y="1095013"/>
                    <a:pt x="185979" y="1115900"/>
                  </a:cubicBezTo>
                  <a:cubicBezTo>
                    <a:pt x="189342" y="1136759"/>
                    <a:pt x="192932" y="1157590"/>
                    <a:pt x="196239" y="1178477"/>
                  </a:cubicBezTo>
                  <a:cubicBezTo>
                    <a:pt x="199545" y="1199336"/>
                    <a:pt x="201920" y="1220421"/>
                    <a:pt x="205848" y="1241139"/>
                  </a:cubicBezTo>
                  <a:cubicBezTo>
                    <a:pt x="209805" y="1261857"/>
                    <a:pt x="210031" y="1285485"/>
                    <a:pt x="219896" y="1302727"/>
                  </a:cubicBezTo>
                  <a:cubicBezTo>
                    <a:pt x="229760" y="1319968"/>
                    <a:pt x="247227" y="1338198"/>
                    <a:pt x="265034" y="1344614"/>
                  </a:cubicBezTo>
                  <a:cubicBezTo>
                    <a:pt x="282840" y="1351030"/>
                    <a:pt x="309691" y="1349504"/>
                    <a:pt x="326706" y="1341166"/>
                  </a:cubicBezTo>
                  <a:cubicBezTo>
                    <a:pt x="343721" y="1332856"/>
                    <a:pt x="359549" y="1312873"/>
                    <a:pt x="367152" y="1294643"/>
                  </a:cubicBezTo>
                  <a:cubicBezTo>
                    <a:pt x="374784" y="1276413"/>
                    <a:pt x="371505" y="1252840"/>
                    <a:pt x="372353" y="1231812"/>
                  </a:cubicBezTo>
                  <a:cubicBezTo>
                    <a:pt x="373229" y="1210755"/>
                    <a:pt x="372353" y="1189528"/>
                    <a:pt x="372353" y="1168387"/>
                  </a:cubicBezTo>
                  <a:cubicBezTo>
                    <a:pt x="372353" y="1147245"/>
                    <a:pt x="372353" y="1126132"/>
                    <a:pt x="372353" y="1104990"/>
                  </a:cubicBezTo>
                  <a:cubicBezTo>
                    <a:pt x="372353" y="1083848"/>
                    <a:pt x="372353" y="1062707"/>
                    <a:pt x="372353" y="1041565"/>
                  </a:cubicBezTo>
                  <a:cubicBezTo>
                    <a:pt x="372353" y="1020452"/>
                    <a:pt x="372353" y="999310"/>
                    <a:pt x="372353" y="978168"/>
                  </a:cubicBezTo>
                  <a:cubicBezTo>
                    <a:pt x="372353" y="957027"/>
                    <a:pt x="372353" y="935885"/>
                    <a:pt x="372353" y="914744"/>
                  </a:cubicBezTo>
                  <a:cubicBezTo>
                    <a:pt x="372353" y="893630"/>
                    <a:pt x="372353" y="872488"/>
                    <a:pt x="372353" y="851347"/>
                  </a:cubicBezTo>
                  <a:cubicBezTo>
                    <a:pt x="372353" y="830205"/>
                    <a:pt x="372353" y="809064"/>
                    <a:pt x="372353" y="787950"/>
                  </a:cubicBezTo>
                  <a:cubicBezTo>
                    <a:pt x="372353" y="766809"/>
                    <a:pt x="372353" y="745667"/>
                    <a:pt x="372353" y="724525"/>
                  </a:cubicBezTo>
                  <a:cubicBezTo>
                    <a:pt x="372353" y="703384"/>
                    <a:pt x="372353" y="682270"/>
                    <a:pt x="372353" y="661129"/>
                  </a:cubicBezTo>
                  <a:cubicBezTo>
                    <a:pt x="372353" y="639987"/>
                    <a:pt x="372353" y="618845"/>
                    <a:pt x="372353" y="597704"/>
                  </a:cubicBezTo>
                  <a:cubicBezTo>
                    <a:pt x="372353" y="576590"/>
                    <a:pt x="372918" y="555420"/>
                    <a:pt x="372353" y="534307"/>
                  </a:cubicBezTo>
                  <a:cubicBezTo>
                    <a:pt x="371788" y="513194"/>
                    <a:pt x="371392" y="491995"/>
                    <a:pt x="368933" y="471052"/>
                  </a:cubicBezTo>
                  <a:cubicBezTo>
                    <a:pt x="366446" y="450108"/>
                    <a:pt x="361782" y="429390"/>
                    <a:pt x="357514" y="408701"/>
                  </a:cubicBezTo>
                  <a:cubicBezTo>
                    <a:pt x="353246" y="388011"/>
                    <a:pt x="348074" y="367492"/>
                    <a:pt x="343326" y="346887"/>
                  </a:cubicBezTo>
                  <a:cubicBezTo>
                    <a:pt x="338549" y="326311"/>
                    <a:pt x="333716" y="305734"/>
                    <a:pt x="328967" y="285130"/>
                  </a:cubicBezTo>
                  <a:cubicBezTo>
                    <a:pt x="324219" y="264553"/>
                    <a:pt x="319555" y="243920"/>
                    <a:pt x="314807" y="223316"/>
                  </a:cubicBezTo>
                  <a:cubicBezTo>
                    <a:pt x="310059" y="202739"/>
                    <a:pt x="305649" y="182022"/>
                    <a:pt x="300477" y="161558"/>
                  </a:cubicBezTo>
                  <a:cubicBezTo>
                    <a:pt x="295333" y="141095"/>
                    <a:pt x="292365" y="119473"/>
                    <a:pt x="283829" y="100508"/>
                  </a:cubicBezTo>
                  <a:cubicBezTo>
                    <a:pt x="275294" y="81542"/>
                    <a:pt x="263649" y="62492"/>
                    <a:pt x="249262" y="47710"/>
                  </a:cubicBezTo>
                  <a:cubicBezTo>
                    <a:pt x="234904" y="32956"/>
                    <a:pt x="216532" y="19615"/>
                    <a:pt x="197567" y="11871"/>
                  </a:cubicBezTo>
                  <a:cubicBezTo>
                    <a:pt x="178630" y="4127"/>
                    <a:pt x="156019" y="0"/>
                    <a:pt x="135640" y="1244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8" name="Center wave"/>
            <p:cNvSpPr/>
            <p:nvPr/>
          </p:nvSpPr>
          <p:spPr>
            <a:xfrm>
              <a:off x="3043356" y="3768154"/>
              <a:ext cx="312600" cy="1147592"/>
            </a:xfrm>
            <a:custGeom>
              <a:avLst/>
              <a:gdLst/>
              <a:ahLst/>
              <a:cxnLst/>
              <a:rect l="l" t="t" r="r" b="b"/>
              <a:pathLst>
                <a:path w="312600" h="1147592">
                  <a:moveTo>
                    <a:pt x="145180" y="1424"/>
                  </a:moveTo>
                  <a:cubicBezTo>
                    <a:pt x="124843" y="2855"/>
                    <a:pt x="103136" y="8960"/>
                    <a:pt x="85075" y="18428"/>
                  </a:cubicBezTo>
                  <a:cubicBezTo>
                    <a:pt x="67014" y="27897"/>
                    <a:pt x="49660" y="42340"/>
                    <a:pt x="36857" y="58224"/>
                  </a:cubicBezTo>
                  <a:cubicBezTo>
                    <a:pt x="24053" y="74081"/>
                    <a:pt x="13991" y="94092"/>
                    <a:pt x="8253" y="113735"/>
                  </a:cubicBezTo>
                  <a:cubicBezTo>
                    <a:pt x="2516" y="133379"/>
                    <a:pt x="3420" y="155199"/>
                    <a:pt x="2459" y="176058"/>
                  </a:cubicBezTo>
                  <a:cubicBezTo>
                    <a:pt x="1470" y="196945"/>
                    <a:pt x="2459" y="217974"/>
                    <a:pt x="2459" y="238946"/>
                  </a:cubicBezTo>
                  <a:cubicBezTo>
                    <a:pt x="2459" y="259890"/>
                    <a:pt x="2459" y="280862"/>
                    <a:pt x="2459" y="301805"/>
                  </a:cubicBezTo>
                  <a:cubicBezTo>
                    <a:pt x="2459" y="322749"/>
                    <a:pt x="2459" y="343721"/>
                    <a:pt x="2459" y="364665"/>
                  </a:cubicBezTo>
                  <a:cubicBezTo>
                    <a:pt x="2459" y="385637"/>
                    <a:pt x="2459" y="406581"/>
                    <a:pt x="2459" y="427553"/>
                  </a:cubicBezTo>
                  <a:cubicBezTo>
                    <a:pt x="2459" y="448497"/>
                    <a:pt x="2459" y="469469"/>
                    <a:pt x="2459" y="490413"/>
                  </a:cubicBezTo>
                  <a:cubicBezTo>
                    <a:pt x="2459" y="511356"/>
                    <a:pt x="2459" y="532328"/>
                    <a:pt x="2459" y="553272"/>
                  </a:cubicBezTo>
                  <a:cubicBezTo>
                    <a:pt x="2459" y="574244"/>
                    <a:pt x="2459" y="595188"/>
                    <a:pt x="2459" y="616160"/>
                  </a:cubicBezTo>
                  <a:cubicBezTo>
                    <a:pt x="2459" y="637104"/>
                    <a:pt x="2459" y="658076"/>
                    <a:pt x="2459" y="679020"/>
                  </a:cubicBezTo>
                  <a:cubicBezTo>
                    <a:pt x="2459" y="699964"/>
                    <a:pt x="2459" y="720936"/>
                    <a:pt x="2459" y="741879"/>
                  </a:cubicBezTo>
                  <a:cubicBezTo>
                    <a:pt x="2459" y="762852"/>
                    <a:pt x="2459" y="783795"/>
                    <a:pt x="2459" y="804767"/>
                  </a:cubicBezTo>
                  <a:cubicBezTo>
                    <a:pt x="2459" y="825711"/>
                    <a:pt x="2459" y="846683"/>
                    <a:pt x="2459" y="867627"/>
                  </a:cubicBezTo>
                  <a:cubicBezTo>
                    <a:pt x="2459" y="888571"/>
                    <a:pt x="2459" y="909543"/>
                    <a:pt x="2459" y="930487"/>
                  </a:cubicBezTo>
                  <a:cubicBezTo>
                    <a:pt x="2431" y="951459"/>
                    <a:pt x="0" y="972713"/>
                    <a:pt x="2289" y="993346"/>
                  </a:cubicBezTo>
                  <a:cubicBezTo>
                    <a:pt x="4607" y="1013979"/>
                    <a:pt x="7942" y="1035601"/>
                    <a:pt x="16252" y="1054284"/>
                  </a:cubicBezTo>
                  <a:cubicBezTo>
                    <a:pt x="24533" y="1072967"/>
                    <a:pt x="37196" y="1091451"/>
                    <a:pt x="52063" y="1105414"/>
                  </a:cubicBezTo>
                  <a:cubicBezTo>
                    <a:pt x="66901" y="1119348"/>
                    <a:pt x="86121" y="1131219"/>
                    <a:pt x="105313" y="1138003"/>
                  </a:cubicBezTo>
                  <a:cubicBezTo>
                    <a:pt x="124532" y="1144758"/>
                    <a:pt x="146946" y="1147584"/>
                    <a:pt x="167296" y="1146058"/>
                  </a:cubicBezTo>
                  <a:cubicBezTo>
                    <a:pt x="187618" y="1144532"/>
                    <a:pt x="209297" y="1138342"/>
                    <a:pt x="227301" y="1128817"/>
                  </a:cubicBezTo>
                  <a:cubicBezTo>
                    <a:pt x="245277" y="1119292"/>
                    <a:pt x="262490" y="1104764"/>
                    <a:pt x="275237" y="1088851"/>
                  </a:cubicBezTo>
                  <a:cubicBezTo>
                    <a:pt x="287984" y="1072967"/>
                    <a:pt x="298075" y="1052984"/>
                    <a:pt x="303840" y="1033368"/>
                  </a:cubicBezTo>
                  <a:cubicBezTo>
                    <a:pt x="309578" y="1013725"/>
                    <a:pt x="308815" y="991933"/>
                    <a:pt x="309832" y="971074"/>
                  </a:cubicBezTo>
                  <a:cubicBezTo>
                    <a:pt x="310822" y="950215"/>
                    <a:pt x="309832" y="929158"/>
                    <a:pt x="309832" y="908214"/>
                  </a:cubicBezTo>
                  <a:cubicBezTo>
                    <a:pt x="309832" y="887242"/>
                    <a:pt x="309719" y="866299"/>
                    <a:pt x="309832" y="845355"/>
                  </a:cubicBezTo>
                  <a:cubicBezTo>
                    <a:pt x="309917" y="824383"/>
                    <a:pt x="310313" y="803439"/>
                    <a:pt x="310426" y="782495"/>
                  </a:cubicBezTo>
                  <a:cubicBezTo>
                    <a:pt x="310511" y="761523"/>
                    <a:pt x="310426" y="740579"/>
                    <a:pt x="310426" y="719636"/>
                  </a:cubicBezTo>
                  <a:cubicBezTo>
                    <a:pt x="310426" y="698692"/>
                    <a:pt x="310483" y="677748"/>
                    <a:pt x="310370" y="656776"/>
                  </a:cubicBezTo>
                  <a:cubicBezTo>
                    <a:pt x="310285" y="635832"/>
                    <a:pt x="309889" y="614888"/>
                    <a:pt x="309832" y="593945"/>
                  </a:cubicBezTo>
                  <a:cubicBezTo>
                    <a:pt x="309748" y="572972"/>
                    <a:pt x="309946" y="552029"/>
                    <a:pt x="309974" y="531085"/>
                  </a:cubicBezTo>
                  <a:cubicBezTo>
                    <a:pt x="310030" y="510141"/>
                    <a:pt x="310059" y="489169"/>
                    <a:pt x="310030" y="468225"/>
                  </a:cubicBezTo>
                  <a:cubicBezTo>
                    <a:pt x="310002" y="447281"/>
                    <a:pt x="309748" y="426338"/>
                    <a:pt x="309832" y="405366"/>
                  </a:cubicBezTo>
                  <a:cubicBezTo>
                    <a:pt x="309889" y="384422"/>
                    <a:pt x="310285" y="363478"/>
                    <a:pt x="310398" y="342506"/>
                  </a:cubicBezTo>
                  <a:cubicBezTo>
                    <a:pt x="310511" y="321562"/>
                    <a:pt x="310624" y="300618"/>
                    <a:pt x="310539" y="279675"/>
                  </a:cubicBezTo>
                  <a:cubicBezTo>
                    <a:pt x="310426" y="258702"/>
                    <a:pt x="309861" y="237759"/>
                    <a:pt x="309832" y="216815"/>
                  </a:cubicBezTo>
                  <a:cubicBezTo>
                    <a:pt x="309832" y="195843"/>
                    <a:pt x="312602" y="174560"/>
                    <a:pt x="310426" y="153955"/>
                  </a:cubicBezTo>
                  <a:cubicBezTo>
                    <a:pt x="308250" y="133322"/>
                    <a:pt x="305112" y="111615"/>
                    <a:pt x="296774" y="93046"/>
                  </a:cubicBezTo>
                  <a:cubicBezTo>
                    <a:pt x="288408" y="74476"/>
                    <a:pt x="275265" y="56302"/>
                    <a:pt x="260314" y="42453"/>
                  </a:cubicBezTo>
                  <a:cubicBezTo>
                    <a:pt x="245362" y="28603"/>
                    <a:pt x="226283" y="16732"/>
                    <a:pt x="207092" y="9892"/>
                  </a:cubicBezTo>
                  <a:cubicBezTo>
                    <a:pt x="187929" y="3053"/>
                    <a:pt x="165515" y="0"/>
                    <a:pt x="145193" y="1413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9" name="Inner right wave"/>
            <p:cNvSpPr/>
            <p:nvPr/>
          </p:nvSpPr>
          <p:spPr>
            <a:xfrm>
              <a:off x="3413063" y="3265421"/>
              <a:ext cx="374527" cy="1351004"/>
            </a:xfrm>
            <a:custGeom>
              <a:avLst/>
              <a:gdLst/>
              <a:ahLst/>
              <a:cxnLst/>
              <a:rect l="l" t="t" r="r" b="b"/>
              <a:pathLst>
                <a:path w="374527" h="1351004">
                  <a:moveTo>
                    <a:pt x="218516" y="1896"/>
                  </a:moveTo>
                  <a:cubicBezTo>
                    <a:pt x="198217" y="3787"/>
                    <a:pt x="176538" y="11277"/>
                    <a:pt x="158845" y="21650"/>
                  </a:cubicBezTo>
                  <a:cubicBezTo>
                    <a:pt x="141152" y="32023"/>
                    <a:pt x="124758" y="47682"/>
                    <a:pt x="112350" y="64188"/>
                  </a:cubicBezTo>
                  <a:cubicBezTo>
                    <a:pt x="99942" y="80666"/>
                    <a:pt x="91407" y="100903"/>
                    <a:pt x="84397" y="120603"/>
                  </a:cubicBezTo>
                  <a:cubicBezTo>
                    <a:pt x="77359" y="140304"/>
                    <a:pt x="74985" y="161813"/>
                    <a:pt x="70265" y="182389"/>
                  </a:cubicBezTo>
                  <a:cubicBezTo>
                    <a:pt x="65545" y="202965"/>
                    <a:pt x="60768" y="223570"/>
                    <a:pt x="56020" y="244146"/>
                  </a:cubicBezTo>
                  <a:cubicBezTo>
                    <a:pt x="51243" y="264723"/>
                    <a:pt x="46438" y="285299"/>
                    <a:pt x="41633" y="305875"/>
                  </a:cubicBezTo>
                  <a:cubicBezTo>
                    <a:pt x="36800" y="326452"/>
                    <a:pt x="31797" y="346972"/>
                    <a:pt x="27077" y="367576"/>
                  </a:cubicBezTo>
                  <a:cubicBezTo>
                    <a:pt x="22329" y="388153"/>
                    <a:pt x="17128" y="408672"/>
                    <a:pt x="13228" y="429418"/>
                  </a:cubicBezTo>
                  <a:cubicBezTo>
                    <a:pt x="9327" y="450164"/>
                    <a:pt x="5427" y="471052"/>
                    <a:pt x="3618" y="492024"/>
                  </a:cubicBezTo>
                  <a:cubicBezTo>
                    <a:pt x="1809" y="513024"/>
                    <a:pt x="2516" y="534250"/>
                    <a:pt x="2289" y="555364"/>
                  </a:cubicBezTo>
                  <a:cubicBezTo>
                    <a:pt x="2063" y="576477"/>
                    <a:pt x="2289" y="597619"/>
                    <a:pt x="2289" y="618761"/>
                  </a:cubicBezTo>
                  <a:cubicBezTo>
                    <a:pt x="2289" y="639874"/>
                    <a:pt x="2289" y="661016"/>
                    <a:pt x="2289" y="682129"/>
                  </a:cubicBezTo>
                  <a:cubicBezTo>
                    <a:pt x="2289" y="703271"/>
                    <a:pt x="2289" y="724384"/>
                    <a:pt x="2289" y="745526"/>
                  </a:cubicBezTo>
                  <a:cubicBezTo>
                    <a:pt x="2289" y="766639"/>
                    <a:pt x="2289" y="787781"/>
                    <a:pt x="2289" y="808894"/>
                  </a:cubicBezTo>
                  <a:cubicBezTo>
                    <a:pt x="2289" y="830036"/>
                    <a:pt x="2289" y="851149"/>
                    <a:pt x="2289" y="872291"/>
                  </a:cubicBezTo>
                  <a:cubicBezTo>
                    <a:pt x="2289" y="893404"/>
                    <a:pt x="2289" y="914546"/>
                    <a:pt x="2289" y="935659"/>
                  </a:cubicBezTo>
                  <a:cubicBezTo>
                    <a:pt x="2289" y="956801"/>
                    <a:pt x="2289" y="977914"/>
                    <a:pt x="2289" y="999056"/>
                  </a:cubicBezTo>
                  <a:cubicBezTo>
                    <a:pt x="2289" y="1020169"/>
                    <a:pt x="2289" y="1041311"/>
                    <a:pt x="2289" y="1062424"/>
                  </a:cubicBezTo>
                  <a:cubicBezTo>
                    <a:pt x="2289" y="1083566"/>
                    <a:pt x="2289" y="1104679"/>
                    <a:pt x="2289" y="1125821"/>
                  </a:cubicBezTo>
                  <a:cubicBezTo>
                    <a:pt x="2289" y="1146934"/>
                    <a:pt x="2289" y="1168076"/>
                    <a:pt x="2289" y="1189189"/>
                  </a:cubicBezTo>
                  <a:cubicBezTo>
                    <a:pt x="2289" y="1210331"/>
                    <a:pt x="0" y="1231896"/>
                    <a:pt x="2289" y="1252586"/>
                  </a:cubicBezTo>
                  <a:cubicBezTo>
                    <a:pt x="4579" y="1273275"/>
                    <a:pt x="5229" y="1297554"/>
                    <a:pt x="16054" y="1313354"/>
                  </a:cubicBezTo>
                  <a:cubicBezTo>
                    <a:pt x="26908" y="1329182"/>
                    <a:pt x="48756" y="1343908"/>
                    <a:pt x="67354" y="1347441"/>
                  </a:cubicBezTo>
                  <a:cubicBezTo>
                    <a:pt x="85980" y="1351002"/>
                    <a:pt x="112152" y="1345575"/>
                    <a:pt x="127726" y="1334693"/>
                  </a:cubicBezTo>
                  <a:cubicBezTo>
                    <a:pt x="143271" y="1323812"/>
                    <a:pt x="153503" y="1301342"/>
                    <a:pt x="160739" y="1282150"/>
                  </a:cubicBezTo>
                  <a:cubicBezTo>
                    <a:pt x="167946" y="1262987"/>
                    <a:pt x="167635" y="1240489"/>
                    <a:pt x="171027" y="1219630"/>
                  </a:cubicBezTo>
                  <a:cubicBezTo>
                    <a:pt x="174419" y="1198799"/>
                    <a:pt x="177782" y="1177912"/>
                    <a:pt x="181117" y="1157053"/>
                  </a:cubicBezTo>
                  <a:cubicBezTo>
                    <a:pt x="184452" y="1136194"/>
                    <a:pt x="187703" y="1115335"/>
                    <a:pt x="191066" y="1094476"/>
                  </a:cubicBezTo>
                  <a:cubicBezTo>
                    <a:pt x="194430" y="1073617"/>
                    <a:pt x="197850" y="1052758"/>
                    <a:pt x="201354" y="1031927"/>
                  </a:cubicBezTo>
                  <a:cubicBezTo>
                    <a:pt x="204859" y="1011096"/>
                    <a:pt x="208477" y="990294"/>
                    <a:pt x="212151" y="969463"/>
                  </a:cubicBezTo>
                  <a:cubicBezTo>
                    <a:pt x="215826" y="948661"/>
                    <a:pt x="219670" y="927886"/>
                    <a:pt x="223372" y="907084"/>
                  </a:cubicBezTo>
                  <a:cubicBezTo>
                    <a:pt x="227047" y="886281"/>
                    <a:pt x="230523" y="865451"/>
                    <a:pt x="234339" y="844676"/>
                  </a:cubicBezTo>
                  <a:cubicBezTo>
                    <a:pt x="238126" y="823902"/>
                    <a:pt x="242224" y="803156"/>
                    <a:pt x="246181" y="782410"/>
                  </a:cubicBezTo>
                  <a:cubicBezTo>
                    <a:pt x="250167" y="761664"/>
                    <a:pt x="253982" y="740890"/>
                    <a:pt x="258109" y="720173"/>
                  </a:cubicBezTo>
                  <a:cubicBezTo>
                    <a:pt x="262236" y="699427"/>
                    <a:pt x="266645" y="678765"/>
                    <a:pt x="270913" y="658076"/>
                  </a:cubicBezTo>
                  <a:cubicBezTo>
                    <a:pt x="275181" y="637387"/>
                    <a:pt x="279279" y="616669"/>
                    <a:pt x="283688" y="596008"/>
                  </a:cubicBezTo>
                  <a:cubicBezTo>
                    <a:pt x="288069" y="575347"/>
                    <a:pt x="292733" y="554742"/>
                    <a:pt x="297255" y="534109"/>
                  </a:cubicBezTo>
                  <a:cubicBezTo>
                    <a:pt x="301777" y="513476"/>
                    <a:pt x="306413" y="492843"/>
                    <a:pt x="310850" y="472182"/>
                  </a:cubicBezTo>
                  <a:cubicBezTo>
                    <a:pt x="315259" y="451521"/>
                    <a:pt x="319442" y="430832"/>
                    <a:pt x="323767" y="410142"/>
                  </a:cubicBezTo>
                  <a:cubicBezTo>
                    <a:pt x="328091" y="389453"/>
                    <a:pt x="332472" y="368792"/>
                    <a:pt x="336825" y="348131"/>
                  </a:cubicBezTo>
                  <a:cubicBezTo>
                    <a:pt x="341178" y="327441"/>
                    <a:pt x="345558" y="306780"/>
                    <a:pt x="349939" y="286119"/>
                  </a:cubicBezTo>
                  <a:cubicBezTo>
                    <a:pt x="354320" y="265429"/>
                    <a:pt x="359041" y="244825"/>
                    <a:pt x="363082" y="224107"/>
                  </a:cubicBezTo>
                  <a:cubicBezTo>
                    <a:pt x="367124" y="203389"/>
                    <a:pt x="373851" y="182502"/>
                    <a:pt x="374190" y="161728"/>
                  </a:cubicBezTo>
                  <a:cubicBezTo>
                    <a:pt x="374529" y="140954"/>
                    <a:pt x="371986" y="118851"/>
                    <a:pt x="365061" y="99462"/>
                  </a:cubicBezTo>
                  <a:cubicBezTo>
                    <a:pt x="358164" y="80101"/>
                    <a:pt x="346830" y="60372"/>
                    <a:pt x="332755" y="45505"/>
                  </a:cubicBezTo>
                  <a:cubicBezTo>
                    <a:pt x="318679" y="30638"/>
                    <a:pt x="299714" y="17552"/>
                    <a:pt x="280664" y="10288"/>
                  </a:cubicBezTo>
                  <a:cubicBezTo>
                    <a:pt x="261614" y="2996"/>
                    <a:pt x="238833" y="0"/>
                    <a:pt x="218511" y="1894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0" name="Outer right wave"/>
            <p:cNvSpPr/>
            <p:nvPr/>
          </p:nvSpPr>
          <p:spPr>
            <a:xfrm>
              <a:off x="3669766" y="2834640"/>
              <a:ext cx="719354" cy="1582660"/>
            </a:xfrm>
            <a:custGeom>
              <a:avLst/>
              <a:gdLst/>
              <a:ahLst/>
              <a:cxnLst/>
              <a:rect l="l" t="t" r="r" b="b"/>
              <a:pathLst>
                <a:path w="719354" h="1582660">
                  <a:moveTo>
                    <a:pt x="505899" y="1545"/>
                  </a:moveTo>
                  <a:cubicBezTo>
                    <a:pt x="485212" y="3081"/>
                    <a:pt x="463929" y="8310"/>
                    <a:pt x="444568" y="15828"/>
                  </a:cubicBezTo>
                  <a:cubicBezTo>
                    <a:pt x="425207" y="23375"/>
                    <a:pt x="406185" y="34058"/>
                    <a:pt x="389679" y="46664"/>
                  </a:cubicBezTo>
                  <a:cubicBezTo>
                    <a:pt x="373173" y="59298"/>
                    <a:pt x="357995" y="74928"/>
                    <a:pt x="345558" y="91604"/>
                  </a:cubicBezTo>
                  <a:cubicBezTo>
                    <a:pt x="333122" y="108280"/>
                    <a:pt x="323145" y="127472"/>
                    <a:pt x="315033" y="146720"/>
                  </a:cubicBezTo>
                  <a:cubicBezTo>
                    <a:pt x="306921" y="165996"/>
                    <a:pt x="302625" y="186968"/>
                    <a:pt x="296887" y="207205"/>
                  </a:cubicBezTo>
                  <a:cubicBezTo>
                    <a:pt x="291150" y="227471"/>
                    <a:pt x="286062" y="247934"/>
                    <a:pt x="280636" y="268284"/>
                  </a:cubicBezTo>
                  <a:cubicBezTo>
                    <a:pt x="275237" y="288663"/>
                    <a:pt x="269810" y="309013"/>
                    <a:pt x="264384" y="329363"/>
                  </a:cubicBezTo>
                  <a:cubicBezTo>
                    <a:pt x="258957" y="349713"/>
                    <a:pt x="253558" y="370092"/>
                    <a:pt x="248103" y="390442"/>
                  </a:cubicBezTo>
                  <a:cubicBezTo>
                    <a:pt x="242620" y="410792"/>
                    <a:pt x="237024" y="431086"/>
                    <a:pt x="231597" y="451436"/>
                  </a:cubicBezTo>
                  <a:cubicBezTo>
                    <a:pt x="226170" y="471787"/>
                    <a:pt x="220828" y="492193"/>
                    <a:pt x="215515" y="512572"/>
                  </a:cubicBezTo>
                  <a:cubicBezTo>
                    <a:pt x="210229" y="532950"/>
                    <a:pt x="205057" y="553385"/>
                    <a:pt x="199800" y="573792"/>
                  </a:cubicBezTo>
                  <a:cubicBezTo>
                    <a:pt x="194543" y="594199"/>
                    <a:pt x="189257" y="614577"/>
                    <a:pt x="184028" y="634984"/>
                  </a:cubicBezTo>
                  <a:cubicBezTo>
                    <a:pt x="178828" y="655391"/>
                    <a:pt x="173627" y="675826"/>
                    <a:pt x="168568" y="696261"/>
                  </a:cubicBezTo>
                  <a:cubicBezTo>
                    <a:pt x="163480" y="716724"/>
                    <a:pt x="158619" y="737216"/>
                    <a:pt x="153616" y="757679"/>
                  </a:cubicBezTo>
                  <a:cubicBezTo>
                    <a:pt x="148613" y="778142"/>
                    <a:pt x="143413" y="798549"/>
                    <a:pt x="138495" y="819041"/>
                  </a:cubicBezTo>
                  <a:cubicBezTo>
                    <a:pt x="133577" y="839532"/>
                    <a:pt x="128857" y="860052"/>
                    <a:pt x="124165" y="880600"/>
                  </a:cubicBezTo>
                  <a:cubicBezTo>
                    <a:pt x="119445" y="901120"/>
                    <a:pt x="114922" y="921697"/>
                    <a:pt x="110230" y="942245"/>
                  </a:cubicBezTo>
                  <a:cubicBezTo>
                    <a:pt x="105539" y="962793"/>
                    <a:pt x="100762" y="983284"/>
                    <a:pt x="96014" y="1003832"/>
                  </a:cubicBezTo>
                  <a:cubicBezTo>
                    <a:pt x="91265" y="1024352"/>
                    <a:pt x="86460" y="1044872"/>
                    <a:pt x="81768" y="1065392"/>
                  </a:cubicBezTo>
                  <a:cubicBezTo>
                    <a:pt x="77048" y="1085940"/>
                    <a:pt x="72413" y="1106488"/>
                    <a:pt x="67806" y="1127036"/>
                  </a:cubicBezTo>
                  <a:cubicBezTo>
                    <a:pt x="63171" y="1147584"/>
                    <a:pt x="58620" y="1168161"/>
                    <a:pt x="53985" y="1188709"/>
                  </a:cubicBezTo>
                  <a:cubicBezTo>
                    <a:pt x="49378" y="1209257"/>
                    <a:pt x="44657" y="1229805"/>
                    <a:pt x="40079" y="1250353"/>
                  </a:cubicBezTo>
                  <a:cubicBezTo>
                    <a:pt x="35500" y="1270929"/>
                    <a:pt x="31062" y="1291534"/>
                    <a:pt x="26540" y="1312110"/>
                  </a:cubicBezTo>
                  <a:cubicBezTo>
                    <a:pt x="22018" y="1332658"/>
                    <a:pt x="17241" y="1353207"/>
                    <a:pt x="12917" y="1373811"/>
                  </a:cubicBezTo>
                  <a:cubicBezTo>
                    <a:pt x="8564" y="1394416"/>
                    <a:pt x="1046" y="1415105"/>
                    <a:pt x="509" y="1435738"/>
                  </a:cubicBezTo>
                  <a:cubicBezTo>
                    <a:pt x="0" y="1456399"/>
                    <a:pt x="2205" y="1478926"/>
                    <a:pt x="9779" y="1497778"/>
                  </a:cubicBezTo>
                  <a:cubicBezTo>
                    <a:pt x="17354" y="1516630"/>
                    <a:pt x="30695" y="1535511"/>
                    <a:pt x="45929" y="1548851"/>
                  </a:cubicBezTo>
                  <a:cubicBezTo>
                    <a:pt x="61192" y="1562192"/>
                    <a:pt x="81684" y="1573074"/>
                    <a:pt x="101299" y="1577879"/>
                  </a:cubicBezTo>
                  <a:cubicBezTo>
                    <a:pt x="120943" y="1582656"/>
                    <a:pt x="144204" y="1582627"/>
                    <a:pt x="163763" y="1577596"/>
                  </a:cubicBezTo>
                  <a:cubicBezTo>
                    <a:pt x="183322" y="1572537"/>
                    <a:pt x="203022" y="1560892"/>
                    <a:pt x="218624" y="1547636"/>
                  </a:cubicBezTo>
                  <a:cubicBezTo>
                    <a:pt x="234254" y="1534380"/>
                    <a:pt x="246379" y="1515754"/>
                    <a:pt x="257487" y="1498032"/>
                  </a:cubicBezTo>
                  <a:cubicBezTo>
                    <a:pt x="268623" y="1480339"/>
                    <a:pt x="277187" y="1460752"/>
                    <a:pt x="285440" y="1441419"/>
                  </a:cubicBezTo>
                  <a:cubicBezTo>
                    <a:pt x="293694" y="1422086"/>
                    <a:pt x="299799" y="1401793"/>
                    <a:pt x="306978" y="1382008"/>
                  </a:cubicBezTo>
                  <a:cubicBezTo>
                    <a:pt x="314185" y="1362223"/>
                    <a:pt x="321477" y="1342438"/>
                    <a:pt x="328656" y="1322625"/>
                  </a:cubicBezTo>
                  <a:cubicBezTo>
                    <a:pt x="335836" y="1302840"/>
                    <a:pt x="342958" y="1282998"/>
                    <a:pt x="350109" y="1263185"/>
                  </a:cubicBezTo>
                  <a:cubicBezTo>
                    <a:pt x="357260" y="1243372"/>
                    <a:pt x="364439" y="1223558"/>
                    <a:pt x="371562" y="1203745"/>
                  </a:cubicBezTo>
                  <a:cubicBezTo>
                    <a:pt x="378684" y="1183904"/>
                    <a:pt x="385722" y="1164062"/>
                    <a:pt x="392845" y="1144221"/>
                  </a:cubicBezTo>
                  <a:cubicBezTo>
                    <a:pt x="399939" y="1124379"/>
                    <a:pt x="407061" y="1104566"/>
                    <a:pt x="414156" y="1084725"/>
                  </a:cubicBezTo>
                  <a:cubicBezTo>
                    <a:pt x="421278" y="1064911"/>
                    <a:pt x="428401" y="1045070"/>
                    <a:pt x="435495" y="1025228"/>
                  </a:cubicBezTo>
                  <a:cubicBezTo>
                    <a:pt x="442590" y="1005415"/>
                    <a:pt x="449627" y="985545"/>
                    <a:pt x="456750" y="965732"/>
                  </a:cubicBezTo>
                  <a:cubicBezTo>
                    <a:pt x="463873" y="945891"/>
                    <a:pt x="471108" y="926106"/>
                    <a:pt x="478259" y="906293"/>
                  </a:cubicBezTo>
                  <a:cubicBezTo>
                    <a:pt x="485410" y="886479"/>
                    <a:pt x="492532" y="866638"/>
                    <a:pt x="499627" y="846825"/>
                  </a:cubicBezTo>
                  <a:cubicBezTo>
                    <a:pt x="506749" y="826983"/>
                    <a:pt x="513900" y="807170"/>
                    <a:pt x="520995" y="787328"/>
                  </a:cubicBezTo>
                  <a:cubicBezTo>
                    <a:pt x="528089" y="767487"/>
                    <a:pt x="535127" y="747645"/>
                    <a:pt x="542221" y="727804"/>
                  </a:cubicBezTo>
                  <a:cubicBezTo>
                    <a:pt x="549315" y="707962"/>
                    <a:pt x="556494" y="688149"/>
                    <a:pt x="563617" y="668336"/>
                  </a:cubicBezTo>
                  <a:cubicBezTo>
                    <a:pt x="570740" y="648523"/>
                    <a:pt x="577834" y="628681"/>
                    <a:pt x="584985" y="608868"/>
                  </a:cubicBezTo>
                  <a:cubicBezTo>
                    <a:pt x="592136" y="589055"/>
                    <a:pt x="599428" y="569270"/>
                    <a:pt x="606579" y="549457"/>
                  </a:cubicBezTo>
                  <a:cubicBezTo>
                    <a:pt x="613729" y="529643"/>
                    <a:pt x="620767" y="509802"/>
                    <a:pt x="627890" y="489960"/>
                  </a:cubicBezTo>
                  <a:cubicBezTo>
                    <a:pt x="634984" y="470119"/>
                    <a:pt x="642163" y="450306"/>
                    <a:pt x="649145" y="430436"/>
                  </a:cubicBezTo>
                  <a:cubicBezTo>
                    <a:pt x="656126" y="410566"/>
                    <a:pt x="662909" y="390612"/>
                    <a:pt x="669806" y="370714"/>
                  </a:cubicBezTo>
                  <a:cubicBezTo>
                    <a:pt x="676730" y="350816"/>
                    <a:pt x="683853" y="330974"/>
                    <a:pt x="690580" y="311020"/>
                  </a:cubicBezTo>
                  <a:cubicBezTo>
                    <a:pt x="697279" y="291037"/>
                    <a:pt x="705419" y="271280"/>
                    <a:pt x="710082" y="250902"/>
                  </a:cubicBezTo>
                  <a:cubicBezTo>
                    <a:pt x="714746" y="230495"/>
                    <a:pt x="719353" y="209297"/>
                    <a:pt x="718590" y="188664"/>
                  </a:cubicBezTo>
                  <a:cubicBezTo>
                    <a:pt x="717798" y="168031"/>
                    <a:pt x="712880" y="146437"/>
                    <a:pt x="705419" y="127104"/>
                  </a:cubicBezTo>
                  <a:cubicBezTo>
                    <a:pt x="697957" y="107772"/>
                    <a:pt x="686934" y="88693"/>
                    <a:pt x="673819" y="72667"/>
                  </a:cubicBezTo>
                  <a:cubicBezTo>
                    <a:pt x="660705" y="56642"/>
                    <a:pt x="644198" y="41972"/>
                    <a:pt x="626674" y="30949"/>
                  </a:cubicBezTo>
                  <a:cubicBezTo>
                    <a:pt x="609151" y="19926"/>
                    <a:pt x="588772" y="11475"/>
                    <a:pt x="568648" y="6557"/>
                  </a:cubicBezTo>
                  <a:cubicBezTo>
                    <a:pt x="548524" y="1668"/>
                    <a:pt x="526591" y="0"/>
                    <a:pt x="505901" y="155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11" name="S dimension line"/>
          <p:cNvSpPr/>
          <p:nvPr/>
        </p:nvSpPr>
        <p:spPr>
          <a:xfrm>
            <a:off x="2011680" y="2039112"/>
            <a:ext cx="23774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011680" y="1700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 (symbol width)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3738033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0.20S</a:t>
            </a:r>
            <a:endParaRPr lang="en-US" sz="1100" dirty="0"/>
          </a:p>
        </p:txBody>
      </p:sp>
      <p:sp>
        <p:nvSpPr>
          <p:cNvPr id="14" name="Wordmark spacing panel"/>
          <p:cNvSpPr/>
          <p:nvPr/>
        </p:nvSpPr>
        <p:spPr>
          <a:xfrm>
            <a:off x="6245352" y="169164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grpSp>
        <p:nvGrpSpPr>
          <p:cNvPr id="27" name="VCA symbol (horizontal)"/>
          <p:cNvGrpSpPr/>
          <p:nvPr/>
        </p:nvGrpSpPr>
        <p:grpSpPr>
          <a:xfrm>
            <a:off x="6675120" y="2194560"/>
            <a:ext cx="822960" cy="720382"/>
            <a:chOff x="6675120" y="2194560"/>
            <a:chExt cx="822960" cy="720382"/>
          </a:xfrm>
        </p:grpSpPr>
        <p:sp>
          <p:nvSpPr>
            <p:cNvPr id="15" name="Outer left wave"/>
            <p:cNvSpPr/>
            <p:nvPr/>
          </p:nvSpPr>
          <p:spPr>
            <a:xfrm>
              <a:off x="6675120" y="2194703"/>
              <a:ext cx="248717" cy="547940"/>
            </a:xfrm>
            <a:custGeom>
              <a:avLst/>
              <a:gdLst/>
              <a:ahLst/>
              <a:cxnLst/>
              <a:rect l="l" t="t" r="r" b="b"/>
              <a:pathLst>
                <a:path w="248717" h="547940">
                  <a:moveTo>
                    <a:pt x="70567" y="141"/>
                  </a:moveTo>
                  <a:cubicBezTo>
                    <a:pt x="63389" y="0"/>
                    <a:pt x="55836" y="900"/>
                    <a:pt x="48958" y="2945"/>
                  </a:cubicBezTo>
                  <a:cubicBezTo>
                    <a:pt x="42080" y="5000"/>
                    <a:pt x="35192" y="8326"/>
                    <a:pt x="29312" y="12435"/>
                  </a:cubicBezTo>
                  <a:cubicBezTo>
                    <a:pt x="23442" y="16544"/>
                    <a:pt x="17963" y="21857"/>
                    <a:pt x="13678" y="27610"/>
                  </a:cubicBezTo>
                  <a:cubicBezTo>
                    <a:pt x="9392" y="33363"/>
                    <a:pt x="5860" y="40143"/>
                    <a:pt x="3600" y="46952"/>
                  </a:cubicBezTo>
                  <a:cubicBezTo>
                    <a:pt x="1340" y="53762"/>
                    <a:pt x="0" y="61325"/>
                    <a:pt x="98" y="68477"/>
                  </a:cubicBezTo>
                  <a:cubicBezTo>
                    <a:pt x="205" y="75629"/>
                    <a:pt x="2377" y="82839"/>
                    <a:pt x="4217" y="89864"/>
                  </a:cubicBezTo>
                  <a:cubicBezTo>
                    <a:pt x="6046" y="96889"/>
                    <a:pt x="8766" y="103728"/>
                    <a:pt x="11105" y="110635"/>
                  </a:cubicBezTo>
                  <a:cubicBezTo>
                    <a:pt x="13433" y="117552"/>
                    <a:pt x="15840" y="124440"/>
                    <a:pt x="18237" y="131328"/>
                  </a:cubicBezTo>
                  <a:cubicBezTo>
                    <a:pt x="20624" y="138215"/>
                    <a:pt x="23041" y="145103"/>
                    <a:pt x="25467" y="151981"/>
                  </a:cubicBezTo>
                  <a:cubicBezTo>
                    <a:pt x="27894" y="158869"/>
                    <a:pt x="30349" y="165727"/>
                    <a:pt x="32785" y="172605"/>
                  </a:cubicBezTo>
                  <a:cubicBezTo>
                    <a:pt x="35222" y="179483"/>
                    <a:pt x="37638" y="186371"/>
                    <a:pt x="40084" y="193239"/>
                  </a:cubicBezTo>
                  <a:cubicBezTo>
                    <a:pt x="42530" y="200117"/>
                    <a:pt x="44976" y="206985"/>
                    <a:pt x="47442" y="213854"/>
                  </a:cubicBezTo>
                  <a:cubicBezTo>
                    <a:pt x="49907" y="220712"/>
                    <a:pt x="52421" y="227561"/>
                    <a:pt x="54897" y="234429"/>
                  </a:cubicBezTo>
                  <a:cubicBezTo>
                    <a:pt x="57372" y="241287"/>
                    <a:pt x="59828" y="248165"/>
                    <a:pt x="62293" y="255024"/>
                  </a:cubicBezTo>
                  <a:cubicBezTo>
                    <a:pt x="64759" y="261892"/>
                    <a:pt x="67224" y="268760"/>
                    <a:pt x="69709" y="275619"/>
                  </a:cubicBezTo>
                  <a:cubicBezTo>
                    <a:pt x="72194" y="282477"/>
                    <a:pt x="74738" y="289316"/>
                    <a:pt x="77204" y="296174"/>
                  </a:cubicBezTo>
                  <a:cubicBezTo>
                    <a:pt x="79679" y="303043"/>
                    <a:pt x="82066" y="309930"/>
                    <a:pt x="84522" y="316799"/>
                  </a:cubicBezTo>
                  <a:cubicBezTo>
                    <a:pt x="86988" y="323667"/>
                    <a:pt x="89512" y="330515"/>
                    <a:pt x="91977" y="337374"/>
                  </a:cubicBezTo>
                  <a:cubicBezTo>
                    <a:pt x="94433" y="344242"/>
                    <a:pt x="96850" y="351130"/>
                    <a:pt x="99295" y="357998"/>
                  </a:cubicBezTo>
                  <a:cubicBezTo>
                    <a:pt x="101751" y="364866"/>
                    <a:pt x="104227" y="371734"/>
                    <a:pt x="106692" y="378593"/>
                  </a:cubicBezTo>
                  <a:cubicBezTo>
                    <a:pt x="109158" y="385461"/>
                    <a:pt x="111633" y="392329"/>
                    <a:pt x="114098" y="399197"/>
                  </a:cubicBezTo>
                  <a:cubicBezTo>
                    <a:pt x="116554" y="406056"/>
                    <a:pt x="119010" y="412934"/>
                    <a:pt x="121475" y="419792"/>
                  </a:cubicBezTo>
                  <a:cubicBezTo>
                    <a:pt x="123941" y="426660"/>
                    <a:pt x="126406" y="433529"/>
                    <a:pt x="128891" y="440387"/>
                  </a:cubicBezTo>
                  <a:cubicBezTo>
                    <a:pt x="131376" y="447246"/>
                    <a:pt x="133891" y="454094"/>
                    <a:pt x="136366" y="460953"/>
                  </a:cubicBezTo>
                  <a:cubicBezTo>
                    <a:pt x="138842" y="467821"/>
                    <a:pt x="141229" y="474709"/>
                    <a:pt x="143724" y="481567"/>
                  </a:cubicBezTo>
                  <a:cubicBezTo>
                    <a:pt x="146209" y="488425"/>
                    <a:pt x="148332" y="495450"/>
                    <a:pt x="151296" y="502093"/>
                  </a:cubicBezTo>
                  <a:cubicBezTo>
                    <a:pt x="154261" y="508737"/>
                    <a:pt x="157431" y="515458"/>
                    <a:pt x="161520" y="521426"/>
                  </a:cubicBezTo>
                  <a:cubicBezTo>
                    <a:pt x="165600" y="527384"/>
                    <a:pt x="170120" y="533675"/>
                    <a:pt x="175785" y="537892"/>
                  </a:cubicBezTo>
                  <a:cubicBezTo>
                    <a:pt x="181460" y="542109"/>
                    <a:pt x="188660" y="545504"/>
                    <a:pt x="195538" y="546717"/>
                  </a:cubicBezTo>
                  <a:cubicBezTo>
                    <a:pt x="202426" y="547940"/>
                    <a:pt x="210468" y="547392"/>
                    <a:pt x="217112" y="545201"/>
                  </a:cubicBezTo>
                  <a:cubicBezTo>
                    <a:pt x="223745" y="543009"/>
                    <a:pt x="230467" y="538597"/>
                    <a:pt x="235388" y="533578"/>
                  </a:cubicBezTo>
                  <a:cubicBezTo>
                    <a:pt x="240299" y="528549"/>
                    <a:pt x="244487" y="521720"/>
                    <a:pt x="246600" y="515028"/>
                  </a:cubicBezTo>
                  <a:cubicBezTo>
                    <a:pt x="248713" y="508335"/>
                    <a:pt x="248547" y="500596"/>
                    <a:pt x="248068" y="493425"/>
                  </a:cubicBezTo>
                  <a:cubicBezTo>
                    <a:pt x="247588" y="486253"/>
                    <a:pt x="245220" y="479121"/>
                    <a:pt x="243714" y="471979"/>
                  </a:cubicBezTo>
                  <a:cubicBezTo>
                    <a:pt x="242217" y="464837"/>
                    <a:pt x="240622" y="457724"/>
                    <a:pt x="239066" y="450592"/>
                  </a:cubicBezTo>
                  <a:cubicBezTo>
                    <a:pt x="237511" y="443469"/>
                    <a:pt x="235945" y="436337"/>
                    <a:pt x="234400" y="429214"/>
                  </a:cubicBezTo>
                  <a:cubicBezTo>
                    <a:pt x="232844" y="422082"/>
                    <a:pt x="231367" y="414940"/>
                    <a:pt x="229752" y="407827"/>
                  </a:cubicBezTo>
                  <a:cubicBezTo>
                    <a:pt x="228128" y="400714"/>
                    <a:pt x="226328" y="393640"/>
                    <a:pt x="224684" y="386537"/>
                  </a:cubicBezTo>
                  <a:cubicBezTo>
                    <a:pt x="223031" y="379424"/>
                    <a:pt x="221475" y="372302"/>
                    <a:pt x="219880" y="365189"/>
                  </a:cubicBezTo>
                  <a:cubicBezTo>
                    <a:pt x="218276" y="358066"/>
                    <a:pt x="216701" y="350944"/>
                    <a:pt x="215077" y="343831"/>
                  </a:cubicBezTo>
                  <a:cubicBezTo>
                    <a:pt x="213462" y="336718"/>
                    <a:pt x="211799" y="329615"/>
                    <a:pt x="210155" y="322512"/>
                  </a:cubicBezTo>
                  <a:cubicBezTo>
                    <a:pt x="208522" y="315399"/>
                    <a:pt x="206917" y="308287"/>
                    <a:pt x="205254" y="301184"/>
                  </a:cubicBezTo>
                  <a:cubicBezTo>
                    <a:pt x="203600" y="294081"/>
                    <a:pt x="201898" y="286978"/>
                    <a:pt x="200205" y="279884"/>
                  </a:cubicBezTo>
                  <a:cubicBezTo>
                    <a:pt x="198513" y="272791"/>
                    <a:pt x="196810" y="265698"/>
                    <a:pt x="195098" y="258605"/>
                  </a:cubicBezTo>
                  <a:cubicBezTo>
                    <a:pt x="193396" y="251511"/>
                    <a:pt x="191742" y="244408"/>
                    <a:pt x="189971" y="237325"/>
                  </a:cubicBezTo>
                  <a:cubicBezTo>
                    <a:pt x="188201" y="230251"/>
                    <a:pt x="186303" y="223207"/>
                    <a:pt x="184473" y="216143"/>
                  </a:cubicBezTo>
                  <a:cubicBezTo>
                    <a:pt x="182643" y="209079"/>
                    <a:pt x="180833" y="202015"/>
                    <a:pt x="179014" y="194951"/>
                  </a:cubicBezTo>
                  <a:cubicBezTo>
                    <a:pt x="177194" y="187888"/>
                    <a:pt x="175403" y="180814"/>
                    <a:pt x="173554" y="173760"/>
                  </a:cubicBezTo>
                  <a:cubicBezTo>
                    <a:pt x="171695" y="166706"/>
                    <a:pt x="169778" y="159671"/>
                    <a:pt x="167880" y="152627"/>
                  </a:cubicBezTo>
                  <a:cubicBezTo>
                    <a:pt x="165991" y="145573"/>
                    <a:pt x="164074" y="138538"/>
                    <a:pt x="162195" y="131484"/>
                  </a:cubicBezTo>
                  <a:cubicBezTo>
                    <a:pt x="160317" y="124440"/>
                    <a:pt x="158507" y="117376"/>
                    <a:pt x="156619" y="110322"/>
                  </a:cubicBezTo>
                  <a:cubicBezTo>
                    <a:pt x="154740" y="103277"/>
                    <a:pt x="152803" y="96243"/>
                    <a:pt x="150915" y="89199"/>
                  </a:cubicBezTo>
                  <a:cubicBezTo>
                    <a:pt x="149026" y="82154"/>
                    <a:pt x="147324" y="75042"/>
                    <a:pt x="145279" y="68046"/>
                  </a:cubicBezTo>
                  <a:cubicBezTo>
                    <a:pt x="143234" y="61051"/>
                    <a:pt x="141591" y="53821"/>
                    <a:pt x="138616" y="47236"/>
                  </a:cubicBezTo>
                  <a:cubicBezTo>
                    <a:pt x="135642" y="40652"/>
                    <a:pt x="131954" y="34136"/>
                    <a:pt x="127443" y="28520"/>
                  </a:cubicBezTo>
                  <a:cubicBezTo>
                    <a:pt x="122943" y="22894"/>
                    <a:pt x="117484" y="17650"/>
                    <a:pt x="111584" y="13531"/>
                  </a:cubicBezTo>
                  <a:cubicBezTo>
                    <a:pt x="105684" y="9402"/>
                    <a:pt x="98885" y="6027"/>
                    <a:pt x="92046" y="3796"/>
                  </a:cubicBezTo>
                  <a:cubicBezTo>
                    <a:pt x="85207" y="1565"/>
                    <a:pt x="77752" y="284"/>
                    <a:pt x="70570" y="13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6" name="Inner left wave"/>
            <p:cNvSpPr/>
            <p:nvPr/>
          </p:nvSpPr>
          <p:spPr>
            <a:xfrm>
              <a:off x="6882913" y="2343596"/>
              <a:ext cx="129729" cy="467662"/>
            </a:xfrm>
            <a:custGeom>
              <a:avLst/>
              <a:gdLst/>
              <a:ahLst/>
              <a:cxnLst/>
              <a:rect l="l" t="t" r="r" b="b"/>
              <a:pathLst>
                <a:path w="129729" h="467662">
                  <a:moveTo>
                    <a:pt x="46954" y="434"/>
                  </a:moveTo>
                  <a:cubicBezTo>
                    <a:pt x="39908" y="871"/>
                    <a:pt x="32247" y="3209"/>
                    <a:pt x="26103" y="6712"/>
                  </a:cubicBezTo>
                  <a:cubicBezTo>
                    <a:pt x="19959" y="10224"/>
                    <a:pt x="14226" y="15683"/>
                    <a:pt x="10116" y="21475"/>
                  </a:cubicBezTo>
                  <a:cubicBezTo>
                    <a:pt x="6007" y="27267"/>
                    <a:pt x="2935" y="34507"/>
                    <a:pt x="1468" y="41464"/>
                  </a:cubicBezTo>
                  <a:cubicBezTo>
                    <a:pt x="0" y="48420"/>
                    <a:pt x="607" y="55993"/>
                    <a:pt x="1311" y="63203"/>
                  </a:cubicBezTo>
                  <a:cubicBezTo>
                    <a:pt x="2006" y="70414"/>
                    <a:pt x="4168" y="77556"/>
                    <a:pt x="5665" y="84718"/>
                  </a:cubicBezTo>
                  <a:cubicBezTo>
                    <a:pt x="7162" y="91879"/>
                    <a:pt x="8776" y="99012"/>
                    <a:pt x="10302" y="106173"/>
                  </a:cubicBezTo>
                  <a:cubicBezTo>
                    <a:pt x="11829" y="113325"/>
                    <a:pt x="13316" y="120487"/>
                    <a:pt x="14803" y="127649"/>
                  </a:cubicBezTo>
                  <a:cubicBezTo>
                    <a:pt x="16300" y="134811"/>
                    <a:pt x="17748" y="141982"/>
                    <a:pt x="19264" y="149144"/>
                  </a:cubicBezTo>
                  <a:cubicBezTo>
                    <a:pt x="20771" y="156296"/>
                    <a:pt x="22346" y="163438"/>
                    <a:pt x="23872" y="170600"/>
                  </a:cubicBezTo>
                  <a:cubicBezTo>
                    <a:pt x="25399" y="177752"/>
                    <a:pt x="26945" y="184904"/>
                    <a:pt x="28432" y="192065"/>
                  </a:cubicBezTo>
                  <a:cubicBezTo>
                    <a:pt x="29929" y="199227"/>
                    <a:pt x="31347" y="206408"/>
                    <a:pt x="32844" y="213570"/>
                  </a:cubicBezTo>
                  <a:cubicBezTo>
                    <a:pt x="34331" y="220732"/>
                    <a:pt x="35916" y="227874"/>
                    <a:pt x="37384" y="235036"/>
                  </a:cubicBezTo>
                  <a:cubicBezTo>
                    <a:pt x="38861" y="242207"/>
                    <a:pt x="40280" y="249379"/>
                    <a:pt x="41679" y="256560"/>
                  </a:cubicBezTo>
                  <a:cubicBezTo>
                    <a:pt x="43068" y="263741"/>
                    <a:pt x="44428" y="270932"/>
                    <a:pt x="45768" y="278123"/>
                  </a:cubicBezTo>
                  <a:cubicBezTo>
                    <a:pt x="47109" y="285314"/>
                    <a:pt x="48420" y="292515"/>
                    <a:pt x="49731" y="299716"/>
                  </a:cubicBezTo>
                  <a:cubicBezTo>
                    <a:pt x="51042" y="306907"/>
                    <a:pt x="52353" y="314108"/>
                    <a:pt x="53625" y="321309"/>
                  </a:cubicBezTo>
                  <a:cubicBezTo>
                    <a:pt x="54907" y="328519"/>
                    <a:pt x="56159" y="335730"/>
                    <a:pt x="57382" y="342941"/>
                  </a:cubicBezTo>
                  <a:cubicBezTo>
                    <a:pt x="58605" y="350151"/>
                    <a:pt x="59818" y="357362"/>
                    <a:pt x="60982" y="364592"/>
                  </a:cubicBezTo>
                  <a:cubicBezTo>
                    <a:pt x="62147" y="371813"/>
                    <a:pt x="63223" y="379043"/>
                    <a:pt x="64377" y="386273"/>
                  </a:cubicBezTo>
                  <a:cubicBezTo>
                    <a:pt x="65541" y="393494"/>
                    <a:pt x="66784" y="400704"/>
                    <a:pt x="67929" y="407934"/>
                  </a:cubicBezTo>
                  <a:cubicBezTo>
                    <a:pt x="69073" y="415155"/>
                    <a:pt x="69895" y="422453"/>
                    <a:pt x="71255" y="429625"/>
                  </a:cubicBezTo>
                  <a:cubicBezTo>
                    <a:pt x="72625" y="436796"/>
                    <a:pt x="72703" y="444976"/>
                    <a:pt x="76118" y="450944"/>
                  </a:cubicBezTo>
                  <a:cubicBezTo>
                    <a:pt x="79532" y="456912"/>
                    <a:pt x="85579" y="463222"/>
                    <a:pt x="91742" y="465443"/>
                  </a:cubicBezTo>
                  <a:cubicBezTo>
                    <a:pt x="97906" y="467664"/>
                    <a:pt x="107201" y="467136"/>
                    <a:pt x="113091" y="464250"/>
                  </a:cubicBezTo>
                  <a:cubicBezTo>
                    <a:pt x="118980" y="461373"/>
                    <a:pt x="124459" y="454456"/>
                    <a:pt x="127091" y="448146"/>
                  </a:cubicBezTo>
                  <a:cubicBezTo>
                    <a:pt x="129733" y="441835"/>
                    <a:pt x="128598" y="433675"/>
                    <a:pt x="128891" y="426396"/>
                  </a:cubicBezTo>
                  <a:cubicBezTo>
                    <a:pt x="129195" y="419107"/>
                    <a:pt x="128891" y="411760"/>
                    <a:pt x="128891" y="404442"/>
                  </a:cubicBezTo>
                  <a:cubicBezTo>
                    <a:pt x="128891" y="397123"/>
                    <a:pt x="128891" y="389815"/>
                    <a:pt x="128891" y="382497"/>
                  </a:cubicBezTo>
                  <a:cubicBezTo>
                    <a:pt x="128891" y="375178"/>
                    <a:pt x="128891" y="367860"/>
                    <a:pt x="128891" y="360542"/>
                  </a:cubicBezTo>
                  <a:cubicBezTo>
                    <a:pt x="128891" y="353233"/>
                    <a:pt x="128891" y="345915"/>
                    <a:pt x="128891" y="338597"/>
                  </a:cubicBezTo>
                  <a:cubicBezTo>
                    <a:pt x="128891" y="331279"/>
                    <a:pt x="128891" y="323960"/>
                    <a:pt x="128891" y="316642"/>
                  </a:cubicBezTo>
                  <a:cubicBezTo>
                    <a:pt x="128891" y="309334"/>
                    <a:pt x="128891" y="302015"/>
                    <a:pt x="128891" y="294697"/>
                  </a:cubicBezTo>
                  <a:cubicBezTo>
                    <a:pt x="128891" y="287379"/>
                    <a:pt x="128891" y="280060"/>
                    <a:pt x="128891" y="272752"/>
                  </a:cubicBezTo>
                  <a:cubicBezTo>
                    <a:pt x="128891" y="265434"/>
                    <a:pt x="128891" y="258115"/>
                    <a:pt x="128891" y="250797"/>
                  </a:cubicBezTo>
                  <a:cubicBezTo>
                    <a:pt x="128891" y="243479"/>
                    <a:pt x="128891" y="236170"/>
                    <a:pt x="128891" y="228852"/>
                  </a:cubicBezTo>
                  <a:cubicBezTo>
                    <a:pt x="128891" y="221534"/>
                    <a:pt x="128891" y="214216"/>
                    <a:pt x="128891" y="206897"/>
                  </a:cubicBezTo>
                  <a:cubicBezTo>
                    <a:pt x="128891" y="199589"/>
                    <a:pt x="129087" y="192261"/>
                    <a:pt x="128891" y="184952"/>
                  </a:cubicBezTo>
                  <a:cubicBezTo>
                    <a:pt x="128696" y="177644"/>
                    <a:pt x="128559" y="170306"/>
                    <a:pt x="127708" y="163056"/>
                  </a:cubicBezTo>
                  <a:cubicBezTo>
                    <a:pt x="126847" y="155807"/>
                    <a:pt x="125232" y="148635"/>
                    <a:pt x="123755" y="141473"/>
                  </a:cubicBezTo>
                  <a:cubicBezTo>
                    <a:pt x="122278" y="134312"/>
                    <a:pt x="120487" y="127209"/>
                    <a:pt x="118843" y="120076"/>
                  </a:cubicBezTo>
                  <a:cubicBezTo>
                    <a:pt x="117190" y="112954"/>
                    <a:pt x="115517" y="105831"/>
                    <a:pt x="113873" y="98699"/>
                  </a:cubicBezTo>
                  <a:cubicBezTo>
                    <a:pt x="112230" y="91576"/>
                    <a:pt x="110615" y="84434"/>
                    <a:pt x="108972" y="77302"/>
                  </a:cubicBezTo>
                  <a:cubicBezTo>
                    <a:pt x="107328" y="70179"/>
                    <a:pt x="105802" y="63007"/>
                    <a:pt x="104011" y="55924"/>
                  </a:cubicBezTo>
                  <a:cubicBezTo>
                    <a:pt x="102231" y="48841"/>
                    <a:pt x="101203" y="41356"/>
                    <a:pt x="98249" y="34791"/>
                  </a:cubicBezTo>
                  <a:cubicBezTo>
                    <a:pt x="95294" y="28226"/>
                    <a:pt x="91263" y="21632"/>
                    <a:pt x="86283" y="16515"/>
                  </a:cubicBezTo>
                  <a:cubicBezTo>
                    <a:pt x="81313" y="11408"/>
                    <a:pt x="74953" y="6790"/>
                    <a:pt x="68389" y="4109"/>
                  </a:cubicBezTo>
                  <a:cubicBezTo>
                    <a:pt x="61833" y="1428"/>
                    <a:pt x="54006" y="0"/>
                    <a:pt x="46952" y="430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7" name="Center wave"/>
            <p:cNvSpPr/>
            <p:nvPr/>
          </p:nvSpPr>
          <p:spPr>
            <a:xfrm>
              <a:off x="7032239" y="2517699"/>
              <a:ext cx="108208" cy="397243"/>
            </a:xfrm>
            <a:custGeom>
              <a:avLst/>
              <a:gdLst/>
              <a:ahLst/>
              <a:cxnLst/>
              <a:rect l="l" t="t" r="r" b="b"/>
              <a:pathLst>
                <a:path w="108208" h="397243">
                  <a:moveTo>
                    <a:pt x="50255" y="493"/>
                  </a:moveTo>
                  <a:cubicBezTo>
                    <a:pt x="43215" y="988"/>
                    <a:pt x="35701" y="3101"/>
                    <a:pt x="29449" y="6379"/>
                  </a:cubicBezTo>
                  <a:cubicBezTo>
                    <a:pt x="23197" y="9657"/>
                    <a:pt x="17190" y="14656"/>
                    <a:pt x="12758" y="20155"/>
                  </a:cubicBezTo>
                  <a:cubicBezTo>
                    <a:pt x="8326" y="25643"/>
                    <a:pt x="4843" y="32570"/>
                    <a:pt x="2857" y="39370"/>
                  </a:cubicBezTo>
                  <a:cubicBezTo>
                    <a:pt x="871" y="46170"/>
                    <a:pt x="1184" y="53723"/>
                    <a:pt x="851" y="60943"/>
                  </a:cubicBezTo>
                  <a:cubicBezTo>
                    <a:pt x="509" y="68173"/>
                    <a:pt x="851" y="75452"/>
                    <a:pt x="851" y="82712"/>
                  </a:cubicBezTo>
                  <a:cubicBezTo>
                    <a:pt x="851" y="89962"/>
                    <a:pt x="851" y="97221"/>
                    <a:pt x="851" y="104471"/>
                  </a:cubicBezTo>
                  <a:cubicBezTo>
                    <a:pt x="851" y="111721"/>
                    <a:pt x="851" y="118980"/>
                    <a:pt x="851" y="126230"/>
                  </a:cubicBezTo>
                  <a:cubicBezTo>
                    <a:pt x="851" y="133490"/>
                    <a:pt x="851" y="140740"/>
                    <a:pt x="851" y="147999"/>
                  </a:cubicBezTo>
                  <a:cubicBezTo>
                    <a:pt x="851" y="155249"/>
                    <a:pt x="851" y="162508"/>
                    <a:pt x="851" y="169758"/>
                  </a:cubicBezTo>
                  <a:cubicBezTo>
                    <a:pt x="851" y="177008"/>
                    <a:pt x="851" y="184268"/>
                    <a:pt x="851" y="191517"/>
                  </a:cubicBezTo>
                  <a:cubicBezTo>
                    <a:pt x="851" y="198777"/>
                    <a:pt x="851" y="206027"/>
                    <a:pt x="851" y="213286"/>
                  </a:cubicBezTo>
                  <a:cubicBezTo>
                    <a:pt x="851" y="220536"/>
                    <a:pt x="851" y="227796"/>
                    <a:pt x="851" y="235045"/>
                  </a:cubicBezTo>
                  <a:cubicBezTo>
                    <a:pt x="851" y="242295"/>
                    <a:pt x="851" y="249555"/>
                    <a:pt x="851" y="256804"/>
                  </a:cubicBezTo>
                  <a:cubicBezTo>
                    <a:pt x="851" y="264064"/>
                    <a:pt x="851" y="271314"/>
                    <a:pt x="851" y="278573"/>
                  </a:cubicBezTo>
                  <a:cubicBezTo>
                    <a:pt x="851" y="285823"/>
                    <a:pt x="851" y="293083"/>
                    <a:pt x="851" y="300332"/>
                  </a:cubicBezTo>
                  <a:cubicBezTo>
                    <a:pt x="851" y="307582"/>
                    <a:pt x="851" y="314842"/>
                    <a:pt x="851" y="322092"/>
                  </a:cubicBezTo>
                  <a:cubicBezTo>
                    <a:pt x="841" y="329351"/>
                    <a:pt x="0" y="336709"/>
                    <a:pt x="792" y="343851"/>
                  </a:cubicBezTo>
                  <a:cubicBezTo>
                    <a:pt x="1595" y="350993"/>
                    <a:pt x="2749" y="358477"/>
                    <a:pt x="5626" y="364944"/>
                  </a:cubicBezTo>
                  <a:cubicBezTo>
                    <a:pt x="8492" y="371412"/>
                    <a:pt x="12875" y="377810"/>
                    <a:pt x="18022" y="382643"/>
                  </a:cubicBezTo>
                  <a:cubicBezTo>
                    <a:pt x="23158" y="387467"/>
                    <a:pt x="29811" y="391576"/>
                    <a:pt x="36454" y="393924"/>
                  </a:cubicBezTo>
                  <a:cubicBezTo>
                    <a:pt x="43107" y="396262"/>
                    <a:pt x="50866" y="397241"/>
                    <a:pt x="57910" y="396712"/>
                  </a:cubicBezTo>
                  <a:cubicBezTo>
                    <a:pt x="64945" y="396184"/>
                    <a:pt x="72449" y="394041"/>
                    <a:pt x="78681" y="390744"/>
                  </a:cubicBezTo>
                  <a:cubicBezTo>
                    <a:pt x="84904" y="387447"/>
                    <a:pt x="90862" y="382418"/>
                    <a:pt x="95274" y="376910"/>
                  </a:cubicBezTo>
                  <a:cubicBezTo>
                    <a:pt x="99687" y="371412"/>
                    <a:pt x="103180" y="364494"/>
                    <a:pt x="105176" y="357704"/>
                  </a:cubicBezTo>
                  <a:cubicBezTo>
                    <a:pt x="107162" y="350905"/>
                    <a:pt x="106897" y="343361"/>
                    <a:pt x="107250" y="336141"/>
                  </a:cubicBezTo>
                  <a:cubicBezTo>
                    <a:pt x="107592" y="328921"/>
                    <a:pt x="107250" y="321632"/>
                    <a:pt x="107250" y="314382"/>
                  </a:cubicBezTo>
                  <a:cubicBezTo>
                    <a:pt x="107250" y="307122"/>
                    <a:pt x="107211" y="299873"/>
                    <a:pt x="107250" y="292623"/>
                  </a:cubicBezTo>
                  <a:cubicBezTo>
                    <a:pt x="107279" y="285363"/>
                    <a:pt x="107416" y="278113"/>
                    <a:pt x="107455" y="270864"/>
                  </a:cubicBezTo>
                  <a:cubicBezTo>
                    <a:pt x="107485" y="263604"/>
                    <a:pt x="107455" y="256354"/>
                    <a:pt x="107455" y="249105"/>
                  </a:cubicBezTo>
                  <a:cubicBezTo>
                    <a:pt x="107455" y="241855"/>
                    <a:pt x="107475" y="234605"/>
                    <a:pt x="107436" y="227346"/>
                  </a:cubicBezTo>
                  <a:cubicBezTo>
                    <a:pt x="107406" y="220096"/>
                    <a:pt x="107269" y="212846"/>
                    <a:pt x="107250" y="205596"/>
                  </a:cubicBezTo>
                  <a:cubicBezTo>
                    <a:pt x="107220" y="198337"/>
                    <a:pt x="107289" y="191087"/>
                    <a:pt x="107299" y="183837"/>
                  </a:cubicBezTo>
                  <a:cubicBezTo>
                    <a:pt x="107318" y="176587"/>
                    <a:pt x="107328" y="169328"/>
                    <a:pt x="107318" y="162078"/>
                  </a:cubicBezTo>
                  <a:cubicBezTo>
                    <a:pt x="107308" y="154828"/>
                    <a:pt x="107220" y="147578"/>
                    <a:pt x="107250" y="140319"/>
                  </a:cubicBezTo>
                  <a:cubicBezTo>
                    <a:pt x="107269" y="133069"/>
                    <a:pt x="107406" y="125819"/>
                    <a:pt x="107445" y="118560"/>
                  </a:cubicBezTo>
                  <a:cubicBezTo>
                    <a:pt x="107485" y="111310"/>
                    <a:pt x="107524" y="104060"/>
                    <a:pt x="107494" y="96810"/>
                  </a:cubicBezTo>
                  <a:cubicBezTo>
                    <a:pt x="107455" y="89551"/>
                    <a:pt x="107259" y="82301"/>
                    <a:pt x="107250" y="75051"/>
                  </a:cubicBezTo>
                  <a:cubicBezTo>
                    <a:pt x="107250" y="67792"/>
                    <a:pt x="108209" y="60425"/>
                    <a:pt x="107455" y="53292"/>
                  </a:cubicBezTo>
                  <a:cubicBezTo>
                    <a:pt x="106702" y="46150"/>
                    <a:pt x="105616" y="38636"/>
                    <a:pt x="102730" y="32208"/>
                  </a:cubicBezTo>
                  <a:cubicBezTo>
                    <a:pt x="99834" y="25780"/>
                    <a:pt x="95284" y="19489"/>
                    <a:pt x="90109" y="14695"/>
                  </a:cubicBezTo>
                  <a:cubicBezTo>
                    <a:pt x="84933" y="9901"/>
                    <a:pt x="78329" y="5792"/>
                    <a:pt x="71686" y="3424"/>
                  </a:cubicBezTo>
                  <a:cubicBezTo>
                    <a:pt x="65052" y="1057"/>
                    <a:pt x="57294" y="0"/>
                    <a:pt x="50259" y="489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8" name="Inner right wave"/>
            <p:cNvSpPr/>
            <p:nvPr/>
          </p:nvSpPr>
          <p:spPr>
            <a:xfrm>
              <a:off x="7160214" y="2343677"/>
              <a:ext cx="129644" cy="467655"/>
            </a:xfrm>
            <a:custGeom>
              <a:avLst/>
              <a:gdLst/>
              <a:ahLst/>
              <a:cxnLst/>
              <a:rect l="l" t="t" r="r" b="b"/>
              <a:pathLst>
                <a:path w="129644" h="467655">
                  <a:moveTo>
                    <a:pt x="75640" y="656"/>
                  </a:moveTo>
                  <a:cubicBezTo>
                    <a:pt x="68614" y="1311"/>
                    <a:pt x="61109" y="3904"/>
                    <a:pt x="54985" y="7494"/>
                  </a:cubicBezTo>
                  <a:cubicBezTo>
                    <a:pt x="48860" y="11085"/>
                    <a:pt x="43186" y="16505"/>
                    <a:pt x="38890" y="22219"/>
                  </a:cubicBezTo>
                  <a:cubicBezTo>
                    <a:pt x="34595" y="27923"/>
                    <a:pt x="31641" y="34928"/>
                    <a:pt x="29214" y="41747"/>
                  </a:cubicBezTo>
                  <a:cubicBezTo>
                    <a:pt x="26778" y="48567"/>
                    <a:pt x="25956" y="56012"/>
                    <a:pt x="24322" y="63135"/>
                  </a:cubicBezTo>
                  <a:cubicBezTo>
                    <a:pt x="22689" y="70257"/>
                    <a:pt x="21035" y="77390"/>
                    <a:pt x="19391" y="84512"/>
                  </a:cubicBezTo>
                  <a:cubicBezTo>
                    <a:pt x="17738" y="91635"/>
                    <a:pt x="16075" y="98757"/>
                    <a:pt x="14411" y="105880"/>
                  </a:cubicBezTo>
                  <a:cubicBezTo>
                    <a:pt x="12738" y="113003"/>
                    <a:pt x="11007" y="120106"/>
                    <a:pt x="9373" y="127238"/>
                  </a:cubicBezTo>
                  <a:cubicBezTo>
                    <a:pt x="7729" y="134361"/>
                    <a:pt x="5929" y="141464"/>
                    <a:pt x="4579" y="148645"/>
                  </a:cubicBezTo>
                  <a:cubicBezTo>
                    <a:pt x="3229" y="155826"/>
                    <a:pt x="1878" y="163056"/>
                    <a:pt x="1252" y="170316"/>
                  </a:cubicBezTo>
                  <a:cubicBezTo>
                    <a:pt x="626" y="177585"/>
                    <a:pt x="871" y="184933"/>
                    <a:pt x="792" y="192241"/>
                  </a:cubicBezTo>
                  <a:cubicBezTo>
                    <a:pt x="714" y="199550"/>
                    <a:pt x="792" y="206868"/>
                    <a:pt x="792" y="214186"/>
                  </a:cubicBezTo>
                  <a:cubicBezTo>
                    <a:pt x="792" y="221495"/>
                    <a:pt x="792" y="228813"/>
                    <a:pt x="792" y="236122"/>
                  </a:cubicBezTo>
                  <a:cubicBezTo>
                    <a:pt x="792" y="243440"/>
                    <a:pt x="792" y="250748"/>
                    <a:pt x="792" y="258067"/>
                  </a:cubicBezTo>
                  <a:cubicBezTo>
                    <a:pt x="792" y="265375"/>
                    <a:pt x="792" y="272693"/>
                    <a:pt x="792" y="280002"/>
                  </a:cubicBezTo>
                  <a:cubicBezTo>
                    <a:pt x="792" y="287320"/>
                    <a:pt x="792" y="294628"/>
                    <a:pt x="792" y="301947"/>
                  </a:cubicBezTo>
                  <a:cubicBezTo>
                    <a:pt x="792" y="309255"/>
                    <a:pt x="792" y="316573"/>
                    <a:pt x="792" y="323882"/>
                  </a:cubicBezTo>
                  <a:cubicBezTo>
                    <a:pt x="792" y="331200"/>
                    <a:pt x="792" y="338509"/>
                    <a:pt x="792" y="345827"/>
                  </a:cubicBezTo>
                  <a:cubicBezTo>
                    <a:pt x="792" y="353135"/>
                    <a:pt x="792" y="360454"/>
                    <a:pt x="792" y="367762"/>
                  </a:cubicBezTo>
                  <a:cubicBezTo>
                    <a:pt x="792" y="375080"/>
                    <a:pt x="792" y="382389"/>
                    <a:pt x="792" y="389707"/>
                  </a:cubicBezTo>
                  <a:cubicBezTo>
                    <a:pt x="792" y="397016"/>
                    <a:pt x="792" y="404334"/>
                    <a:pt x="792" y="411642"/>
                  </a:cubicBezTo>
                  <a:cubicBezTo>
                    <a:pt x="792" y="418961"/>
                    <a:pt x="0" y="426426"/>
                    <a:pt x="792" y="433587"/>
                  </a:cubicBezTo>
                  <a:cubicBezTo>
                    <a:pt x="1585" y="440749"/>
                    <a:pt x="1810" y="449153"/>
                    <a:pt x="5557" y="454623"/>
                  </a:cubicBezTo>
                  <a:cubicBezTo>
                    <a:pt x="9314" y="460101"/>
                    <a:pt x="16877" y="465199"/>
                    <a:pt x="23315" y="466422"/>
                  </a:cubicBezTo>
                  <a:cubicBezTo>
                    <a:pt x="29762" y="467655"/>
                    <a:pt x="38822" y="465776"/>
                    <a:pt x="44213" y="462009"/>
                  </a:cubicBezTo>
                  <a:cubicBezTo>
                    <a:pt x="49594" y="458243"/>
                    <a:pt x="53136" y="450464"/>
                    <a:pt x="55640" y="443821"/>
                  </a:cubicBezTo>
                  <a:cubicBezTo>
                    <a:pt x="58135" y="437188"/>
                    <a:pt x="58028" y="429400"/>
                    <a:pt x="59202" y="422180"/>
                  </a:cubicBezTo>
                  <a:cubicBezTo>
                    <a:pt x="60376" y="414969"/>
                    <a:pt x="61540" y="407739"/>
                    <a:pt x="62694" y="400518"/>
                  </a:cubicBezTo>
                  <a:cubicBezTo>
                    <a:pt x="63849" y="393298"/>
                    <a:pt x="64974" y="386077"/>
                    <a:pt x="66138" y="378857"/>
                  </a:cubicBezTo>
                  <a:cubicBezTo>
                    <a:pt x="67303" y="371637"/>
                    <a:pt x="68486" y="364416"/>
                    <a:pt x="69700" y="357206"/>
                  </a:cubicBezTo>
                  <a:cubicBezTo>
                    <a:pt x="70913" y="349995"/>
                    <a:pt x="72165" y="342794"/>
                    <a:pt x="73437" y="335583"/>
                  </a:cubicBezTo>
                  <a:cubicBezTo>
                    <a:pt x="74709" y="328383"/>
                    <a:pt x="76039" y="321191"/>
                    <a:pt x="77321" y="313991"/>
                  </a:cubicBezTo>
                  <a:cubicBezTo>
                    <a:pt x="78593" y="306790"/>
                    <a:pt x="79796" y="299579"/>
                    <a:pt x="81117" y="292388"/>
                  </a:cubicBezTo>
                  <a:cubicBezTo>
                    <a:pt x="82428" y="285197"/>
                    <a:pt x="83847" y="278016"/>
                    <a:pt x="85217" y="270834"/>
                  </a:cubicBezTo>
                  <a:cubicBezTo>
                    <a:pt x="86596" y="263653"/>
                    <a:pt x="87917" y="256462"/>
                    <a:pt x="89345" y="249291"/>
                  </a:cubicBezTo>
                  <a:cubicBezTo>
                    <a:pt x="90774" y="242109"/>
                    <a:pt x="92300" y="234957"/>
                    <a:pt x="93777" y="227796"/>
                  </a:cubicBezTo>
                  <a:cubicBezTo>
                    <a:pt x="95255" y="220634"/>
                    <a:pt x="96673" y="213462"/>
                    <a:pt x="98200" y="206310"/>
                  </a:cubicBezTo>
                  <a:cubicBezTo>
                    <a:pt x="99716" y="199158"/>
                    <a:pt x="101331" y="192026"/>
                    <a:pt x="102896" y="184884"/>
                  </a:cubicBezTo>
                  <a:cubicBezTo>
                    <a:pt x="104461" y="177742"/>
                    <a:pt x="106066" y="170600"/>
                    <a:pt x="107602" y="163448"/>
                  </a:cubicBezTo>
                  <a:cubicBezTo>
                    <a:pt x="109128" y="156296"/>
                    <a:pt x="110576" y="149134"/>
                    <a:pt x="112073" y="141972"/>
                  </a:cubicBezTo>
                  <a:cubicBezTo>
                    <a:pt x="113570" y="134811"/>
                    <a:pt x="115087" y="127659"/>
                    <a:pt x="116593" y="120507"/>
                  </a:cubicBezTo>
                  <a:cubicBezTo>
                    <a:pt x="118100" y="113345"/>
                    <a:pt x="119616" y="106193"/>
                    <a:pt x="121133" y="99041"/>
                  </a:cubicBezTo>
                  <a:cubicBezTo>
                    <a:pt x="122649" y="91879"/>
                    <a:pt x="124283" y="84747"/>
                    <a:pt x="125682" y="77576"/>
                  </a:cubicBezTo>
                  <a:cubicBezTo>
                    <a:pt x="127081" y="70404"/>
                    <a:pt x="129410" y="63174"/>
                    <a:pt x="129527" y="55983"/>
                  </a:cubicBezTo>
                  <a:cubicBezTo>
                    <a:pt x="129645" y="48792"/>
                    <a:pt x="128764" y="41141"/>
                    <a:pt x="126367" y="34429"/>
                  </a:cubicBezTo>
                  <a:cubicBezTo>
                    <a:pt x="123980" y="27727"/>
                    <a:pt x="120057" y="20898"/>
                    <a:pt x="115184" y="15752"/>
                  </a:cubicBezTo>
                  <a:cubicBezTo>
                    <a:pt x="110312" y="10606"/>
                    <a:pt x="103747" y="6076"/>
                    <a:pt x="97153" y="3561"/>
                  </a:cubicBezTo>
                  <a:cubicBezTo>
                    <a:pt x="90559" y="1037"/>
                    <a:pt x="82673" y="0"/>
                    <a:pt x="75638" y="656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9" name="Outer right wave"/>
            <p:cNvSpPr/>
            <p:nvPr/>
          </p:nvSpPr>
          <p:spPr>
            <a:xfrm>
              <a:off x="7249073" y="2194560"/>
              <a:ext cx="249007" cy="547844"/>
            </a:xfrm>
            <a:custGeom>
              <a:avLst/>
              <a:gdLst/>
              <a:ahLst/>
              <a:cxnLst/>
              <a:rect l="l" t="t" r="r" b="b"/>
              <a:pathLst>
                <a:path w="249007" h="547844">
                  <a:moveTo>
                    <a:pt x="175119" y="535"/>
                  </a:moveTo>
                  <a:cubicBezTo>
                    <a:pt x="167958" y="1066"/>
                    <a:pt x="160591" y="2876"/>
                    <a:pt x="153889" y="5479"/>
                  </a:cubicBezTo>
                  <a:cubicBezTo>
                    <a:pt x="147187" y="8091"/>
                    <a:pt x="140603" y="11789"/>
                    <a:pt x="134889" y="16153"/>
                  </a:cubicBezTo>
                  <a:cubicBezTo>
                    <a:pt x="129175" y="20526"/>
                    <a:pt x="123921" y="25937"/>
                    <a:pt x="119616" y="31709"/>
                  </a:cubicBezTo>
                  <a:cubicBezTo>
                    <a:pt x="115312" y="37482"/>
                    <a:pt x="111858" y="44125"/>
                    <a:pt x="109050" y="50788"/>
                  </a:cubicBezTo>
                  <a:cubicBezTo>
                    <a:pt x="106242" y="57460"/>
                    <a:pt x="104755" y="64720"/>
                    <a:pt x="102769" y="71725"/>
                  </a:cubicBezTo>
                  <a:cubicBezTo>
                    <a:pt x="100783" y="78740"/>
                    <a:pt x="99022" y="85823"/>
                    <a:pt x="97143" y="92868"/>
                  </a:cubicBezTo>
                  <a:cubicBezTo>
                    <a:pt x="95274" y="99922"/>
                    <a:pt x="93396" y="106966"/>
                    <a:pt x="91517" y="114010"/>
                  </a:cubicBezTo>
                  <a:cubicBezTo>
                    <a:pt x="89639" y="121055"/>
                    <a:pt x="87770" y="128109"/>
                    <a:pt x="85882" y="135153"/>
                  </a:cubicBezTo>
                  <a:cubicBezTo>
                    <a:pt x="83984" y="142197"/>
                    <a:pt x="82047" y="149222"/>
                    <a:pt x="80168" y="156266"/>
                  </a:cubicBezTo>
                  <a:cubicBezTo>
                    <a:pt x="78290" y="163311"/>
                    <a:pt x="76441" y="170375"/>
                    <a:pt x="74601" y="177429"/>
                  </a:cubicBezTo>
                  <a:cubicBezTo>
                    <a:pt x="72772" y="184483"/>
                    <a:pt x="70981" y="191556"/>
                    <a:pt x="69161" y="198620"/>
                  </a:cubicBezTo>
                  <a:cubicBezTo>
                    <a:pt x="67342" y="205684"/>
                    <a:pt x="65512" y="212738"/>
                    <a:pt x="63702" y="219802"/>
                  </a:cubicBezTo>
                  <a:cubicBezTo>
                    <a:pt x="61902" y="226866"/>
                    <a:pt x="60102" y="233940"/>
                    <a:pt x="58350" y="241013"/>
                  </a:cubicBezTo>
                  <a:cubicBezTo>
                    <a:pt x="56589" y="248097"/>
                    <a:pt x="54907" y="255190"/>
                    <a:pt x="53175" y="262274"/>
                  </a:cubicBezTo>
                  <a:cubicBezTo>
                    <a:pt x="51443" y="269357"/>
                    <a:pt x="49643" y="276421"/>
                    <a:pt x="47940" y="283514"/>
                  </a:cubicBezTo>
                  <a:cubicBezTo>
                    <a:pt x="46238" y="290607"/>
                    <a:pt x="44604" y="297710"/>
                    <a:pt x="42980" y="304823"/>
                  </a:cubicBezTo>
                  <a:cubicBezTo>
                    <a:pt x="41346" y="311926"/>
                    <a:pt x="39781" y="319049"/>
                    <a:pt x="38157" y="326162"/>
                  </a:cubicBezTo>
                  <a:cubicBezTo>
                    <a:pt x="36533" y="333274"/>
                    <a:pt x="34879" y="340368"/>
                    <a:pt x="33235" y="347480"/>
                  </a:cubicBezTo>
                  <a:cubicBezTo>
                    <a:pt x="31592" y="354583"/>
                    <a:pt x="29929" y="361686"/>
                    <a:pt x="28304" y="368789"/>
                  </a:cubicBezTo>
                  <a:cubicBezTo>
                    <a:pt x="26671" y="375902"/>
                    <a:pt x="25066" y="383015"/>
                    <a:pt x="23471" y="390128"/>
                  </a:cubicBezTo>
                  <a:cubicBezTo>
                    <a:pt x="21867" y="397241"/>
                    <a:pt x="20292" y="404363"/>
                    <a:pt x="18687" y="411476"/>
                  </a:cubicBezTo>
                  <a:cubicBezTo>
                    <a:pt x="17092" y="418589"/>
                    <a:pt x="15458" y="425702"/>
                    <a:pt x="13873" y="432814"/>
                  </a:cubicBezTo>
                  <a:cubicBezTo>
                    <a:pt x="12288" y="439937"/>
                    <a:pt x="10752" y="447069"/>
                    <a:pt x="9187" y="454192"/>
                  </a:cubicBezTo>
                  <a:cubicBezTo>
                    <a:pt x="7622" y="461305"/>
                    <a:pt x="5968" y="468418"/>
                    <a:pt x="4471" y="475550"/>
                  </a:cubicBezTo>
                  <a:cubicBezTo>
                    <a:pt x="2964" y="482682"/>
                    <a:pt x="362" y="489844"/>
                    <a:pt x="176" y="496986"/>
                  </a:cubicBezTo>
                  <a:cubicBezTo>
                    <a:pt x="0" y="504138"/>
                    <a:pt x="763" y="511936"/>
                    <a:pt x="3385" y="518462"/>
                  </a:cubicBezTo>
                  <a:cubicBezTo>
                    <a:pt x="6007" y="524987"/>
                    <a:pt x="10625" y="531523"/>
                    <a:pt x="15899" y="536141"/>
                  </a:cubicBezTo>
                  <a:cubicBezTo>
                    <a:pt x="21182" y="540759"/>
                    <a:pt x="28275" y="544526"/>
                    <a:pt x="35065" y="546189"/>
                  </a:cubicBezTo>
                  <a:cubicBezTo>
                    <a:pt x="41865" y="547842"/>
                    <a:pt x="49917" y="547833"/>
                    <a:pt x="56687" y="546091"/>
                  </a:cubicBezTo>
                  <a:cubicBezTo>
                    <a:pt x="63458" y="544340"/>
                    <a:pt x="70277" y="540309"/>
                    <a:pt x="75677" y="535720"/>
                  </a:cubicBezTo>
                  <a:cubicBezTo>
                    <a:pt x="81088" y="531132"/>
                    <a:pt x="85285" y="524684"/>
                    <a:pt x="89130" y="518550"/>
                  </a:cubicBezTo>
                  <a:cubicBezTo>
                    <a:pt x="92985" y="512425"/>
                    <a:pt x="95949" y="505645"/>
                    <a:pt x="98806" y="498953"/>
                  </a:cubicBezTo>
                  <a:cubicBezTo>
                    <a:pt x="101663" y="492261"/>
                    <a:pt x="103776" y="485236"/>
                    <a:pt x="106262" y="478387"/>
                  </a:cubicBezTo>
                  <a:cubicBezTo>
                    <a:pt x="108756" y="471539"/>
                    <a:pt x="111281" y="464690"/>
                    <a:pt x="113766" y="457832"/>
                  </a:cubicBezTo>
                  <a:cubicBezTo>
                    <a:pt x="116251" y="450983"/>
                    <a:pt x="118716" y="444115"/>
                    <a:pt x="121192" y="437256"/>
                  </a:cubicBezTo>
                  <a:cubicBezTo>
                    <a:pt x="123667" y="430398"/>
                    <a:pt x="126152" y="423539"/>
                    <a:pt x="128617" y="416681"/>
                  </a:cubicBezTo>
                  <a:cubicBezTo>
                    <a:pt x="131083" y="409813"/>
                    <a:pt x="133519" y="402945"/>
                    <a:pt x="135985" y="396076"/>
                  </a:cubicBezTo>
                  <a:cubicBezTo>
                    <a:pt x="138440" y="389208"/>
                    <a:pt x="140906" y="382350"/>
                    <a:pt x="143362" y="375482"/>
                  </a:cubicBezTo>
                  <a:cubicBezTo>
                    <a:pt x="145827" y="368623"/>
                    <a:pt x="148293" y="361755"/>
                    <a:pt x="150748" y="354887"/>
                  </a:cubicBezTo>
                  <a:cubicBezTo>
                    <a:pt x="153204" y="348028"/>
                    <a:pt x="155640" y="341150"/>
                    <a:pt x="158106" y="334292"/>
                  </a:cubicBezTo>
                  <a:cubicBezTo>
                    <a:pt x="160571" y="327424"/>
                    <a:pt x="163076" y="320575"/>
                    <a:pt x="165551" y="313717"/>
                  </a:cubicBezTo>
                  <a:cubicBezTo>
                    <a:pt x="168026" y="306858"/>
                    <a:pt x="170492" y="299990"/>
                    <a:pt x="172948" y="293132"/>
                  </a:cubicBezTo>
                  <a:cubicBezTo>
                    <a:pt x="175413" y="286263"/>
                    <a:pt x="177889" y="279405"/>
                    <a:pt x="180344" y="272537"/>
                  </a:cubicBezTo>
                  <a:cubicBezTo>
                    <a:pt x="182800" y="265669"/>
                    <a:pt x="185236" y="258800"/>
                    <a:pt x="187692" y="251932"/>
                  </a:cubicBezTo>
                  <a:cubicBezTo>
                    <a:pt x="190148" y="245064"/>
                    <a:pt x="192633" y="238205"/>
                    <a:pt x="195098" y="231347"/>
                  </a:cubicBezTo>
                  <a:cubicBezTo>
                    <a:pt x="197564" y="224489"/>
                    <a:pt x="200019" y="217620"/>
                    <a:pt x="202495" y="210762"/>
                  </a:cubicBezTo>
                  <a:cubicBezTo>
                    <a:pt x="204970" y="203904"/>
                    <a:pt x="207494" y="197055"/>
                    <a:pt x="209970" y="190197"/>
                  </a:cubicBezTo>
                  <a:cubicBezTo>
                    <a:pt x="212445" y="183338"/>
                    <a:pt x="214881" y="176470"/>
                    <a:pt x="217346" y="169602"/>
                  </a:cubicBezTo>
                  <a:cubicBezTo>
                    <a:pt x="219802" y="162733"/>
                    <a:pt x="222287" y="155875"/>
                    <a:pt x="224704" y="148997"/>
                  </a:cubicBezTo>
                  <a:cubicBezTo>
                    <a:pt x="227120" y="142119"/>
                    <a:pt x="229469" y="135212"/>
                    <a:pt x="231856" y="128324"/>
                  </a:cubicBezTo>
                  <a:cubicBezTo>
                    <a:pt x="234253" y="121436"/>
                    <a:pt x="236718" y="114568"/>
                    <a:pt x="239047" y="107661"/>
                  </a:cubicBezTo>
                  <a:cubicBezTo>
                    <a:pt x="241366" y="100743"/>
                    <a:pt x="244183" y="93905"/>
                    <a:pt x="245798" y="86851"/>
                  </a:cubicBezTo>
                  <a:cubicBezTo>
                    <a:pt x="247412" y="79787"/>
                    <a:pt x="249007" y="72449"/>
                    <a:pt x="248743" y="65307"/>
                  </a:cubicBezTo>
                  <a:cubicBezTo>
                    <a:pt x="248469" y="58165"/>
                    <a:pt x="246766" y="50690"/>
                    <a:pt x="244183" y="43998"/>
                  </a:cubicBezTo>
                  <a:cubicBezTo>
                    <a:pt x="241600" y="37306"/>
                    <a:pt x="237785" y="30701"/>
                    <a:pt x="233245" y="25154"/>
                  </a:cubicBezTo>
                  <a:cubicBezTo>
                    <a:pt x="228705" y="19607"/>
                    <a:pt x="222992" y="14529"/>
                    <a:pt x="216926" y="10713"/>
                  </a:cubicBezTo>
                  <a:cubicBezTo>
                    <a:pt x="210860" y="6898"/>
                    <a:pt x="203806" y="3972"/>
                    <a:pt x="196840" y="2270"/>
                  </a:cubicBezTo>
                  <a:cubicBezTo>
                    <a:pt x="189874" y="577"/>
                    <a:pt x="182281" y="0"/>
                    <a:pt x="175120" y="53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20" name="Wordmark (horizontal)"/>
          <p:cNvSpPr txBox="1"/>
          <p:nvPr/>
        </p:nvSpPr>
        <p:spPr>
          <a:xfrm>
            <a:off x="7646213" y="2194560"/>
            <a:ext cx="3562502" cy="72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Voice Command AI</a:t>
            </a:r>
            <a:endParaRPr lang="en-US" sz="2300" dirty="0"/>
          </a:p>
        </p:txBody>
      </p:sp>
      <p:sp>
        <p:nvSpPr>
          <p:cNvPr id="21" name="Spacing marker 0.18S"/>
          <p:cNvSpPr/>
          <p:nvPr/>
        </p:nvSpPr>
        <p:spPr>
          <a:xfrm>
            <a:off x="7498080" y="2103120"/>
            <a:ext cx="148133" cy="903263"/>
          </a:xfrm>
          <a:prstGeom prst="rect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23760" y="3063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0.18S</a:t>
            </a:r>
            <a:endParaRPr lang="en-US" sz="1100" dirty="0"/>
          </a:p>
        </p:txBody>
      </p:sp>
      <p:sp>
        <p:nvSpPr>
          <p:cNvPr id="23" name="Clear space rules"/>
          <p:cNvSpPr txBox="1"/>
          <p:nvPr/>
        </p:nvSpPr>
        <p:spPr>
          <a:xfrm>
            <a:off x="6245352" y="374904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Define the symbol width as 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 at least 0.20S clear on every side.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Space the wordmark about 0.18S away, adjusted optically.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Clear space surrounds the symbol and is distinct from the app icon’s internal safe area.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· Don’ts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Never do this</a:t>
            </a:r>
            <a:endParaRPr lang="en-US" sz="3400" dirty="0"/>
          </a:p>
        </p:txBody>
      </p:sp>
      <p:sp>
        <p:nvSpPr>
          <p:cNvPr id="4" name="Don’t example Distort proportions"/>
          <p:cNvSpPr/>
          <p:nvPr/>
        </p:nvSpPr>
        <p:spPr>
          <a:xfrm>
            <a:off x="548640" y="1691640"/>
            <a:ext cx="260604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grpSp>
        <p:nvGrpSpPr>
          <p:cNvPr id="82" name="VCA symbol"/>
          <p:cNvGrpSpPr/>
          <p:nvPr/>
        </p:nvGrpSpPr>
        <p:grpSpPr>
          <a:xfrm>
            <a:off x="1120140" y="2141845"/>
            <a:ext cx="1463040" cy="672357"/>
            <a:chOff x="1120140" y="2141845"/>
            <a:chExt cx="1463040" cy="672357"/>
          </a:xfrm>
        </p:grpSpPr>
        <p:sp>
          <p:nvSpPr>
            <p:cNvPr id="5" name="Outer left wave"/>
            <p:cNvSpPr/>
            <p:nvPr/>
          </p:nvSpPr>
          <p:spPr>
            <a:xfrm>
              <a:off x="1120140" y="2141979"/>
              <a:ext cx="442163" cy="511410"/>
            </a:xfrm>
            <a:custGeom>
              <a:avLst/>
              <a:gdLst/>
              <a:ahLst/>
              <a:cxnLst/>
              <a:rect l="l" t="t" r="r" b="b"/>
              <a:pathLst>
                <a:path w="442163" h="511410">
                  <a:moveTo>
                    <a:pt x="125453" y="131"/>
                  </a:moveTo>
                  <a:cubicBezTo>
                    <a:pt x="112692" y="0"/>
                    <a:pt x="99264" y="840"/>
                    <a:pt x="87036" y="2749"/>
                  </a:cubicBezTo>
                  <a:cubicBezTo>
                    <a:pt x="74809" y="4666"/>
                    <a:pt x="62564" y="7771"/>
                    <a:pt x="52111" y="11606"/>
                  </a:cubicBezTo>
                  <a:cubicBezTo>
                    <a:pt x="41675" y="15441"/>
                    <a:pt x="31934" y="20400"/>
                    <a:pt x="24316" y="25769"/>
                  </a:cubicBezTo>
                  <a:cubicBezTo>
                    <a:pt x="16698" y="31138"/>
                    <a:pt x="10419" y="37467"/>
                    <a:pt x="6401" y="43822"/>
                  </a:cubicBezTo>
                  <a:cubicBezTo>
                    <a:pt x="2383" y="50178"/>
                    <a:pt x="0" y="57236"/>
                    <a:pt x="174" y="63912"/>
                  </a:cubicBezTo>
                  <a:cubicBezTo>
                    <a:pt x="365" y="70587"/>
                    <a:pt x="4227" y="77317"/>
                    <a:pt x="7497" y="83873"/>
                  </a:cubicBezTo>
                  <a:cubicBezTo>
                    <a:pt x="10749" y="90429"/>
                    <a:pt x="15584" y="96812"/>
                    <a:pt x="19741" y="103259"/>
                  </a:cubicBezTo>
                  <a:cubicBezTo>
                    <a:pt x="23881" y="109715"/>
                    <a:pt x="28160" y="116144"/>
                    <a:pt x="32421" y="122572"/>
                  </a:cubicBezTo>
                  <a:cubicBezTo>
                    <a:pt x="36665" y="129001"/>
                    <a:pt x="40961" y="135430"/>
                    <a:pt x="45275" y="141849"/>
                  </a:cubicBezTo>
                  <a:cubicBezTo>
                    <a:pt x="49589" y="148278"/>
                    <a:pt x="53954" y="154679"/>
                    <a:pt x="58285" y="161098"/>
                  </a:cubicBezTo>
                  <a:cubicBezTo>
                    <a:pt x="62616" y="167518"/>
                    <a:pt x="66912" y="173946"/>
                    <a:pt x="71261" y="180357"/>
                  </a:cubicBezTo>
                  <a:cubicBezTo>
                    <a:pt x="75609" y="186776"/>
                    <a:pt x="79957" y="193186"/>
                    <a:pt x="84340" y="199597"/>
                  </a:cubicBezTo>
                  <a:cubicBezTo>
                    <a:pt x="88724" y="205998"/>
                    <a:pt x="93194" y="212390"/>
                    <a:pt x="97594" y="218800"/>
                  </a:cubicBezTo>
                  <a:cubicBezTo>
                    <a:pt x="101995" y="225202"/>
                    <a:pt x="106360" y="231621"/>
                    <a:pt x="110744" y="238022"/>
                  </a:cubicBezTo>
                  <a:cubicBezTo>
                    <a:pt x="115127" y="244433"/>
                    <a:pt x="119510" y="250843"/>
                    <a:pt x="123928" y="257244"/>
                  </a:cubicBezTo>
                  <a:cubicBezTo>
                    <a:pt x="128346" y="263645"/>
                    <a:pt x="132868" y="270028"/>
                    <a:pt x="137251" y="276429"/>
                  </a:cubicBezTo>
                  <a:cubicBezTo>
                    <a:pt x="141652" y="282840"/>
                    <a:pt x="145896" y="289268"/>
                    <a:pt x="150261" y="295679"/>
                  </a:cubicBezTo>
                  <a:cubicBezTo>
                    <a:pt x="154644" y="302089"/>
                    <a:pt x="159132" y="308481"/>
                    <a:pt x="163515" y="314882"/>
                  </a:cubicBezTo>
                  <a:cubicBezTo>
                    <a:pt x="167881" y="321293"/>
                    <a:pt x="172177" y="327721"/>
                    <a:pt x="176525" y="334131"/>
                  </a:cubicBezTo>
                  <a:cubicBezTo>
                    <a:pt x="180891" y="340542"/>
                    <a:pt x="185292" y="346952"/>
                    <a:pt x="189675" y="353353"/>
                  </a:cubicBezTo>
                  <a:cubicBezTo>
                    <a:pt x="194058" y="359764"/>
                    <a:pt x="198458" y="366174"/>
                    <a:pt x="202842" y="372584"/>
                  </a:cubicBezTo>
                  <a:cubicBezTo>
                    <a:pt x="207207" y="378985"/>
                    <a:pt x="211573" y="385405"/>
                    <a:pt x="215956" y="391806"/>
                  </a:cubicBezTo>
                  <a:cubicBezTo>
                    <a:pt x="220339" y="398216"/>
                    <a:pt x="224722" y="404627"/>
                    <a:pt x="229140" y="411028"/>
                  </a:cubicBezTo>
                  <a:cubicBezTo>
                    <a:pt x="233558" y="417429"/>
                    <a:pt x="238028" y="423821"/>
                    <a:pt x="242429" y="430222"/>
                  </a:cubicBezTo>
                  <a:cubicBezTo>
                    <a:pt x="246829" y="436633"/>
                    <a:pt x="251073" y="443061"/>
                    <a:pt x="255509" y="449463"/>
                  </a:cubicBezTo>
                  <a:cubicBezTo>
                    <a:pt x="259927" y="455864"/>
                    <a:pt x="263701" y="462420"/>
                    <a:pt x="268971" y="468620"/>
                  </a:cubicBezTo>
                  <a:cubicBezTo>
                    <a:pt x="274241" y="474821"/>
                    <a:pt x="279877" y="481094"/>
                    <a:pt x="287147" y="486664"/>
                  </a:cubicBezTo>
                  <a:cubicBezTo>
                    <a:pt x="294400" y="492225"/>
                    <a:pt x="302436" y="498097"/>
                    <a:pt x="312507" y="502033"/>
                  </a:cubicBezTo>
                  <a:cubicBezTo>
                    <a:pt x="322595" y="505968"/>
                    <a:pt x="335396" y="509137"/>
                    <a:pt x="347624" y="510269"/>
                  </a:cubicBezTo>
                  <a:cubicBezTo>
                    <a:pt x="359869" y="511411"/>
                    <a:pt x="374166" y="510899"/>
                    <a:pt x="385976" y="508854"/>
                  </a:cubicBezTo>
                  <a:cubicBezTo>
                    <a:pt x="397769" y="506809"/>
                    <a:pt x="409718" y="502690"/>
                    <a:pt x="418467" y="498006"/>
                  </a:cubicBezTo>
                  <a:cubicBezTo>
                    <a:pt x="427199" y="493312"/>
                    <a:pt x="434643" y="486938"/>
                    <a:pt x="438400" y="480692"/>
                  </a:cubicBezTo>
                  <a:cubicBezTo>
                    <a:pt x="442157" y="474446"/>
                    <a:pt x="441861" y="467223"/>
                    <a:pt x="441009" y="460530"/>
                  </a:cubicBezTo>
                  <a:cubicBezTo>
                    <a:pt x="440157" y="453837"/>
                    <a:pt x="435947" y="447180"/>
                    <a:pt x="433269" y="440514"/>
                  </a:cubicBezTo>
                  <a:cubicBezTo>
                    <a:pt x="430608" y="433848"/>
                    <a:pt x="427773" y="427209"/>
                    <a:pt x="425007" y="420552"/>
                  </a:cubicBezTo>
                  <a:cubicBezTo>
                    <a:pt x="422241" y="413904"/>
                    <a:pt x="419459" y="407248"/>
                    <a:pt x="416710" y="400600"/>
                  </a:cubicBezTo>
                  <a:cubicBezTo>
                    <a:pt x="413945" y="393943"/>
                    <a:pt x="411318" y="387277"/>
                    <a:pt x="408449" y="380638"/>
                  </a:cubicBezTo>
                  <a:cubicBezTo>
                    <a:pt x="405561" y="374000"/>
                    <a:pt x="402361" y="367398"/>
                    <a:pt x="399439" y="360768"/>
                  </a:cubicBezTo>
                  <a:cubicBezTo>
                    <a:pt x="396499" y="354129"/>
                    <a:pt x="393734" y="347482"/>
                    <a:pt x="390899" y="340843"/>
                  </a:cubicBezTo>
                  <a:cubicBezTo>
                    <a:pt x="388046" y="334195"/>
                    <a:pt x="385246" y="327548"/>
                    <a:pt x="382358" y="320909"/>
                  </a:cubicBezTo>
                  <a:cubicBezTo>
                    <a:pt x="379489" y="314270"/>
                    <a:pt x="376532" y="307641"/>
                    <a:pt x="373610" y="301011"/>
                  </a:cubicBezTo>
                  <a:cubicBezTo>
                    <a:pt x="370705" y="294373"/>
                    <a:pt x="367852" y="287734"/>
                    <a:pt x="364896" y="281105"/>
                  </a:cubicBezTo>
                  <a:cubicBezTo>
                    <a:pt x="361956" y="274475"/>
                    <a:pt x="358930" y="267846"/>
                    <a:pt x="355921" y="261225"/>
                  </a:cubicBezTo>
                  <a:cubicBezTo>
                    <a:pt x="352912" y="254605"/>
                    <a:pt x="349885" y="247985"/>
                    <a:pt x="346841" y="241364"/>
                  </a:cubicBezTo>
                  <a:cubicBezTo>
                    <a:pt x="343815" y="234744"/>
                    <a:pt x="340875" y="228115"/>
                    <a:pt x="337727" y="221503"/>
                  </a:cubicBezTo>
                  <a:cubicBezTo>
                    <a:pt x="334579" y="214901"/>
                    <a:pt x="331205" y="208327"/>
                    <a:pt x="327952" y="201734"/>
                  </a:cubicBezTo>
                  <a:cubicBezTo>
                    <a:pt x="324699" y="195141"/>
                    <a:pt x="321482" y="188548"/>
                    <a:pt x="318247" y="181955"/>
                  </a:cubicBezTo>
                  <a:cubicBezTo>
                    <a:pt x="315011" y="175362"/>
                    <a:pt x="311828" y="168760"/>
                    <a:pt x="308541" y="162176"/>
                  </a:cubicBezTo>
                  <a:cubicBezTo>
                    <a:pt x="305236" y="155592"/>
                    <a:pt x="301827" y="149026"/>
                    <a:pt x="298453" y="142452"/>
                  </a:cubicBezTo>
                  <a:cubicBezTo>
                    <a:pt x="295096" y="135868"/>
                    <a:pt x="291687" y="129302"/>
                    <a:pt x="288347" y="122719"/>
                  </a:cubicBezTo>
                  <a:cubicBezTo>
                    <a:pt x="285008" y="116144"/>
                    <a:pt x="281790" y="109551"/>
                    <a:pt x="278433" y="102967"/>
                  </a:cubicBezTo>
                  <a:cubicBezTo>
                    <a:pt x="275094" y="96392"/>
                    <a:pt x="271650" y="89827"/>
                    <a:pt x="268293" y="83252"/>
                  </a:cubicBezTo>
                  <a:cubicBezTo>
                    <a:pt x="264936" y="76677"/>
                    <a:pt x="261909" y="70039"/>
                    <a:pt x="258274" y="63510"/>
                  </a:cubicBezTo>
                  <a:cubicBezTo>
                    <a:pt x="254639" y="56981"/>
                    <a:pt x="251717" y="50232"/>
                    <a:pt x="246429" y="44087"/>
                  </a:cubicBezTo>
                  <a:cubicBezTo>
                    <a:pt x="241142" y="37941"/>
                    <a:pt x="234584" y="31860"/>
                    <a:pt x="226566" y="26618"/>
                  </a:cubicBezTo>
                  <a:cubicBezTo>
                    <a:pt x="218565" y="21368"/>
                    <a:pt x="208860" y="16473"/>
                    <a:pt x="198371" y="12629"/>
                  </a:cubicBezTo>
                  <a:cubicBezTo>
                    <a:pt x="187883" y="8775"/>
                    <a:pt x="175795" y="5625"/>
                    <a:pt x="163637" y="3543"/>
                  </a:cubicBezTo>
                  <a:cubicBezTo>
                    <a:pt x="151479" y="1461"/>
                    <a:pt x="138225" y="265"/>
                    <a:pt x="125458" y="12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6" name="Inner left wave"/>
            <p:cNvSpPr/>
            <p:nvPr/>
          </p:nvSpPr>
          <p:spPr>
            <a:xfrm>
              <a:off x="1489549" y="2280945"/>
              <a:ext cx="230630" cy="436485"/>
            </a:xfrm>
            <a:custGeom>
              <a:avLst/>
              <a:gdLst/>
              <a:ahLst/>
              <a:cxnLst/>
              <a:rect l="l" t="t" r="r" b="b"/>
              <a:pathLst>
                <a:path w="230630" h="436485">
                  <a:moveTo>
                    <a:pt x="83474" y="405"/>
                  </a:moveTo>
                  <a:cubicBezTo>
                    <a:pt x="70948" y="813"/>
                    <a:pt x="57329" y="2995"/>
                    <a:pt x="46406" y="6264"/>
                  </a:cubicBezTo>
                  <a:cubicBezTo>
                    <a:pt x="35482" y="9542"/>
                    <a:pt x="25290" y="14638"/>
                    <a:pt x="17985" y="20044"/>
                  </a:cubicBezTo>
                  <a:cubicBezTo>
                    <a:pt x="10680" y="25450"/>
                    <a:pt x="5218" y="32207"/>
                    <a:pt x="2609" y="38699"/>
                  </a:cubicBezTo>
                  <a:cubicBezTo>
                    <a:pt x="0" y="45192"/>
                    <a:pt x="1078" y="52260"/>
                    <a:pt x="2331" y="58990"/>
                  </a:cubicBezTo>
                  <a:cubicBezTo>
                    <a:pt x="3566" y="65720"/>
                    <a:pt x="7410" y="72386"/>
                    <a:pt x="10071" y="79070"/>
                  </a:cubicBezTo>
                  <a:cubicBezTo>
                    <a:pt x="12732" y="85754"/>
                    <a:pt x="15602" y="92411"/>
                    <a:pt x="18315" y="99095"/>
                  </a:cubicBezTo>
                  <a:cubicBezTo>
                    <a:pt x="21029" y="105770"/>
                    <a:pt x="23672" y="112455"/>
                    <a:pt x="26316" y="119139"/>
                  </a:cubicBezTo>
                  <a:cubicBezTo>
                    <a:pt x="28977" y="125823"/>
                    <a:pt x="31552" y="132517"/>
                    <a:pt x="34248" y="139201"/>
                  </a:cubicBezTo>
                  <a:cubicBezTo>
                    <a:pt x="36926" y="145876"/>
                    <a:pt x="39726" y="152542"/>
                    <a:pt x="42440" y="159226"/>
                  </a:cubicBezTo>
                  <a:cubicBezTo>
                    <a:pt x="45153" y="165901"/>
                    <a:pt x="47901" y="172577"/>
                    <a:pt x="50545" y="179261"/>
                  </a:cubicBezTo>
                  <a:cubicBezTo>
                    <a:pt x="53206" y="185945"/>
                    <a:pt x="55728" y="192648"/>
                    <a:pt x="58390" y="199332"/>
                  </a:cubicBezTo>
                  <a:cubicBezTo>
                    <a:pt x="61033" y="206016"/>
                    <a:pt x="63851" y="212682"/>
                    <a:pt x="66460" y="219367"/>
                  </a:cubicBezTo>
                  <a:cubicBezTo>
                    <a:pt x="69086" y="226060"/>
                    <a:pt x="71609" y="232753"/>
                    <a:pt x="74096" y="239456"/>
                  </a:cubicBezTo>
                  <a:cubicBezTo>
                    <a:pt x="76566" y="246158"/>
                    <a:pt x="78983" y="252870"/>
                    <a:pt x="81366" y="259582"/>
                  </a:cubicBezTo>
                  <a:cubicBezTo>
                    <a:pt x="83749" y="266293"/>
                    <a:pt x="86080" y="273014"/>
                    <a:pt x="88411" y="279735"/>
                  </a:cubicBezTo>
                  <a:cubicBezTo>
                    <a:pt x="90741" y="286447"/>
                    <a:pt x="93072" y="293167"/>
                    <a:pt x="95333" y="299888"/>
                  </a:cubicBezTo>
                  <a:cubicBezTo>
                    <a:pt x="97612" y="306618"/>
                    <a:pt x="99838" y="313348"/>
                    <a:pt x="102012" y="320078"/>
                  </a:cubicBezTo>
                  <a:cubicBezTo>
                    <a:pt x="104186" y="326808"/>
                    <a:pt x="106343" y="333538"/>
                    <a:pt x="108413" y="340286"/>
                  </a:cubicBezTo>
                  <a:cubicBezTo>
                    <a:pt x="110483" y="347025"/>
                    <a:pt x="112396" y="353773"/>
                    <a:pt x="114448" y="360522"/>
                  </a:cubicBezTo>
                  <a:cubicBezTo>
                    <a:pt x="116518" y="367261"/>
                    <a:pt x="118727" y="373991"/>
                    <a:pt x="120762" y="380739"/>
                  </a:cubicBezTo>
                  <a:cubicBezTo>
                    <a:pt x="122797" y="387478"/>
                    <a:pt x="124258" y="394290"/>
                    <a:pt x="126676" y="400983"/>
                  </a:cubicBezTo>
                  <a:cubicBezTo>
                    <a:pt x="129111" y="407677"/>
                    <a:pt x="129250" y="415311"/>
                    <a:pt x="135320" y="420881"/>
                  </a:cubicBezTo>
                  <a:cubicBezTo>
                    <a:pt x="141391" y="426451"/>
                    <a:pt x="152140" y="432341"/>
                    <a:pt x="163098" y="434414"/>
                  </a:cubicBezTo>
                  <a:cubicBezTo>
                    <a:pt x="174055" y="436487"/>
                    <a:pt x="190579" y="435994"/>
                    <a:pt x="201050" y="433300"/>
                  </a:cubicBezTo>
                  <a:cubicBezTo>
                    <a:pt x="211521" y="430615"/>
                    <a:pt x="221261" y="424159"/>
                    <a:pt x="225940" y="418269"/>
                  </a:cubicBezTo>
                  <a:cubicBezTo>
                    <a:pt x="230636" y="412379"/>
                    <a:pt x="228618" y="404764"/>
                    <a:pt x="229140" y="397970"/>
                  </a:cubicBezTo>
                  <a:cubicBezTo>
                    <a:pt x="229679" y="391167"/>
                    <a:pt x="229140" y="384309"/>
                    <a:pt x="229140" y="377479"/>
                  </a:cubicBezTo>
                  <a:cubicBezTo>
                    <a:pt x="229140" y="370648"/>
                    <a:pt x="229140" y="363827"/>
                    <a:pt x="229140" y="356997"/>
                  </a:cubicBezTo>
                  <a:cubicBezTo>
                    <a:pt x="229140" y="350166"/>
                    <a:pt x="229140" y="343336"/>
                    <a:pt x="229140" y="336506"/>
                  </a:cubicBezTo>
                  <a:cubicBezTo>
                    <a:pt x="229140" y="329684"/>
                    <a:pt x="229140" y="322854"/>
                    <a:pt x="229140" y="316024"/>
                  </a:cubicBezTo>
                  <a:cubicBezTo>
                    <a:pt x="229140" y="309193"/>
                    <a:pt x="229140" y="302363"/>
                    <a:pt x="229140" y="295533"/>
                  </a:cubicBezTo>
                  <a:cubicBezTo>
                    <a:pt x="229140" y="288711"/>
                    <a:pt x="229140" y="281881"/>
                    <a:pt x="229140" y="275051"/>
                  </a:cubicBezTo>
                  <a:cubicBezTo>
                    <a:pt x="229140" y="268220"/>
                    <a:pt x="229140" y="261390"/>
                    <a:pt x="229140" y="254569"/>
                  </a:cubicBezTo>
                  <a:cubicBezTo>
                    <a:pt x="229140" y="247738"/>
                    <a:pt x="229140" y="240908"/>
                    <a:pt x="229140" y="234077"/>
                  </a:cubicBezTo>
                  <a:cubicBezTo>
                    <a:pt x="229140" y="227247"/>
                    <a:pt x="229140" y="220426"/>
                    <a:pt x="229140" y="213595"/>
                  </a:cubicBezTo>
                  <a:cubicBezTo>
                    <a:pt x="229140" y="206765"/>
                    <a:pt x="229140" y="199935"/>
                    <a:pt x="229140" y="193104"/>
                  </a:cubicBezTo>
                  <a:cubicBezTo>
                    <a:pt x="229140" y="186283"/>
                    <a:pt x="229488" y="179444"/>
                    <a:pt x="229140" y="172622"/>
                  </a:cubicBezTo>
                  <a:cubicBezTo>
                    <a:pt x="228792" y="165801"/>
                    <a:pt x="228549" y="158952"/>
                    <a:pt x="227036" y="152186"/>
                  </a:cubicBezTo>
                  <a:cubicBezTo>
                    <a:pt x="225505" y="145419"/>
                    <a:pt x="222635" y="138726"/>
                    <a:pt x="220009" y="132042"/>
                  </a:cubicBezTo>
                  <a:cubicBezTo>
                    <a:pt x="217382" y="125358"/>
                    <a:pt x="214199" y="118728"/>
                    <a:pt x="211277" y="112071"/>
                  </a:cubicBezTo>
                  <a:cubicBezTo>
                    <a:pt x="208338" y="105423"/>
                    <a:pt x="205364" y="98776"/>
                    <a:pt x="202441" y="92119"/>
                  </a:cubicBezTo>
                  <a:cubicBezTo>
                    <a:pt x="199519" y="85471"/>
                    <a:pt x="196649" y="78805"/>
                    <a:pt x="193727" y="72148"/>
                  </a:cubicBezTo>
                  <a:cubicBezTo>
                    <a:pt x="190805" y="65500"/>
                    <a:pt x="188092" y="58807"/>
                    <a:pt x="184909" y="52196"/>
                  </a:cubicBezTo>
                  <a:cubicBezTo>
                    <a:pt x="181743" y="45585"/>
                    <a:pt x="179917" y="38599"/>
                    <a:pt x="174664" y="32472"/>
                  </a:cubicBezTo>
                  <a:cubicBezTo>
                    <a:pt x="169411" y="26344"/>
                    <a:pt x="162245" y="20190"/>
                    <a:pt x="153392" y="15414"/>
                  </a:cubicBezTo>
                  <a:cubicBezTo>
                    <a:pt x="144556" y="10647"/>
                    <a:pt x="133251" y="6337"/>
                    <a:pt x="121580" y="3835"/>
                  </a:cubicBezTo>
                  <a:cubicBezTo>
                    <a:pt x="109926" y="1333"/>
                    <a:pt x="96011" y="0"/>
                    <a:pt x="83471" y="40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7" name="Center wave"/>
            <p:cNvSpPr/>
            <p:nvPr/>
          </p:nvSpPr>
          <p:spPr>
            <a:xfrm>
              <a:off x="1755018" y="2443442"/>
              <a:ext cx="192369" cy="370760"/>
            </a:xfrm>
            <a:custGeom>
              <a:avLst/>
              <a:gdLst/>
              <a:ahLst/>
              <a:cxnLst/>
              <a:rect l="l" t="t" r="r" b="b"/>
              <a:pathLst>
                <a:path w="192369" h="370760">
                  <a:moveTo>
                    <a:pt x="89342" y="460"/>
                  </a:moveTo>
                  <a:cubicBezTo>
                    <a:pt x="76827" y="922"/>
                    <a:pt x="63468" y="2895"/>
                    <a:pt x="52354" y="5954"/>
                  </a:cubicBezTo>
                  <a:cubicBezTo>
                    <a:pt x="41240" y="9013"/>
                    <a:pt x="30560" y="13679"/>
                    <a:pt x="22681" y="18811"/>
                  </a:cubicBezTo>
                  <a:cubicBezTo>
                    <a:pt x="14802" y="23934"/>
                    <a:pt x="8610" y="30399"/>
                    <a:pt x="5079" y="36745"/>
                  </a:cubicBezTo>
                  <a:cubicBezTo>
                    <a:pt x="1548" y="43092"/>
                    <a:pt x="2105" y="50141"/>
                    <a:pt x="1513" y="56880"/>
                  </a:cubicBezTo>
                  <a:cubicBezTo>
                    <a:pt x="904" y="63628"/>
                    <a:pt x="1513" y="70422"/>
                    <a:pt x="1513" y="77198"/>
                  </a:cubicBezTo>
                  <a:cubicBezTo>
                    <a:pt x="1513" y="83964"/>
                    <a:pt x="1513" y="90740"/>
                    <a:pt x="1513" y="97506"/>
                  </a:cubicBezTo>
                  <a:cubicBezTo>
                    <a:pt x="1513" y="104273"/>
                    <a:pt x="1513" y="111048"/>
                    <a:pt x="1513" y="117815"/>
                  </a:cubicBezTo>
                  <a:cubicBezTo>
                    <a:pt x="1513" y="124590"/>
                    <a:pt x="1513" y="131357"/>
                    <a:pt x="1513" y="138133"/>
                  </a:cubicBezTo>
                  <a:cubicBezTo>
                    <a:pt x="1513" y="144899"/>
                    <a:pt x="1513" y="151675"/>
                    <a:pt x="1513" y="158441"/>
                  </a:cubicBezTo>
                  <a:cubicBezTo>
                    <a:pt x="1513" y="165207"/>
                    <a:pt x="1513" y="171983"/>
                    <a:pt x="1513" y="178750"/>
                  </a:cubicBezTo>
                  <a:cubicBezTo>
                    <a:pt x="1513" y="185525"/>
                    <a:pt x="1513" y="192292"/>
                    <a:pt x="1513" y="199067"/>
                  </a:cubicBezTo>
                  <a:cubicBezTo>
                    <a:pt x="1513" y="205834"/>
                    <a:pt x="1513" y="212609"/>
                    <a:pt x="1513" y="219376"/>
                  </a:cubicBezTo>
                  <a:cubicBezTo>
                    <a:pt x="1513" y="226142"/>
                    <a:pt x="1513" y="232918"/>
                    <a:pt x="1513" y="239684"/>
                  </a:cubicBezTo>
                  <a:cubicBezTo>
                    <a:pt x="1513" y="246460"/>
                    <a:pt x="1513" y="253226"/>
                    <a:pt x="1513" y="260002"/>
                  </a:cubicBezTo>
                  <a:cubicBezTo>
                    <a:pt x="1513" y="266768"/>
                    <a:pt x="1513" y="273544"/>
                    <a:pt x="1513" y="280310"/>
                  </a:cubicBezTo>
                  <a:cubicBezTo>
                    <a:pt x="1513" y="287077"/>
                    <a:pt x="1513" y="293852"/>
                    <a:pt x="1513" y="300619"/>
                  </a:cubicBezTo>
                  <a:cubicBezTo>
                    <a:pt x="1496" y="307394"/>
                    <a:pt x="0" y="314261"/>
                    <a:pt x="1409" y="320927"/>
                  </a:cubicBezTo>
                  <a:cubicBezTo>
                    <a:pt x="2835" y="327593"/>
                    <a:pt x="4888" y="334579"/>
                    <a:pt x="10001" y="340615"/>
                  </a:cubicBezTo>
                  <a:cubicBezTo>
                    <a:pt x="15097" y="346651"/>
                    <a:pt x="22890" y="352623"/>
                    <a:pt x="32039" y="357134"/>
                  </a:cubicBezTo>
                  <a:cubicBezTo>
                    <a:pt x="41170" y="361636"/>
                    <a:pt x="52998" y="365471"/>
                    <a:pt x="64808" y="367662"/>
                  </a:cubicBezTo>
                  <a:cubicBezTo>
                    <a:pt x="76635" y="369845"/>
                    <a:pt x="90428" y="370758"/>
                    <a:pt x="102951" y="370265"/>
                  </a:cubicBezTo>
                  <a:cubicBezTo>
                    <a:pt x="115457" y="369772"/>
                    <a:pt x="128798" y="367772"/>
                    <a:pt x="139877" y="364695"/>
                  </a:cubicBezTo>
                  <a:cubicBezTo>
                    <a:pt x="150940" y="361617"/>
                    <a:pt x="161532" y="356924"/>
                    <a:pt x="169377" y="351783"/>
                  </a:cubicBezTo>
                  <a:cubicBezTo>
                    <a:pt x="177221" y="346651"/>
                    <a:pt x="183430" y="340195"/>
                    <a:pt x="186979" y="333858"/>
                  </a:cubicBezTo>
                  <a:cubicBezTo>
                    <a:pt x="190510" y="327511"/>
                    <a:pt x="190040" y="320471"/>
                    <a:pt x="190666" y="313732"/>
                  </a:cubicBezTo>
                  <a:cubicBezTo>
                    <a:pt x="191275" y="306993"/>
                    <a:pt x="190666" y="300190"/>
                    <a:pt x="190666" y="293423"/>
                  </a:cubicBezTo>
                  <a:cubicBezTo>
                    <a:pt x="190666" y="286648"/>
                    <a:pt x="190597" y="279881"/>
                    <a:pt x="190666" y="273115"/>
                  </a:cubicBezTo>
                  <a:cubicBezTo>
                    <a:pt x="190718" y="266339"/>
                    <a:pt x="190962" y="259573"/>
                    <a:pt x="191031" y="252806"/>
                  </a:cubicBezTo>
                  <a:cubicBezTo>
                    <a:pt x="191084" y="246031"/>
                    <a:pt x="191031" y="239264"/>
                    <a:pt x="191031" y="232498"/>
                  </a:cubicBezTo>
                  <a:cubicBezTo>
                    <a:pt x="191031" y="225731"/>
                    <a:pt x="191066" y="218965"/>
                    <a:pt x="190997" y="212189"/>
                  </a:cubicBezTo>
                  <a:cubicBezTo>
                    <a:pt x="190944" y="205423"/>
                    <a:pt x="190701" y="198656"/>
                    <a:pt x="190666" y="191890"/>
                  </a:cubicBezTo>
                  <a:cubicBezTo>
                    <a:pt x="190614" y="185114"/>
                    <a:pt x="190736" y="178348"/>
                    <a:pt x="190753" y="171581"/>
                  </a:cubicBezTo>
                  <a:cubicBezTo>
                    <a:pt x="190788" y="164815"/>
                    <a:pt x="190805" y="158039"/>
                    <a:pt x="190788" y="151273"/>
                  </a:cubicBezTo>
                  <a:cubicBezTo>
                    <a:pt x="190771" y="144506"/>
                    <a:pt x="190614" y="137740"/>
                    <a:pt x="190666" y="130964"/>
                  </a:cubicBezTo>
                  <a:cubicBezTo>
                    <a:pt x="190701" y="124198"/>
                    <a:pt x="190944" y="117431"/>
                    <a:pt x="191014" y="110656"/>
                  </a:cubicBezTo>
                  <a:cubicBezTo>
                    <a:pt x="191084" y="103889"/>
                    <a:pt x="191153" y="97123"/>
                    <a:pt x="191101" y="90356"/>
                  </a:cubicBezTo>
                  <a:cubicBezTo>
                    <a:pt x="191031" y="83581"/>
                    <a:pt x="190684" y="76814"/>
                    <a:pt x="190666" y="70048"/>
                  </a:cubicBezTo>
                  <a:cubicBezTo>
                    <a:pt x="190666" y="63272"/>
                    <a:pt x="192371" y="56396"/>
                    <a:pt x="191031" y="49739"/>
                  </a:cubicBezTo>
                  <a:cubicBezTo>
                    <a:pt x="189692" y="43073"/>
                    <a:pt x="187761" y="36060"/>
                    <a:pt x="182630" y="30061"/>
                  </a:cubicBezTo>
                  <a:cubicBezTo>
                    <a:pt x="177482" y="24062"/>
                    <a:pt x="169394" y="18190"/>
                    <a:pt x="160193" y="13716"/>
                  </a:cubicBezTo>
                  <a:cubicBezTo>
                    <a:pt x="150992" y="9241"/>
                    <a:pt x="139251" y="5406"/>
                    <a:pt x="127441" y="3196"/>
                  </a:cubicBezTo>
                  <a:cubicBezTo>
                    <a:pt x="115649" y="986"/>
                    <a:pt x="101856" y="0"/>
                    <a:pt x="89350" y="457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8" name="Inner right wave"/>
            <p:cNvSpPr/>
            <p:nvPr/>
          </p:nvSpPr>
          <p:spPr>
            <a:xfrm>
              <a:off x="1982529" y="2281021"/>
              <a:ext cx="230478" cy="436478"/>
            </a:xfrm>
            <a:custGeom>
              <a:avLst/>
              <a:gdLst/>
              <a:ahLst/>
              <a:cxnLst/>
              <a:rect l="l" t="t" r="r" b="b"/>
              <a:pathLst>
                <a:path w="230478" h="436478">
                  <a:moveTo>
                    <a:pt x="134471" y="613"/>
                  </a:moveTo>
                  <a:cubicBezTo>
                    <a:pt x="121980" y="1224"/>
                    <a:pt x="108639" y="3643"/>
                    <a:pt x="97751" y="6995"/>
                  </a:cubicBezTo>
                  <a:cubicBezTo>
                    <a:pt x="86862" y="10346"/>
                    <a:pt x="76774" y="15405"/>
                    <a:pt x="69139" y="20738"/>
                  </a:cubicBezTo>
                  <a:cubicBezTo>
                    <a:pt x="61503" y="26061"/>
                    <a:pt x="56250" y="32600"/>
                    <a:pt x="51937" y="38964"/>
                  </a:cubicBezTo>
                  <a:cubicBezTo>
                    <a:pt x="47606" y="45329"/>
                    <a:pt x="46145" y="52278"/>
                    <a:pt x="43240" y="58926"/>
                  </a:cubicBezTo>
                  <a:cubicBezTo>
                    <a:pt x="40335" y="65573"/>
                    <a:pt x="37396" y="72230"/>
                    <a:pt x="34474" y="78878"/>
                  </a:cubicBezTo>
                  <a:cubicBezTo>
                    <a:pt x="31534" y="85526"/>
                    <a:pt x="28577" y="92174"/>
                    <a:pt x="25620" y="98821"/>
                  </a:cubicBezTo>
                  <a:cubicBezTo>
                    <a:pt x="22646" y="105469"/>
                    <a:pt x="19568" y="112099"/>
                    <a:pt x="16663" y="118755"/>
                  </a:cubicBezTo>
                  <a:cubicBezTo>
                    <a:pt x="13741" y="125403"/>
                    <a:pt x="10540" y="132033"/>
                    <a:pt x="8140" y="138735"/>
                  </a:cubicBezTo>
                  <a:cubicBezTo>
                    <a:pt x="5740" y="145438"/>
                    <a:pt x="3340" y="152186"/>
                    <a:pt x="2226" y="158962"/>
                  </a:cubicBezTo>
                  <a:cubicBezTo>
                    <a:pt x="1113" y="165746"/>
                    <a:pt x="1548" y="172604"/>
                    <a:pt x="1409" y="179425"/>
                  </a:cubicBezTo>
                  <a:cubicBezTo>
                    <a:pt x="1270" y="186246"/>
                    <a:pt x="1409" y="193077"/>
                    <a:pt x="1409" y="199907"/>
                  </a:cubicBezTo>
                  <a:cubicBezTo>
                    <a:pt x="1409" y="206728"/>
                    <a:pt x="1409" y="213559"/>
                    <a:pt x="1409" y="220380"/>
                  </a:cubicBezTo>
                  <a:cubicBezTo>
                    <a:pt x="1409" y="227210"/>
                    <a:pt x="1409" y="234032"/>
                    <a:pt x="1409" y="240862"/>
                  </a:cubicBezTo>
                  <a:cubicBezTo>
                    <a:pt x="1409" y="247683"/>
                    <a:pt x="1409" y="254514"/>
                    <a:pt x="1409" y="261335"/>
                  </a:cubicBezTo>
                  <a:cubicBezTo>
                    <a:pt x="1409" y="268165"/>
                    <a:pt x="1409" y="274987"/>
                    <a:pt x="1409" y="281817"/>
                  </a:cubicBezTo>
                  <a:cubicBezTo>
                    <a:pt x="1409" y="288638"/>
                    <a:pt x="1409" y="295469"/>
                    <a:pt x="1409" y="302290"/>
                  </a:cubicBezTo>
                  <a:cubicBezTo>
                    <a:pt x="1409" y="309120"/>
                    <a:pt x="1409" y="315941"/>
                    <a:pt x="1409" y="322772"/>
                  </a:cubicBezTo>
                  <a:cubicBezTo>
                    <a:pt x="1409" y="329593"/>
                    <a:pt x="1409" y="336423"/>
                    <a:pt x="1409" y="343245"/>
                  </a:cubicBezTo>
                  <a:cubicBezTo>
                    <a:pt x="1409" y="350075"/>
                    <a:pt x="1409" y="356896"/>
                    <a:pt x="1409" y="363727"/>
                  </a:cubicBezTo>
                  <a:cubicBezTo>
                    <a:pt x="1409" y="370548"/>
                    <a:pt x="1409" y="377378"/>
                    <a:pt x="1409" y="384200"/>
                  </a:cubicBezTo>
                  <a:cubicBezTo>
                    <a:pt x="1409" y="391030"/>
                    <a:pt x="0" y="397997"/>
                    <a:pt x="1409" y="404682"/>
                  </a:cubicBezTo>
                  <a:cubicBezTo>
                    <a:pt x="2818" y="411366"/>
                    <a:pt x="3218" y="419210"/>
                    <a:pt x="9879" y="424314"/>
                  </a:cubicBezTo>
                  <a:cubicBezTo>
                    <a:pt x="16558" y="429428"/>
                    <a:pt x="30004" y="434186"/>
                    <a:pt x="41448" y="435327"/>
                  </a:cubicBezTo>
                  <a:cubicBezTo>
                    <a:pt x="52911" y="436478"/>
                    <a:pt x="69017" y="434724"/>
                    <a:pt x="78601" y="431209"/>
                  </a:cubicBezTo>
                  <a:cubicBezTo>
                    <a:pt x="88167" y="427693"/>
                    <a:pt x="94463" y="420433"/>
                    <a:pt x="98916" y="414233"/>
                  </a:cubicBezTo>
                  <a:cubicBezTo>
                    <a:pt x="103351" y="408042"/>
                    <a:pt x="103160" y="400773"/>
                    <a:pt x="105247" y="394034"/>
                  </a:cubicBezTo>
                  <a:cubicBezTo>
                    <a:pt x="107334" y="387304"/>
                    <a:pt x="109404" y="380556"/>
                    <a:pt x="111457" y="373817"/>
                  </a:cubicBezTo>
                  <a:cubicBezTo>
                    <a:pt x="113509" y="367078"/>
                    <a:pt x="115509" y="360339"/>
                    <a:pt x="117579" y="353600"/>
                  </a:cubicBezTo>
                  <a:cubicBezTo>
                    <a:pt x="119649" y="346861"/>
                    <a:pt x="121754" y="340122"/>
                    <a:pt x="123910" y="333392"/>
                  </a:cubicBezTo>
                  <a:cubicBezTo>
                    <a:pt x="126067" y="326662"/>
                    <a:pt x="128294" y="319941"/>
                    <a:pt x="130555" y="313211"/>
                  </a:cubicBezTo>
                  <a:cubicBezTo>
                    <a:pt x="132816" y="306490"/>
                    <a:pt x="135181" y="299779"/>
                    <a:pt x="137460" y="293058"/>
                  </a:cubicBezTo>
                  <a:cubicBezTo>
                    <a:pt x="139721" y="286337"/>
                    <a:pt x="141860" y="279607"/>
                    <a:pt x="144208" y="272895"/>
                  </a:cubicBezTo>
                  <a:cubicBezTo>
                    <a:pt x="146539" y="266184"/>
                    <a:pt x="149061" y="259481"/>
                    <a:pt x="151496" y="252779"/>
                  </a:cubicBezTo>
                  <a:cubicBezTo>
                    <a:pt x="153949" y="246076"/>
                    <a:pt x="156297" y="239365"/>
                    <a:pt x="158836" y="232671"/>
                  </a:cubicBezTo>
                  <a:cubicBezTo>
                    <a:pt x="161376" y="225969"/>
                    <a:pt x="164089" y="219293"/>
                    <a:pt x="166715" y="212609"/>
                  </a:cubicBezTo>
                  <a:cubicBezTo>
                    <a:pt x="169342" y="205925"/>
                    <a:pt x="171864" y="199232"/>
                    <a:pt x="174577" y="192556"/>
                  </a:cubicBezTo>
                  <a:cubicBezTo>
                    <a:pt x="177273" y="185881"/>
                    <a:pt x="180143" y="179224"/>
                    <a:pt x="182926" y="172558"/>
                  </a:cubicBezTo>
                  <a:cubicBezTo>
                    <a:pt x="185709" y="165892"/>
                    <a:pt x="188562" y="159226"/>
                    <a:pt x="191292" y="152551"/>
                  </a:cubicBezTo>
                  <a:cubicBezTo>
                    <a:pt x="194006" y="145876"/>
                    <a:pt x="196580" y="139192"/>
                    <a:pt x="199241" y="132507"/>
                  </a:cubicBezTo>
                  <a:cubicBezTo>
                    <a:pt x="201902" y="125823"/>
                    <a:pt x="204598" y="119148"/>
                    <a:pt x="207277" y="112473"/>
                  </a:cubicBezTo>
                  <a:cubicBezTo>
                    <a:pt x="209955" y="105789"/>
                    <a:pt x="212651" y="99114"/>
                    <a:pt x="215347" y="92438"/>
                  </a:cubicBezTo>
                  <a:cubicBezTo>
                    <a:pt x="218043" y="85754"/>
                    <a:pt x="220948" y="79097"/>
                    <a:pt x="223435" y="72404"/>
                  </a:cubicBezTo>
                  <a:cubicBezTo>
                    <a:pt x="225923" y="65710"/>
                    <a:pt x="230062" y="58962"/>
                    <a:pt x="230271" y="52251"/>
                  </a:cubicBezTo>
                  <a:cubicBezTo>
                    <a:pt x="230480" y="45539"/>
                    <a:pt x="228914" y="38398"/>
                    <a:pt x="224653" y="32134"/>
                  </a:cubicBezTo>
                  <a:cubicBezTo>
                    <a:pt x="220409" y="25879"/>
                    <a:pt x="213434" y="19505"/>
                    <a:pt x="204772" y="14702"/>
                  </a:cubicBezTo>
                  <a:cubicBezTo>
                    <a:pt x="196110" y="9899"/>
                    <a:pt x="184439" y="5671"/>
                    <a:pt x="172716" y="3324"/>
                  </a:cubicBezTo>
                  <a:cubicBezTo>
                    <a:pt x="160993" y="968"/>
                    <a:pt x="146974" y="0"/>
                    <a:pt x="134468" y="61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9" name="Outer right wave"/>
            <p:cNvSpPr/>
            <p:nvPr/>
          </p:nvSpPr>
          <p:spPr>
            <a:xfrm>
              <a:off x="2140500" y="2141845"/>
              <a:ext cx="442680" cy="511321"/>
            </a:xfrm>
            <a:custGeom>
              <a:avLst/>
              <a:gdLst/>
              <a:ahLst/>
              <a:cxnLst/>
              <a:rect l="l" t="t" r="r" b="b"/>
              <a:pathLst>
                <a:path w="442680" h="511321">
                  <a:moveTo>
                    <a:pt x="311322" y="499"/>
                  </a:moveTo>
                  <a:cubicBezTo>
                    <a:pt x="298592" y="995"/>
                    <a:pt x="285495" y="2685"/>
                    <a:pt x="273580" y="5114"/>
                  </a:cubicBezTo>
                  <a:cubicBezTo>
                    <a:pt x="261666" y="7552"/>
                    <a:pt x="249960" y="11003"/>
                    <a:pt x="239802" y="15076"/>
                  </a:cubicBezTo>
                  <a:cubicBezTo>
                    <a:pt x="229645" y="19158"/>
                    <a:pt x="220304" y="24208"/>
                    <a:pt x="212651" y="29595"/>
                  </a:cubicBezTo>
                  <a:cubicBezTo>
                    <a:pt x="204998" y="34983"/>
                    <a:pt x="198858" y="41183"/>
                    <a:pt x="193867" y="47402"/>
                  </a:cubicBezTo>
                  <a:cubicBezTo>
                    <a:pt x="188875" y="53629"/>
                    <a:pt x="186231" y="60405"/>
                    <a:pt x="182700" y="66943"/>
                  </a:cubicBezTo>
                  <a:cubicBezTo>
                    <a:pt x="179169" y="73490"/>
                    <a:pt x="176038" y="80102"/>
                    <a:pt x="172699" y="86676"/>
                  </a:cubicBezTo>
                  <a:cubicBezTo>
                    <a:pt x="169377" y="93260"/>
                    <a:pt x="166037" y="99835"/>
                    <a:pt x="162698" y="106410"/>
                  </a:cubicBezTo>
                  <a:cubicBezTo>
                    <a:pt x="159358" y="112984"/>
                    <a:pt x="156036" y="119568"/>
                    <a:pt x="152679" y="126143"/>
                  </a:cubicBezTo>
                  <a:cubicBezTo>
                    <a:pt x="149305" y="132718"/>
                    <a:pt x="145861" y="139274"/>
                    <a:pt x="142521" y="145849"/>
                  </a:cubicBezTo>
                  <a:cubicBezTo>
                    <a:pt x="139182" y="152423"/>
                    <a:pt x="135894" y="159016"/>
                    <a:pt x="132624" y="165600"/>
                  </a:cubicBezTo>
                  <a:cubicBezTo>
                    <a:pt x="129372" y="172184"/>
                    <a:pt x="126189" y="178786"/>
                    <a:pt x="122954" y="185379"/>
                  </a:cubicBezTo>
                  <a:cubicBezTo>
                    <a:pt x="119719" y="191972"/>
                    <a:pt x="116466" y="198556"/>
                    <a:pt x="113248" y="205149"/>
                  </a:cubicBezTo>
                  <a:cubicBezTo>
                    <a:pt x="110048" y="211742"/>
                    <a:pt x="106847" y="218344"/>
                    <a:pt x="103734" y="224946"/>
                  </a:cubicBezTo>
                  <a:cubicBezTo>
                    <a:pt x="100603" y="231557"/>
                    <a:pt x="97612" y="238177"/>
                    <a:pt x="94533" y="244789"/>
                  </a:cubicBezTo>
                  <a:cubicBezTo>
                    <a:pt x="91454" y="251400"/>
                    <a:pt x="88254" y="257993"/>
                    <a:pt x="85228" y="264613"/>
                  </a:cubicBezTo>
                  <a:cubicBezTo>
                    <a:pt x="82201" y="271234"/>
                    <a:pt x="79296" y="277863"/>
                    <a:pt x="76409" y="284502"/>
                  </a:cubicBezTo>
                  <a:cubicBezTo>
                    <a:pt x="73504" y="291131"/>
                    <a:pt x="70721" y="297779"/>
                    <a:pt x="67834" y="304417"/>
                  </a:cubicBezTo>
                  <a:cubicBezTo>
                    <a:pt x="64947" y="311056"/>
                    <a:pt x="62007" y="317676"/>
                    <a:pt x="59085" y="324315"/>
                  </a:cubicBezTo>
                  <a:cubicBezTo>
                    <a:pt x="56163" y="330945"/>
                    <a:pt x="53206" y="337574"/>
                    <a:pt x="50319" y="344204"/>
                  </a:cubicBezTo>
                  <a:cubicBezTo>
                    <a:pt x="47414" y="350842"/>
                    <a:pt x="44562" y="357481"/>
                    <a:pt x="41727" y="364119"/>
                  </a:cubicBezTo>
                  <a:cubicBezTo>
                    <a:pt x="38874" y="370758"/>
                    <a:pt x="36074" y="377406"/>
                    <a:pt x="33221" y="384044"/>
                  </a:cubicBezTo>
                  <a:cubicBezTo>
                    <a:pt x="30386" y="390683"/>
                    <a:pt x="27482" y="397322"/>
                    <a:pt x="24664" y="403960"/>
                  </a:cubicBezTo>
                  <a:cubicBezTo>
                    <a:pt x="21846" y="410608"/>
                    <a:pt x="19115" y="417265"/>
                    <a:pt x="16332" y="423913"/>
                  </a:cubicBezTo>
                  <a:cubicBezTo>
                    <a:pt x="13549" y="430551"/>
                    <a:pt x="10610" y="437190"/>
                    <a:pt x="7949" y="443847"/>
                  </a:cubicBezTo>
                  <a:cubicBezTo>
                    <a:pt x="5270" y="450504"/>
                    <a:pt x="644" y="457188"/>
                    <a:pt x="313" y="463854"/>
                  </a:cubicBezTo>
                  <a:cubicBezTo>
                    <a:pt x="0" y="470529"/>
                    <a:pt x="1357" y="477807"/>
                    <a:pt x="6018" y="483898"/>
                  </a:cubicBezTo>
                  <a:cubicBezTo>
                    <a:pt x="10680" y="489988"/>
                    <a:pt x="18889" y="496088"/>
                    <a:pt x="28264" y="500398"/>
                  </a:cubicBezTo>
                  <a:cubicBezTo>
                    <a:pt x="37657" y="504708"/>
                    <a:pt x="50267" y="508224"/>
                    <a:pt x="62338" y="509776"/>
                  </a:cubicBezTo>
                  <a:cubicBezTo>
                    <a:pt x="74426" y="511319"/>
                    <a:pt x="88741" y="511310"/>
                    <a:pt x="100777" y="509685"/>
                  </a:cubicBezTo>
                  <a:cubicBezTo>
                    <a:pt x="112813" y="508050"/>
                    <a:pt x="124937" y="504288"/>
                    <a:pt x="134538" y="500006"/>
                  </a:cubicBezTo>
                  <a:cubicBezTo>
                    <a:pt x="144156" y="495723"/>
                    <a:pt x="151618" y="489705"/>
                    <a:pt x="158454" y="483980"/>
                  </a:cubicBezTo>
                  <a:cubicBezTo>
                    <a:pt x="165307" y="478263"/>
                    <a:pt x="170577" y="471935"/>
                    <a:pt x="175656" y="465689"/>
                  </a:cubicBezTo>
                  <a:cubicBezTo>
                    <a:pt x="180735" y="459443"/>
                    <a:pt x="184491" y="452887"/>
                    <a:pt x="188909" y="446495"/>
                  </a:cubicBezTo>
                  <a:cubicBezTo>
                    <a:pt x="193345" y="440103"/>
                    <a:pt x="197832" y="433711"/>
                    <a:pt x="202250" y="427309"/>
                  </a:cubicBezTo>
                  <a:cubicBezTo>
                    <a:pt x="206668" y="420917"/>
                    <a:pt x="211051" y="414507"/>
                    <a:pt x="215452" y="408106"/>
                  </a:cubicBezTo>
                  <a:cubicBezTo>
                    <a:pt x="219852" y="401705"/>
                    <a:pt x="224270" y="395304"/>
                    <a:pt x="228653" y="388902"/>
                  </a:cubicBezTo>
                  <a:cubicBezTo>
                    <a:pt x="233036" y="382492"/>
                    <a:pt x="237367" y="376082"/>
                    <a:pt x="241750" y="369671"/>
                  </a:cubicBezTo>
                  <a:cubicBezTo>
                    <a:pt x="246116" y="363261"/>
                    <a:pt x="250499" y="356860"/>
                    <a:pt x="254865" y="350449"/>
                  </a:cubicBezTo>
                  <a:cubicBezTo>
                    <a:pt x="259248" y="344048"/>
                    <a:pt x="263631" y="337638"/>
                    <a:pt x="267997" y="331228"/>
                  </a:cubicBezTo>
                  <a:cubicBezTo>
                    <a:pt x="272363" y="324826"/>
                    <a:pt x="276694" y="318407"/>
                    <a:pt x="281077" y="312006"/>
                  </a:cubicBezTo>
                  <a:cubicBezTo>
                    <a:pt x="285460" y="305595"/>
                    <a:pt x="289913" y="299203"/>
                    <a:pt x="294313" y="292802"/>
                  </a:cubicBezTo>
                  <a:cubicBezTo>
                    <a:pt x="298714" y="286401"/>
                    <a:pt x="303097" y="279991"/>
                    <a:pt x="307463" y="273589"/>
                  </a:cubicBezTo>
                  <a:cubicBezTo>
                    <a:pt x="311846" y="267179"/>
                    <a:pt x="316246" y="260778"/>
                    <a:pt x="320612" y="254368"/>
                  </a:cubicBezTo>
                  <a:cubicBezTo>
                    <a:pt x="324978" y="247957"/>
                    <a:pt x="329309" y="241547"/>
                    <a:pt x="333674" y="235137"/>
                  </a:cubicBezTo>
                  <a:cubicBezTo>
                    <a:pt x="338040" y="228726"/>
                    <a:pt x="342458" y="222325"/>
                    <a:pt x="346841" y="215924"/>
                  </a:cubicBezTo>
                  <a:cubicBezTo>
                    <a:pt x="351224" y="209523"/>
                    <a:pt x="355590" y="203112"/>
                    <a:pt x="359991" y="196711"/>
                  </a:cubicBezTo>
                  <a:cubicBezTo>
                    <a:pt x="364391" y="190310"/>
                    <a:pt x="368879" y="183918"/>
                    <a:pt x="373279" y="177517"/>
                  </a:cubicBezTo>
                  <a:cubicBezTo>
                    <a:pt x="377680" y="171116"/>
                    <a:pt x="382011" y="164705"/>
                    <a:pt x="386394" y="158295"/>
                  </a:cubicBezTo>
                  <a:cubicBezTo>
                    <a:pt x="390759" y="151885"/>
                    <a:pt x="395177" y="145483"/>
                    <a:pt x="399474" y="139064"/>
                  </a:cubicBezTo>
                  <a:cubicBezTo>
                    <a:pt x="403770" y="132644"/>
                    <a:pt x="407944" y="126198"/>
                    <a:pt x="412188" y="119769"/>
                  </a:cubicBezTo>
                  <a:cubicBezTo>
                    <a:pt x="416450" y="113340"/>
                    <a:pt x="420833" y="106930"/>
                    <a:pt x="424972" y="100483"/>
                  </a:cubicBezTo>
                  <a:cubicBezTo>
                    <a:pt x="429094" y="94027"/>
                    <a:pt x="434104" y="87644"/>
                    <a:pt x="436974" y="81061"/>
                  </a:cubicBezTo>
                  <a:cubicBezTo>
                    <a:pt x="439844" y="74468"/>
                    <a:pt x="442679" y="67619"/>
                    <a:pt x="442209" y="60953"/>
                  </a:cubicBezTo>
                  <a:cubicBezTo>
                    <a:pt x="441722" y="54287"/>
                    <a:pt x="438696" y="47310"/>
                    <a:pt x="434104" y="41064"/>
                  </a:cubicBezTo>
                  <a:cubicBezTo>
                    <a:pt x="429512" y="34818"/>
                    <a:pt x="422729" y="28655"/>
                    <a:pt x="414658" y="23477"/>
                  </a:cubicBezTo>
                  <a:cubicBezTo>
                    <a:pt x="406587" y="18300"/>
                    <a:pt x="396430" y="13560"/>
                    <a:pt x="385646" y="9999"/>
                  </a:cubicBezTo>
                  <a:cubicBezTo>
                    <a:pt x="374862" y="6438"/>
                    <a:pt x="362321" y="3707"/>
                    <a:pt x="349937" y="2119"/>
                  </a:cubicBezTo>
                  <a:cubicBezTo>
                    <a:pt x="337553" y="539"/>
                    <a:pt x="324056" y="0"/>
                    <a:pt x="311324" y="50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10" name="Don’t marker"/>
          <p:cNvSpPr/>
          <p:nvPr/>
        </p:nvSpPr>
        <p:spPr>
          <a:xfrm>
            <a:off x="685800" y="338328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✕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3558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Distort proportions</a:t>
            </a:r>
            <a:endParaRPr lang="en-US" sz="1400" dirty="0"/>
          </a:p>
        </p:txBody>
      </p:sp>
      <p:sp>
        <p:nvSpPr>
          <p:cNvPr id="13" name="Don’t example Rotate"/>
          <p:cNvSpPr/>
          <p:nvPr/>
        </p:nvSpPr>
        <p:spPr>
          <a:xfrm>
            <a:off x="3377794" y="1691640"/>
            <a:ext cx="260604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grpSp>
        <p:nvGrpSpPr>
          <p:cNvPr id="83" name="VCA symbol"/>
          <p:cNvGrpSpPr/>
          <p:nvPr/>
        </p:nvGrpSpPr>
        <p:grpSpPr>
          <a:xfrm rot="1200000">
            <a:off x="4200754" y="2057801"/>
            <a:ext cx="960120" cy="840447"/>
            <a:chOff x="4200754" y="2057801"/>
            <a:chExt cx="960120" cy="840447"/>
          </a:xfrm>
        </p:grpSpPr>
        <p:sp>
          <p:nvSpPr>
            <p:cNvPr id="14" name="Outer left wave"/>
            <p:cNvSpPr/>
            <p:nvPr/>
          </p:nvSpPr>
          <p:spPr>
            <a:xfrm>
              <a:off x="4200754" y="2057968"/>
              <a:ext cx="290170" cy="639263"/>
            </a:xfrm>
            <a:custGeom>
              <a:avLst/>
              <a:gdLst/>
              <a:ahLst/>
              <a:cxnLst/>
              <a:rect l="l" t="t" r="r" b="b"/>
              <a:pathLst>
                <a:path w="290170" h="639263">
                  <a:moveTo>
                    <a:pt x="82328" y="164"/>
                  </a:moveTo>
                  <a:cubicBezTo>
                    <a:pt x="73954" y="0"/>
                    <a:pt x="65142" y="1050"/>
                    <a:pt x="57118" y="3436"/>
                  </a:cubicBezTo>
                  <a:cubicBezTo>
                    <a:pt x="49093" y="5833"/>
                    <a:pt x="41058" y="9714"/>
                    <a:pt x="34198" y="14508"/>
                  </a:cubicBezTo>
                  <a:cubicBezTo>
                    <a:pt x="27349" y="19302"/>
                    <a:pt x="20957" y="25500"/>
                    <a:pt x="15957" y="32211"/>
                  </a:cubicBezTo>
                  <a:cubicBezTo>
                    <a:pt x="10958" y="38923"/>
                    <a:pt x="6837" y="46833"/>
                    <a:pt x="4200" y="54778"/>
                  </a:cubicBezTo>
                  <a:cubicBezTo>
                    <a:pt x="1564" y="62722"/>
                    <a:pt x="0" y="71545"/>
                    <a:pt x="114" y="79889"/>
                  </a:cubicBezTo>
                  <a:cubicBezTo>
                    <a:pt x="240" y="88233"/>
                    <a:pt x="2774" y="96646"/>
                    <a:pt x="4920" y="104841"/>
                  </a:cubicBezTo>
                  <a:cubicBezTo>
                    <a:pt x="7054" y="113037"/>
                    <a:pt x="10227" y="121015"/>
                    <a:pt x="12955" y="129074"/>
                  </a:cubicBezTo>
                  <a:cubicBezTo>
                    <a:pt x="15672" y="137144"/>
                    <a:pt x="18480" y="145180"/>
                    <a:pt x="21276" y="153215"/>
                  </a:cubicBezTo>
                  <a:cubicBezTo>
                    <a:pt x="24062" y="161251"/>
                    <a:pt x="26881" y="169287"/>
                    <a:pt x="29712" y="177311"/>
                  </a:cubicBezTo>
                  <a:cubicBezTo>
                    <a:pt x="32542" y="185347"/>
                    <a:pt x="35407" y="193349"/>
                    <a:pt x="38250" y="201373"/>
                  </a:cubicBezTo>
                  <a:cubicBezTo>
                    <a:pt x="41092" y="209397"/>
                    <a:pt x="43911" y="217433"/>
                    <a:pt x="46765" y="225446"/>
                  </a:cubicBezTo>
                  <a:cubicBezTo>
                    <a:pt x="49618" y="233470"/>
                    <a:pt x="52472" y="241483"/>
                    <a:pt x="55348" y="249496"/>
                  </a:cubicBezTo>
                  <a:cubicBezTo>
                    <a:pt x="58225" y="257497"/>
                    <a:pt x="61158" y="265488"/>
                    <a:pt x="64046" y="273500"/>
                  </a:cubicBezTo>
                  <a:cubicBezTo>
                    <a:pt x="66934" y="281502"/>
                    <a:pt x="69799" y="289526"/>
                    <a:pt x="72675" y="297528"/>
                  </a:cubicBezTo>
                  <a:cubicBezTo>
                    <a:pt x="75552" y="305541"/>
                    <a:pt x="78428" y="313554"/>
                    <a:pt x="81328" y="321555"/>
                  </a:cubicBezTo>
                  <a:cubicBezTo>
                    <a:pt x="84227" y="329557"/>
                    <a:pt x="87195" y="337535"/>
                    <a:pt x="90071" y="345537"/>
                  </a:cubicBezTo>
                  <a:cubicBezTo>
                    <a:pt x="92959" y="353550"/>
                    <a:pt x="95744" y="361585"/>
                    <a:pt x="98609" y="369598"/>
                  </a:cubicBezTo>
                  <a:cubicBezTo>
                    <a:pt x="101485" y="377611"/>
                    <a:pt x="104430" y="385601"/>
                    <a:pt x="107307" y="393603"/>
                  </a:cubicBezTo>
                  <a:cubicBezTo>
                    <a:pt x="110172" y="401616"/>
                    <a:pt x="112991" y="409651"/>
                    <a:pt x="115845" y="417664"/>
                  </a:cubicBezTo>
                  <a:cubicBezTo>
                    <a:pt x="118710" y="425677"/>
                    <a:pt x="121598" y="433690"/>
                    <a:pt x="124474" y="441692"/>
                  </a:cubicBezTo>
                  <a:cubicBezTo>
                    <a:pt x="127350" y="449705"/>
                    <a:pt x="130238" y="457717"/>
                    <a:pt x="133115" y="465730"/>
                  </a:cubicBezTo>
                  <a:cubicBezTo>
                    <a:pt x="135980" y="473732"/>
                    <a:pt x="138845" y="481756"/>
                    <a:pt x="141721" y="489758"/>
                  </a:cubicBezTo>
                  <a:cubicBezTo>
                    <a:pt x="144598" y="497771"/>
                    <a:pt x="147474" y="505783"/>
                    <a:pt x="150373" y="513785"/>
                  </a:cubicBezTo>
                  <a:cubicBezTo>
                    <a:pt x="153273" y="521786"/>
                    <a:pt x="156206" y="529777"/>
                    <a:pt x="159094" y="537778"/>
                  </a:cubicBezTo>
                  <a:cubicBezTo>
                    <a:pt x="161982" y="545791"/>
                    <a:pt x="164767" y="553827"/>
                    <a:pt x="167678" y="561828"/>
                  </a:cubicBezTo>
                  <a:cubicBezTo>
                    <a:pt x="170577" y="569830"/>
                    <a:pt x="173054" y="578025"/>
                    <a:pt x="176512" y="585776"/>
                  </a:cubicBezTo>
                  <a:cubicBezTo>
                    <a:pt x="179971" y="593526"/>
                    <a:pt x="183669" y="601368"/>
                    <a:pt x="188440" y="608330"/>
                  </a:cubicBezTo>
                  <a:cubicBezTo>
                    <a:pt x="193200" y="615282"/>
                    <a:pt x="198474" y="622621"/>
                    <a:pt x="205083" y="627541"/>
                  </a:cubicBezTo>
                  <a:cubicBezTo>
                    <a:pt x="211703" y="632461"/>
                    <a:pt x="220104" y="636421"/>
                    <a:pt x="228128" y="637837"/>
                  </a:cubicBezTo>
                  <a:cubicBezTo>
                    <a:pt x="236164" y="639263"/>
                    <a:pt x="245547" y="638624"/>
                    <a:pt x="253297" y="636067"/>
                  </a:cubicBezTo>
                  <a:cubicBezTo>
                    <a:pt x="261036" y="633511"/>
                    <a:pt x="268878" y="628363"/>
                    <a:pt x="274619" y="622507"/>
                  </a:cubicBezTo>
                  <a:cubicBezTo>
                    <a:pt x="280349" y="616640"/>
                    <a:pt x="285234" y="608673"/>
                    <a:pt x="287700" y="600865"/>
                  </a:cubicBezTo>
                  <a:cubicBezTo>
                    <a:pt x="290165" y="593058"/>
                    <a:pt x="289971" y="584029"/>
                    <a:pt x="289412" y="575662"/>
                  </a:cubicBezTo>
                  <a:cubicBezTo>
                    <a:pt x="288853" y="567296"/>
                    <a:pt x="286091" y="558975"/>
                    <a:pt x="284333" y="550642"/>
                  </a:cubicBezTo>
                  <a:cubicBezTo>
                    <a:pt x="282586" y="542310"/>
                    <a:pt x="280726" y="534011"/>
                    <a:pt x="278911" y="525690"/>
                  </a:cubicBezTo>
                  <a:cubicBezTo>
                    <a:pt x="277096" y="517381"/>
                    <a:pt x="275270" y="509059"/>
                    <a:pt x="273466" y="500750"/>
                  </a:cubicBezTo>
                  <a:cubicBezTo>
                    <a:pt x="271651" y="492429"/>
                    <a:pt x="269928" y="484096"/>
                    <a:pt x="268044" y="475798"/>
                  </a:cubicBezTo>
                  <a:cubicBezTo>
                    <a:pt x="266150" y="467500"/>
                    <a:pt x="264049" y="459247"/>
                    <a:pt x="262132" y="450960"/>
                  </a:cubicBezTo>
                  <a:cubicBezTo>
                    <a:pt x="260203" y="442662"/>
                    <a:pt x="258388" y="434352"/>
                    <a:pt x="256527" y="426054"/>
                  </a:cubicBezTo>
                  <a:cubicBezTo>
                    <a:pt x="254655" y="417744"/>
                    <a:pt x="252818" y="409435"/>
                    <a:pt x="250923" y="401136"/>
                  </a:cubicBezTo>
                  <a:cubicBezTo>
                    <a:pt x="249039" y="392838"/>
                    <a:pt x="247099" y="384551"/>
                    <a:pt x="245181" y="376264"/>
                  </a:cubicBezTo>
                  <a:cubicBezTo>
                    <a:pt x="243275" y="367966"/>
                    <a:pt x="241403" y="359668"/>
                    <a:pt x="239463" y="351381"/>
                  </a:cubicBezTo>
                  <a:cubicBezTo>
                    <a:pt x="237534" y="343094"/>
                    <a:pt x="235548" y="334807"/>
                    <a:pt x="233573" y="326532"/>
                  </a:cubicBezTo>
                  <a:cubicBezTo>
                    <a:pt x="231598" y="318256"/>
                    <a:pt x="229612" y="309981"/>
                    <a:pt x="227615" y="301705"/>
                  </a:cubicBezTo>
                  <a:cubicBezTo>
                    <a:pt x="225628" y="293430"/>
                    <a:pt x="223699" y="285143"/>
                    <a:pt x="221633" y="276879"/>
                  </a:cubicBezTo>
                  <a:cubicBezTo>
                    <a:pt x="219567" y="268626"/>
                    <a:pt x="217353" y="260408"/>
                    <a:pt x="215219" y="252167"/>
                  </a:cubicBezTo>
                  <a:cubicBezTo>
                    <a:pt x="213084" y="243926"/>
                    <a:pt x="210972" y="235685"/>
                    <a:pt x="208849" y="227443"/>
                  </a:cubicBezTo>
                  <a:cubicBezTo>
                    <a:pt x="206726" y="219202"/>
                    <a:pt x="204637" y="210950"/>
                    <a:pt x="202480" y="202720"/>
                  </a:cubicBezTo>
                  <a:cubicBezTo>
                    <a:pt x="200311" y="194490"/>
                    <a:pt x="198074" y="186283"/>
                    <a:pt x="195860" y="178065"/>
                  </a:cubicBezTo>
                  <a:cubicBezTo>
                    <a:pt x="193657" y="169835"/>
                    <a:pt x="191419" y="161628"/>
                    <a:pt x="189228" y="153398"/>
                  </a:cubicBezTo>
                  <a:cubicBezTo>
                    <a:pt x="187036" y="145180"/>
                    <a:pt x="184925" y="136939"/>
                    <a:pt x="182722" y="128709"/>
                  </a:cubicBezTo>
                  <a:cubicBezTo>
                    <a:pt x="180530" y="120490"/>
                    <a:pt x="178270" y="112283"/>
                    <a:pt x="176067" y="104065"/>
                  </a:cubicBezTo>
                  <a:cubicBezTo>
                    <a:pt x="173864" y="95847"/>
                    <a:pt x="171878" y="87548"/>
                    <a:pt x="169492" y="79387"/>
                  </a:cubicBezTo>
                  <a:cubicBezTo>
                    <a:pt x="167107" y="71226"/>
                    <a:pt x="165189" y="62791"/>
                    <a:pt x="161719" y="55109"/>
                  </a:cubicBezTo>
                  <a:cubicBezTo>
                    <a:pt x="158249" y="47427"/>
                    <a:pt x="153946" y="39825"/>
                    <a:pt x="148684" y="33273"/>
                  </a:cubicBezTo>
                  <a:cubicBezTo>
                    <a:pt x="143433" y="26710"/>
                    <a:pt x="137064" y="20592"/>
                    <a:pt x="130181" y="15786"/>
                  </a:cubicBezTo>
                  <a:cubicBezTo>
                    <a:pt x="123298" y="10969"/>
                    <a:pt x="115365" y="7031"/>
                    <a:pt x="107387" y="4429"/>
                  </a:cubicBezTo>
                  <a:cubicBezTo>
                    <a:pt x="99408" y="1826"/>
                    <a:pt x="90710" y="331"/>
                    <a:pt x="82332" y="160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5" name="Inner left wave"/>
            <p:cNvSpPr/>
            <p:nvPr/>
          </p:nvSpPr>
          <p:spPr>
            <a:xfrm>
              <a:off x="4443178" y="2231676"/>
              <a:ext cx="151351" cy="545606"/>
            </a:xfrm>
            <a:custGeom>
              <a:avLst/>
              <a:gdLst/>
              <a:ahLst/>
              <a:cxnLst/>
              <a:rect l="l" t="t" r="r" b="b"/>
              <a:pathLst>
                <a:path w="151351" h="545606">
                  <a:moveTo>
                    <a:pt x="54780" y="506"/>
                  </a:moveTo>
                  <a:cubicBezTo>
                    <a:pt x="46559" y="1016"/>
                    <a:pt x="37622" y="3744"/>
                    <a:pt x="30454" y="7830"/>
                  </a:cubicBezTo>
                  <a:cubicBezTo>
                    <a:pt x="23285" y="11928"/>
                    <a:pt x="16597" y="18297"/>
                    <a:pt x="11802" y="25055"/>
                  </a:cubicBezTo>
                  <a:cubicBezTo>
                    <a:pt x="7008" y="31812"/>
                    <a:pt x="3424" y="40259"/>
                    <a:pt x="1712" y="48374"/>
                  </a:cubicBezTo>
                  <a:cubicBezTo>
                    <a:pt x="0" y="56490"/>
                    <a:pt x="708" y="65325"/>
                    <a:pt x="1530" y="73737"/>
                  </a:cubicBezTo>
                  <a:cubicBezTo>
                    <a:pt x="2340" y="82149"/>
                    <a:pt x="4863" y="90482"/>
                    <a:pt x="6609" y="98837"/>
                  </a:cubicBezTo>
                  <a:cubicBezTo>
                    <a:pt x="8355" y="107193"/>
                    <a:pt x="10239" y="115514"/>
                    <a:pt x="12019" y="123869"/>
                  </a:cubicBezTo>
                  <a:cubicBezTo>
                    <a:pt x="13800" y="132213"/>
                    <a:pt x="15535" y="140568"/>
                    <a:pt x="17270" y="148924"/>
                  </a:cubicBezTo>
                  <a:cubicBezTo>
                    <a:pt x="19016" y="157279"/>
                    <a:pt x="20706" y="165646"/>
                    <a:pt x="22475" y="174001"/>
                  </a:cubicBezTo>
                  <a:cubicBezTo>
                    <a:pt x="24233" y="182345"/>
                    <a:pt x="26070" y="190678"/>
                    <a:pt x="27851" y="199033"/>
                  </a:cubicBezTo>
                  <a:cubicBezTo>
                    <a:pt x="29632" y="207377"/>
                    <a:pt x="31435" y="215721"/>
                    <a:pt x="33170" y="224076"/>
                  </a:cubicBezTo>
                  <a:cubicBezTo>
                    <a:pt x="34917" y="232431"/>
                    <a:pt x="36572" y="240810"/>
                    <a:pt x="38318" y="249165"/>
                  </a:cubicBezTo>
                  <a:cubicBezTo>
                    <a:pt x="40053" y="257520"/>
                    <a:pt x="41902" y="265853"/>
                    <a:pt x="43614" y="274208"/>
                  </a:cubicBezTo>
                  <a:cubicBezTo>
                    <a:pt x="45338" y="282575"/>
                    <a:pt x="46993" y="290942"/>
                    <a:pt x="48625" y="299320"/>
                  </a:cubicBezTo>
                  <a:cubicBezTo>
                    <a:pt x="50246" y="307698"/>
                    <a:pt x="51833" y="316088"/>
                    <a:pt x="53397" y="324477"/>
                  </a:cubicBezTo>
                  <a:cubicBezTo>
                    <a:pt x="54960" y="332867"/>
                    <a:pt x="56490" y="341268"/>
                    <a:pt x="58019" y="349669"/>
                  </a:cubicBezTo>
                  <a:cubicBezTo>
                    <a:pt x="59549" y="358058"/>
                    <a:pt x="61078" y="366459"/>
                    <a:pt x="62562" y="374860"/>
                  </a:cubicBezTo>
                  <a:cubicBezTo>
                    <a:pt x="64058" y="383273"/>
                    <a:pt x="65519" y="391685"/>
                    <a:pt x="66945" y="400098"/>
                  </a:cubicBezTo>
                  <a:cubicBezTo>
                    <a:pt x="68372" y="408510"/>
                    <a:pt x="69788" y="416922"/>
                    <a:pt x="71146" y="425358"/>
                  </a:cubicBezTo>
                  <a:cubicBezTo>
                    <a:pt x="72504" y="433781"/>
                    <a:pt x="73760" y="442217"/>
                    <a:pt x="75107" y="450652"/>
                  </a:cubicBezTo>
                  <a:cubicBezTo>
                    <a:pt x="76465" y="459076"/>
                    <a:pt x="77915" y="467488"/>
                    <a:pt x="79250" y="475923"/>
                  </a:cubicBezTo>
                  <a:cubicBezTo>
                    <a:pt x="80586" y="484347"/>
                    <a:pt x="81544" y="492862"/>
                    <a:pt x="83131" y="501229"/>
                  </a:cubicBezTo>
                  <a:cubicBezTo>
                    <a:pt x="84729" y="509596"/>
                    <a:pt x="84820" y="519138"/>
                    <a:pt x="88804" y="526101"/>
                  </a:cubicBezTo>
                  <a:cubicBezTo>
                    <a:pt x="92788" y="533064"/>
                    <a:pt x="99842" y="540426"/>
                    <a:pt x="107033" y="543017"/>
                  </a:cubicBezTo>
                  <a:cubicBezTo>
                    <a:pt x="114224" y="545608"/>
                    <a:pt x="125068" y="544992"/>
                    <a:pt x="131939" y="541625"/>
                  </a:cubicBezTo>
                  <a:cubicBezTo>
                    <a:pt x="138811" y="538269"/>
                    <a:pt x="145203" y="530199"/>
                    <a:pt x="148273" y="522837"/>
                  </a:cubicBezTo>
                  <a:cubicBezTo>
                    <a:pt x="151355" y="515474"/>
                    <a:pt x="150031" y="505955"/>
                    <a:pt x="150373" y="497462"/>
                  </a:cubicBezTo>
                  <a:cubicBezTo>
                    <a:pt x="150727" y="488959"/>
                    <a:pt x="150373" y="480386"/>
                    <a:pt x="150373" y="471848"/>
                  </a:cubicBezTo>
                  <a:cubicBezTo>
                    <a:pt x="150373" y="463311"/>
                    <a:pt x="150373" y="454784"/>
                    <a:pt x="150373" y="446246"/>
                  </a:cubicBezTo>
                  <a:cubicBezTo>
                    <a:pt x="150373" y="437708"/>
                    <a:pt x="150373" y="429170"/>
                    <a:pt x="150373" y="420632"/>
                  </a:cubicBezTo>
                  <a:cubicBezTo>
                    <a:pt x="150373" y="412106"/>
                    <a:pt x="150373" y="403568"/>
                    <a:pt x="150373" y="395030"/>
                  </a:cubicBezTo>
                  <a:cubicBezTo>
                    <a:pt x="150373" y="386492"/>
                    <a:pt x="150373" y="377954"/>
                    <a:pt x="150373" y="369416"/>
                  </a:cubicBezTo>
                  <a:cubicBezTo>
                    <a:pt x="150373" y="360889"/>
                    <a:pt x="150373" y="352351"/>
                    <a:pt x="150373" y="343813"/>
                  </a:cubicBezTo>
                  <a:cubicBezTo>
                    <a:pt x="150373" y="335275"/>
                    <a:pt x="150373" y="326737"/>
                    <a:pt x="150373" y="318211"/>
                  </a:cubicBezTo>
                  <a:cubicBezTo>
                    <a:pt x="150373" y="309673"/>
                    <a:pt x="150373" y="301135"/>
                    <a:pt x="150373" y="292597"/>
                  </a:cubicBezTo>
                  <a:cubicBezTo>
                    <a:pt x="150373" y="284059"/>
                    <a:pt x="150373" y="275532"/>
                    <a:pt x="150373" y="266994"/>
                  </a:cubicBezTo>
                  <a:cubicBezTo>
                    <a:pt x="150373" y="258456"/>
                    <a:pt x="150373" y="249918"/>
                    <a:pt x="150373" y="241380"/>
                  </a:cubicBezTo>
                  <a:cubicBezTo>
                    <a:pt x="150373" y="232854"/>
                    <a:pt x="150602" y="224304"/>
                    <a:pt x="150373" y="215778"/>
                  </a:cubicBezTo>
                  <a:cubicBezTo>
                    <a:pt x="150145" y="207251"/>
                    <a:pt x="149985" y="198690"/>
                    <a:pt x="148992" y="190232"/>
                  </a:cubicBezTo>
                  <a:cubicBezTo>
                    <a:pt x="147988" y="181774"/>
                    <a:pt x="146104" y="173408"/>
                    <a:pt x="144381" y="165052"/>
                  </a:cubicBezTo>
                  <a:cubicBezTo>
                    <a:pt x="142657" y="156697"/>
                    <a:pt x="140568" y="148410"/>
                    <a:pt x="138651" y="140089"/>
                  </a:cubicBezTo>
                  <a:cubicBezTo>
                    <a:pt x="136722" y="131779"/>
                    <a:pt x="134770" y="123470"/>
                    <a:pt x="132852" y="115148"/>
                  </a:cubicBezTo>
                  <a:cubicBezTo>
                    <a:pt x="130935" y="106839"/>
                    <a:pt x="129051" y="98506"/>
                    <a:pt x="127134" y="90185"/>
                  </a:cubicBezTo>
                  <a:cubicBezTo>
                    <a:pt x="125216" y="81875"/>
                    <a:pt x="123435" y="73509"/>
                    <a:pt x="121346" y="65245"/>
                  </a:cubicBezTo>
                  <a:cubicBezTo>
                    <a:pt x="119269" y="56981"/>
                    <a:pt x="118071" y="48249"/>
                    <a:pt x="114623" y="40590"/>
                  </a:cubicBezTo>
                  <a:cubicBezTo>
                    <a:pt x="111176" y="32931"/>
                    <a:pt x="106474" y="25237"/>
                    <a:pt x="100664" y="19268"/>
                  </a:cubicBezTo>
                  <a:cubicBezTo>
                    <a:pt x="94865" y="13309"/>
                    <a:pt x="87446" y="7922"/>
                    <a:pt x="79787" y="4794"/>
                  </a:cubicBezTo>
                  <a:cubicBezTo>
                    <a:pt x="72139" y="1667"/>
                    <a:pt x="63007" y="0"/>
                    <a:pt x="54778" y="50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6" name="Center wave"/>
            <p:cNvSpPr/>
            <p:nvPr/>
          </p:nvSpPr>
          <p:spPr>
            <a:xfrm>
              <a:off x="4617392" y="2434797"/>
              <a:ext cx="126242" cy="463451"/>
            </a:xfrm>
            <a:custGeom>
              <a:avLst/>
              <a:gdLst/>
              <a:ahLst/>
              <a:cxnLst/>
              <a:rect l="l" t="t" r="r" b="b"/>
              <a:pathLst>
                <a:path w="126242" h="463451">
                  <a:moveTo>
                    <a:pt x="58631" y="575"/>
                  </a:moveTo>
                  <a:cubicBezTo>
                    <a:pt x="50417" y="1153"/>
                    <a:pt x="41651" y="3618"/>
                    <a:pt x="34357" y="7442"/>
                  </a:cubicBezTo>
                  <a:cubicBezTo>
                    <a:pt x="27064" y="11266"/>
                    <a:pt x="20055" y="17099"/>
                    <a:pt x="14884" y="23514"/>
                  </a:cubicBezTo>
                  <a:cubicBezTo>
                    <a:pt x="9714" y="29917"/>
                    <a:pt x="5650" y="37999"/>
                    <a:pt x="3333" y="45932"/>
                  </a:cubicBezTo>
                  <a:cubicBezTo>
                    <a:pt x="1016" y="53865"/>
                    <a:pt x="1381" y="62676"/>
                    <a:pt x="993" y="71100"/>
                  </a:cubicBezTo>
                  <a:cubicBezTo>
                    <a:pt x="594" y="79536"/>
                    <a:pt x="993" y="88028"/>
                    <a:pt x="993" y="96497"/>
                  </a:cubicBezTo>
                  <a:cubicBezTo>
                    <a:pt x="993" y="104955"/>
                    <a:pt x="993" y="113425"/>
                    <a:pt x="993" y="121883"/>
                  </a:cubicBezTo>
                  <a:cubicBezTo>
                    <a:pt x="993" y="130341"/>
                    <a:pt x="993" y="138811"/>
                    <a:pt x="993" y="147269"/>
                  </a:cubicBezTo>
                  <a:cubicBezTo>
                    <a:pt x="993" y="155738"/>
                    <a:pt x="993" y="164196"/>
                    <a:pt x="993" y="172666"/>
                  </a:cubicBezTo>
                  <a:cubicBezTo>
                    <a:pt x="993" y="181124"/>
                    <a:pt x="993" y="189593"/>
                    <a:pt x="993" y="198051"/>
                  </a:cubicBezTo>
                  <a:cubicBezTo>
                    <a:pt x="993" y="206509"/>
                    <a:pt x="993" y="214979"/>
                    <a:pt x="993" y="223437"/>
                  </a:cubicBezTo>
                  <a:cubicBezTo>
                    <a:pt x="993" y="231906"/>
                    <a:pt x="993" y="240364"/>
                    <a:pt x="993" y="248834"/>
                  </a:cubicBezTo>
                  <a:cubicBezTo>
                    <a:pt x="993" y="257292"/>
                    <a:pt x="993" y="265761"/>
                    <a:pt x="993" y="274220"/>
                  </a:cubicBezTo>
                  <a:cubicBezTo>
                    <a:pt x="993" y="282678"/>
                    <a:pt x="993" y="291147"/>
                    <a:pt x="993" y="299605"/>
                  </a:cubicBezTo>
                  <a:cubicBezTo>
                    <a:pt x="993" y="308075"/>
                    <a:pt x="993" y="316533"/>
                    <a:pt x="993" y="325002"/>
                  </a:cubicBezTo>
                  <a:cubicBezTo>
                    <a:pt x="993" y="333460"/>
                    <a:pt x="993" y="341930"/>
                    <a:pt x="993" y="350388"/>
                  </a:cubicBezTo>
                  <a:cubicBezTo>
                    <a:pt x="993" y="358846"/>
                    <a:pt x="993" y="367315"/>
                    <a:pt x="993" y="375773"/>
                  </a:cubicBezTo>
                  <a:cubicBezTo>
                    <a:pt x="982" y="384243"/>
                    <a:pt x="0" y="392827"/>
                    <a:pt x="925" y="401159"/>
                  </a:cubicBezTo>
                  <a:cubicBezTo>
                    <a:pt x="1861" y="409492"/>
                    <a:pt x="3207" y="418224"/>
                    <a:pt x="6563" y="425769"/>
                  </a:cubicBezTo>
                  <a:cubicBezTo>
                    <a:pt x="9908" y="433313"/>
                    <a:pt x="15021" y="440778"/>
                    <a:pt x="21025" y="446417"/>
                  </a:cubicBezTo>
                  <a:cubicBezTo>
                    <a:pt x="27018" y="452044"/>
                    <a:pt x="34780" y="456839"/>
                    <a:pt x="42530" y="459578"/>
                  </a:cubicBezTo>
                  <a:cubicBezTo>
                    <a:pt x="50292" y="462306"/>
                    <a:pt x="59343" y="463447"/>
                    <a:pt x="67562" y="462831"/>
                  </a:cubicBezTo>
                  <a:cubicBezTo>
                    <a:pt x="75769" y="462215"/>
                    <a:pt x="84524" y="459715"/>
                    <a:pt x="91795" y="455868"/>
                  </a:cubicBezTo>
                  <a:cubicBezTo>
                    <a:pt x="99054" y="452022"/>
                    <a:pt x="106006" y="446155"/>
                    <a:pt x="111153" y="439728"/>
                  </a:cubicBezTo>
                  <a:cubicBezTo>
                    <a:pt x="116301" y="433313"/>
                    <a:pt x="120376" y="425243"/>
                    <a:pt x="122705" y="417322"/>
                  </a:cubicBezTo>
                  <a:cubicBezTo>
                    <a:pt x="125022" y="409389"/>
                    <a:pt x="124714" y="400588"/>
                    <a:pt x="125125" y="392165"/>
                  </a:cubicBezTo>
                  <a:cubicBezTo>
                    <a:pt x="125524" y="383741"/>
                    <a:pt x="125125" y="375237"/>
                    <a:pt x="125125" y="366779"/>
                  </a:cubicBezTo>
                  <a:cubicBezTo>
                    <a:pt x="125125" y="358309"/>
                    <a:pt x="125079" y="349851"/>
                    <a:pt x="125125" y="341393"/>
                  </a:cubicBezTo>
                  <a:cubicBezTo>
                    <a:pt x="125159" y="332924"/>
                    <a:pt x="125319" y="324466"/>
                    <a:pt x="125364" y="316008"/>
                  </a:cubicBezTo>
                  <a:cubicBezTo>
                    <a:pt x="125399" y="307538"/>
                    <a:pt x="125364" y="299080"/>
                    <a:pt x="125364" y="290622"/>
                  </a:cubicBezTo>
                  <a:cubicBezTo>
                    <a:pt x="125364" y="282164"/>
                    <a:pt x="125387" y="273706"/>
                    <a:pt x="125342" y="265236"/>
                  </a:cubicBezTo>
                  <a:cubicBezTo>
                    <a:pt x="125307" y="256778"/>
                    <a:pt x="125147" y="248320"/>
                    <a:pt x="125125" y="239862"/>
                  </a:cubicBezTo>
                  <a:cubicBezTo>
                    <a:pt x="125090" y="231393"/>
                    <a:pt x="125170" y="222935"/>
                    <a:pt x="125182" y="214477"/>
                  </a:cubicBezTo>
                  <a:cubicBezTo>
                    <a:pt x="125205" y="206019"/>
                    <a:pt x="125216" y="197549"/>
                    <a:pt x="125205" y="189091"/>
                  </a:cubicBezTo>
                  <a:cubicBezTo>
                    <a:pt x="125193" y="180633"/>
                    <a:pt x="125090" y="172175"/>
                    <a:pt x="125125" y="163705"/>
                  </a:cubicBezTo>
                  <a:cubicBezTo>
                    <a:pt x="125147" y="155247"/>
                    <a:pt x="125307" y="146789"/>
                    <a:pt x="125353" y="138320"/>
                  </a:cubicBezTo>
                  <a:cubicBezTo>
                    <a:pt x="125399" y="129862"/>
                    <a:pt x="125444" y="121404"/>
                    <a:pt x="125410" y="112945"/>
                  </a:cubicBezTo>
                  <a:cubicBezTo>
                    <a:pt x="125364" y="104476"/>
                    <a:pt x="125136" y="96018"/>
                    <a:pt x="125125" y="87560"/>
                  </a:cubicBezTo>
                  <a:cubicBezTo>
                    <a:pt x="125125" y="79090"/>
                    <a:pt x="126243" y="70495"/>
                    <a:pt x="125364" y="62174"/>
                  </a:cubicBezTo>
                  <a:cubicBezTo>
                    <a:pt x="124485" y="53842"/>
                    <a:pt x="123218" y="45075"/>
                    <a:pt x="119851" y="37576"/>
                  </a:cubicBezTo>
                  <a:cubicBezTo>
                    <a:pt x="116473" y="30077"/>
                    <a:pt x="111165" y="22737"/>
                    <a:pt x="105127" y="17144"/>
                  </a:cubicBezTo>
                  <a:cubicBezTo>
                    <a:pt x="99088" y="11551"/>
                    <a:pt x="91384" y="6757"/>
                    <a:pt x="83633" y="3995"/>
                  </a:cubicBezTo>
                  <a:cubicBezTo>
                    <a:pt x="75894" y="1233"/>
                    <a:pt x="66843" y="0"/>
                    <a:pt x="58636" y="571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7" name="Inner right wave"/>
            <p:cNvSpPr/>
            <p:nvPr/>
          </p:nvSpPr>
          <p:spPr>
            <a:xfrm>
              <a:off x="4766697" y="2231770"/>
              <a:ext cx="151251" cy="545598"/>
            </a:xfrm>
            <a:custGeom>
              <a:avLst/>
              <a:gdLst/>
              <a:ahLst/>
              <a:cxnLst/>
              <a:rect l="l" t="t" r="r" b="b"/>
              <a:pathLst>
                <a:path w="151251" h="545598">
                  <a:moveTo>
                    <a:pt x="88247" y="766"/>
                  </a:moveTo>
                  <a:cubicBezTo>
                    <a:pt x="80049" y="1530"/>
                    <a:pt x="71294" y="4554"/>
                    <a:pt x="64149" y="8743"/>
                  </a:cubicBezTo>
                  <a:cubicBezTo>
                    <a:pt x="57004" y="12933"/>
                    <a:pt x="50383" y="19256"/>
                    <a:pt x="45372" y="25922"/>
                  </a:cubicBezTo>
                  <a:cubicBezTo>
                    <a:pt x="40361" y="32577"/>
                    <a:pt x="36914" y="40749"/>
                    <a:pt x="34083" y="48705"/>
                  </a:cubicBezTo>
                  <a:cubicBezTo>
                    <a:pt x="31241" y="56661"/>
                    <a:pt x="30282" y="65347"/>
                    <a:pt x="28376" y="73657"/>
                  </a:cubicBezTo>
                  <a:cubicBezTo>
                    <a:pt x="26470" y="81967"/>
                    <a:pt x="24541" y="90288"/>
                    <a:pt x="22623" y="98598"/>
                  </a:cubicBezTo>
                  <a:cubicBezTo>
                    <a:pt x="20694" y="106907"/>
                    <a:pt x="18754" y="115217"/>
                    <a:pt x="16813" y="123527"/>
                  </a:cubicBezTo>
                  <a:cubicBezTo>
                    <a:pt x="14862" y="131836"/>
                    <a:pt x="12841" y="140123"/>
                    <a:pt x="10935" y="148444"/>
                  </a:cubicBezTo>
                  <a:cubicBezTo>
                    <a:pt x="9017" y="156754"/>
                    <a:pt x="6917" y="165041"/>
                    <a:pt x="5342" y="173419"/>
                  </a:cubicBezTo>
                  <a:cubicBezTo>
                    <a:pt x="3767" y="181797"/>
                    <a:pt x="2192" y="190232"/>
                    <a:pt x="1461" y="198702"/>
                  </a:cubicBezTo>
                  <a:cubicBezTo>
                    <a:pt x="731" y="207183"/>
                    <a:pt x="1016" y="215755"/>
                    <a:pt x="925" y="224282"/>
                  </a:cubicBezTo>
                  <a:cubicBezTo>
                    <a:pt x="833" y="232808"/>
                    <a:pt x="925" y="241346"/>
                    <a:pt x="925" y="249884"/>
                  </a:cubicBezTo>
                  <a:cubicBezTo>
                    <a:pt x="925" y="258411"/>
                    <a:pt x="925" y="266949"/>
                    <a:pt x="925" y="275475"/>
                  </a:cubicBezTo>
                  <a:cubicBezTo>
                    <a:pt x="925" y="284013"/>
                    <a:pt x="925" y="292540"/>
                    <a:pt x="925" y="301078"/>
                  </a:cubicBezTo>
                  <a:cubicBezTo>
                    <a:pt x="925" y="309604"/>
                    <a:pt x="925" y="318142"/>
                    <a:pt x="925" y="326669"/>
                  </a:cubicBezTo>
                  <a:cubicBezTo>
                    <a:pt x="925" y="335207"/>
                    <a:pt x="925" y="343733"/>
                    <a:pt x="925" y="352271"/>
                  </a:cubicBezTo>
                  <a:cubicBezTo>
                    <a:pt x="925" y="360798"/>
                    <a:pt x="925" y="369336"/>
                    <a:pt x="925" y="377862"/>
                  </a:cubicBezTo>
                  <a:cubicBezTo>
                    <a:pt x="925" y="386400"/>
                    <a:pt x="925" y="394927"/>
                    <a:pt x="925" y="403465"/>
                  </a:cubicBezTo>
                  <a:cubicBezTo>
                    <a:pt x="925" y="411991"/>
                    <a:pt x="925" y="420529"/>
                    <a:pt x="925" y="429056"/>
                  </a:cubicBezTo>
                  <a:cubicBezTo>
                    <a:pt x="925" y="437594"/>
                    <a:pt x="925" y="446120"/>
                    <a:pt x="925" y="454658"/>
                  </a:cubicBezTo>
                  <a:cubicBezTo>
                    <a:pt x="925" y="463185"/>
                    <a:pt x="925" y="471723"/>
                    <a:pt x="925" y="480249"/>
                  </a:cubicBezTo>
                  <a:cubicBezTo>
                    <a:pt x="925" y="488787"/>
                    <a:pt x="0" y="497497"/>
                    <a:pt x="925" y="505852"/>
                  </a:cubicBezTo>
                  <a:cubicBezTo>
                    <a:pt x="1849" y="514207"/>
                    <a:pt x="2112" y="524012"/>
                    <a:pt x="6483" y="530393"/>
                  </a:cubicBezTo>
                  <a:cubicBezTo>
                    <a:pt x="10867" y="536785"/>
                    <a:pt x="19690" y="542732"/>
                    <a:pt x="27201" y="544159"/>
                  </a:cubicBezTo>
                  <a:cubicBezTo>
                    <a:pt x="34723" y="545597"/>
                    <a:pt x="45292" y="543405"/>
                    <a:pt x="51582" y="539011"/>
                  </a:cubicBezTo>
                  <a:cubicBezTo>
                    <a:pt x="57860" y="534616"/>
                    <a:pt x="61992" y="525542"/>
                    <a:pt x="64914" y="517791"/>
                  </a:cubicBezTo>
                  <a:cubicBezTo>
                    <a:pt x="67824" y="510052"/>
                    <a:pt x="67699" y="500967"/>
                    <a:pt x="69069" y="492543"/>
                  </a:cubicBezTo>
                  <a:cubicBezTo>
                    <a:pt x="70438" y="484130"/>
                    <a:pt x="71797" y="475695"/>
                    <a:pt x="73143" y="467271"/>
                  </a:cubicBezTo>
                  <a:cubicBezTo>
                    <a:pt x="74490" y="458847"/>
                    <a:pt x="75803" y="450424"/>
                    <a:pt x="77161" y="442000"/>
                  </a:cubicBezTo>
                  <a:cubicBezTo>
                    <a:pt x="78520" y="433576"/>
                    <a:pt x="79901" y="425152"/>
                    <a:pt x="81316" y="416740"/>
                  </a:cubicBezTo>
                  <a:cubicBezTo>
                    <a:pt x="82732" y="408327"/>
                    <a:pt x="84193" y="399926"/>
                    <a:pt x="85676" y="391514"/>
                  </a:cubicBezTo>
                  <a:cubicBezTo>
                    <a:pt x="87160" y="383113"/>
                    <a:pt x="88713" y="374723"/>
                    <a:pt x="90208" y="366322"/>
                  </a:cubicBezTo>
                  <a:cubicBezTo>
                    <a:pt x="91692" y="357921"/>
                    <a:pt x="93096" y="349509"/>
                    <a:pt x="94637" y="341119"/>
                  </a:cubicBezTo>
                  <a:cubicBezTo>
                    <a:pt x="96166" y="332730"/>
                    <a:pt x="97821" y="324352"/>
                    <a:pt x="99419" y="315973"/>
                  </a:cubicBezTo>
                  <a:cubicBezTo>
                    <a:pt x="101029" y="307595"/>
                    <a:pt x="102570" y="299206"/>
                    <a:pt x="104236" y="290839"/>
                  </a:cubicBezTo>
                  <a:cubicBezTo>
                    <a:pt x="105903" y="282461"/>
                    <a:pt x="107683" y="274117"/>
                    <a:pt x="109407" y="265761"/>
                  </a:cubicBezTo>
                  <a:cubicBezTo>
                    <a:pt x="111131" y="257406"/>
                    <a:pt x="112786" y="249039"/>
                    <a:pt x="114566" y="240695"/>
                  </a:cubicBezTo>
                  <a:cubicBezTo>
                    <a:pt x="116336" y="232352"/>
                    <a:pt x="118219" y="224030"/>
                    <a:pt x="120045" y="215698"/>
                  </a:cubicBezTo>
                  <a:cubicBezTo>
                    <a:pt x="121872" y="207365"/>
                    <a:pt x="123744" y="199033"/>
                    <a:pt x="125536" y="190689"/>
                  </a:cubicBezTo>
                  <a:cubicBezTo>
                    <a:pt x="127316" y="182345"/>
                    <a:pt x="129006" y="173990"/>
                    <a:pt x="130752" y="165634"/>
                  </a:cubicBezTo>
                  <a:cubicBezTo>
                    <a:pt x="132498" y="157279"/>
                    <a:pt x="134268" y="148935"/>
                    <a:pt x="136025" y="140591"/>
                  </a:cubicBezTo>
                  <a:cubicBezTo>
                    <a:pt x="137783" y="132236"/>
                    <a:pt x="139552" y="123892"/>
                    <a:pt x="141322" y="115548"/>
                  </a:cubicBezTo>
                  <a:cubicBezTo>
                    <a:pt x="143091" y="107193"/>
                    <a:pt x="144997" y="98872"/>
                    <a:pt x="146629" y="90505"/>
                  </a:cubicBezTo>
                  <a:cubicBezTo>
                    <a:pt x="148262" y="82138"/>
                    <a:pt x="150978" y="73703"/>
                    <a:pt x="151115" y="65313"/>
                  </a:cubicBezTo>
                  <a:cubicBezTo>
                    <a:pt x="151252" y="56924"/>
                    <a:pt x="150225" y="47998"/>
                    <a:pt x="147428" y="40167"/>
                  </a:cubicBezTo>
                  <a:cubicBezTo>
                    <a:pt x="144643" y="32348"/>
                    <a:pt x="140066" y="24381"/>
                    <a:pt x="134382" y="18377"/>
                  </a:cubicBezTo>
                  <a:cubicBezTo>
                    <a:pt x="128697" y="12373"/>
                    <a:pt x="121038" y="7088"/>
                    <a:pt x="113345" y="4155"/>
                  </a:cubicBezTo>
                  <a:cubicBezTo>
                    <a:pt x="105652" y="1210"/>
                    <a:pt x="96452" y="0"/>
                    <a:pt x="88245" y="76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18" name="Outer right wave"/>
            <p:cNvSpPr/>
            <p:nvPr/>
          </p:nvSpPr>
          <p:spPr>
            <a:xfrm>
              <a:off x="4870365" y="2057801"/>
              <a:ext cx="290509" cy="639151"/>
            </a:xfrm>
            <a:custGeom>
              <a:avLst/>
              <a:gdLst/>
              <a:ahLst/>
              <a:cxnLst/>
              <a:rect l="l" t="t" r="r" b="b"/>
              <a:pathLst>
                <a:path w="290509" h="639151">
                  <a:moveTo>
                    <a:pt x="204305" y="624"/>
                  </a:moveTo>
                  <a:cubicBezTo>
                    <a:pt x="195951" y="1244"/>
                    <a:pt x="187356" y="3356"/>
                    <a:pt x="179537" y="6392"/>
                  </a:cubicBezTo>
                  <a:cubicBezTo>
                    <a:pt x="171718" y="9440"/>
                    <a:pt x="164036" y="13754"/>
                    <a:pt x="157370" y="18845"/>
                  </a:cubicBezTo>
                  <a:cubicBezTo>
                    <a:pt x="150704" y="23947"/>
                    <a:pt x="144575" y="30260"/>
                    <a:pt x="139552" y="36994"/>
                  </a:cubicBezTo>
                  <a:cubicBezTo>
                    <a:pt x="134530" y="43729"/>
                    <a:pt x="130501" y="51479"/>
                    <a:pt x="127225" y="59252"/>
                  </a:cubicBezTo>
                  <a:cubicBezTo>
                    <a:pt x="123949" y="67037"/>
                    <a:pt x="122214" y="75506"/>
                    <a:pt x="119897" y="83679"/>
                  </a:cubicBezTo>
                  <a:cubicBezTo>
                    <a:pt x="117580" y="91863"/>
                    <a:pt x="115525" y="100127"/>
                    <a:pt x="113334" y="108345"/>
                  </a:cubicBezTo>
                  <a:cubicBezTo>
                    <a:pt x="111153" y="116575"/>
                    <a:pt x="108962" y="124794"/>
                    <a:pt x="106770" y="133012"/>
                  </a:cubicBezTo>
                  <a:cubicBezTo>
                    <a:pt x="104579" y="141230"/>
                    <a:pt x="102399" y="149460"/>
                    <a:pt x="100196" y="157679"/>
                  </a:cubicBezTo>
                  <a:cubicBezTo>
                    <a:pt x="97981" y="165897"/>
                    <a:pt x="95721" y="174092"/>
                    <a:pt x="93530" y="182311"/>
                  </a:cubicBezTo>
                  <a:cubicBezTo>
                    <a:pt x="91338" y="190529"/>
                    <a:pt x="89181" y="198770"/>
                    <a:pt x="87035" y="207000"/>
                  </a:cubicBezTo>
                  <a:cubicBezTo>
                    <a:pt x="84900" y="215230"/>
                    <a:pt x="82811" y="223483"/>
                    <a:pt x="80688" y="231724"/>
                  </a:cubicBezTo>
                  <a:cubicBezTo>
                    <a:pt x="78565" y="239965"/>
                    <a:pt x="76431" y="248195"/>
                    <a:pt x="74319" y="256436"/>
                  </a:cubicBezTo>
                  <a:cubicBezTo>
                    <a:pt x="72219" y="264677"/>
                    <a:pt x="70119" y="272930"/>
                    <a:pt x="68075" y="281182"/>
                  </a:cubicBezTo>
                  <a:cubicBezTo>
                    <a:pt x="66021" y="289446"/>
                    <a:pt x="64058" y="297722"/>
                    <a:pt x="62037" y="305986"/>
                  </a:cubicBezTo>
                  <a:cubicBezTo>
                    <a:pt x="60017" y="314250"/>
                    <a:pt x="57917" y="322491"/>
                    <a:pt x="55931" y="330766"/>
                  </a:cubicBezTo>
                  <a:cubicBezTo>
                    <a:pt x="53944" y="339042"/>
                    <a:pt x="52038" y="347329"/>
                    <a:pt x="50143" y="355627"/>
                  </a:cubicBezTo>
                  <a:cubicBezTo>
                    <a:pt x="48237" y="363914"/>
                    <a:pt x="46411" y="372224"/>
                    <a:pt x="44516" y="380522"/>
                  </a:cubicBezTo>
                  <a:cubicBezTo>
                    <a:pt x="42621" y="388820"/>
                    <a:pt x="40692" y="397096"/>
                    <a:pt x="38775" y="405394"/>
                  </a:cubicBezTo>
                  <a:cubicBezTo>
                    <a:pt x="36857" y="413681"/>
                    <a:pt x="34917" y="421968"/>
                    <a:pt x="33022" y="430254"/>
                  </a:cubicBezTo>
                  <a:cubicBezTo>
                    <a:pt x="31116" y="438553"/>
                    <a:pt x="29244" y="446851"/>
                    <a:pt x="27383" y="455149"/>
                  </a:cubicBezTo>
                  <a:cubicBezTo>
                    <a:pt x="25511" y="463447"/>
                    <a:pt x="23673" y="471757"/>
                    <a:pt x="21802" y="480055"/>
                  </a:cubicBezTo>
                  <a:cubicBezTo>
                    <a:pt x="19941" y="488354"/>
                    <a:pt x="18035" y="496652"/>
                    <a:pt x="16186" y="504950"/>
                  </a:cubicBezTo>
                  <a:cubicBezTo>
                    <a:pt x="14336" y="513260"/>
                    <a:pt x="12544" y="521581"/>
                    <a:pt x="10718" y="529891"/>
                  </a:cubicBezTo>
                  <a:cubicBezTo>
                    <a:pt x="8892" y="538189"/>
                    <a:pt x="6963" y="546487"/>
                    <a:pt x="5216" y="554808"/>
                  </a:cubicBezTo>
                  <a:cubicBezTo>
                    <a:pt x="3459" y="563129"/>
                    <a:pt x="422" y="571485"/>
                    <a:pt x="205" y="579817"/>
                  </a:cubicBezTo>
                  <a:cubicBezTo>
                    <a:pt x="0" y="588161"/>
                    <a:pt x="890" y="597258"/>
                    <a:pt x="3949" y="604872"/>
                  </a:cubicBezTo>
                  <a:cubicBezTo>
                    <a:pt x="7008" y="612485"/>
                    <a:pt x="12396" y="620110"/>
                    <a:pt x="18548" y="625498"/>
                  </a:cubicBezTo>
                  <a:cubicBezTo>
                    <a:pt x="24712" y="630885"/>
                    <a:pt x="32988" y="635280"/>
                    <a:pt x="40909" y="637220"/>
                  </a:cubicBezTo>
                  <a:cubicBezTo>
                    <a:pt x="48842" y="639149"/>
                    <a:pt x="58236" y="639138"/>
                    <a:pt x="66135" y="637106"/>
                  </a:cubicBezTo>
                  <a:cubicBezTo>
                    <a:pt x="74034" y="635063"/>
                    <a:pt x="81990" y="630360"/>
                    <a:pt x="88290" y="625007"/>
                  </a:cubicBezTo>
                  <a:cubicBezTo>
                    <a:pt x="94603" y="619654"/>
                    <a:pt x="99499" y="612131"/>
                    <a:pt x="103985" y="604975"/>
                  </a:cubicBezTo>
                  <a:cubicBezTo>
                    <a:pt x="108482" y="597829"/>
                    <a:pt x="111941" y="589919"/>
                    <a:pt x="115274" y="582112"/>
                  </a:cubicBezTo>
                  <a:cubicBezTo>
                    <a:pt x="118607" y="574304"/>
                    <a:pt x="121073" y="566109"/>
                    <a:pt x="123972" y="558119"/>
                  </a:cubicBezTo>
                  <a:cubicBezTo>
                    <a:pt x="126882" y="550128"/>
                    <a:pt x="129827" y="542138"/>
                    <a:pt x="132727" y="534137"/>
                  </a:cubicBezTo>
                  <a:cubicBezTo>
                    <a:pt x="135626" y="526147"/>
                    <a:pt x="138502" y="518134"/>
                    <a:pt x="141390" y="510132"/>
                  </a:cubicBezTo>
                  <a:cubicBezTo>
                    <a:pt x="144278" y="502131"/>
                    <a:pt x="147177" y="494129"/>
                    <a:pt x="150054" y="486128"/>
                  </a:cubicBezTo>
                  <a:cubicBezTo>
                    <a:pt x="152930" y="478115"/>
                    <a:pt x="155772" y="470102"/>
                    <a:pt x="158649" y="462089"/>
                  </a:cubicBezTo>
                  <a:cubicBezTo>
                    <a:pt x="161514" y="454076"/>
                    <a:pt x="164390" y="446075"/>
                    <a:pt x="167255" y="438062"/>
                  </a:cubicBezTo>
                  <a:cubicBezTo>
                    <a:pt x="170132" y="430060"/>
                    <a:pt x="173008" y="422047"/>
                    <a:pt x="175873" y="414035"/>
                  </a:cubicBezTo>
                  <a:cubicBezTo>
                    <a:pt x="178738" y="406033"/>
                    <a:pt x="181580" y="398009"/>
                    <a:pt x="184457" y="390007"/>
                  </a:cubicBezTo>
                  <a:cubicBezTo>
                    <a:pt x="187333" y="381994"/>
                    <a:pt x="190255" y="374004"/>
                    <a:pt x="193143" y="366003"/>
                  </a:cubicBezTo>
                  <a:cubicBezTo>
                    <a:pt x="196031" y="358001"/>
                    <a:pt x="198907" y="349988"/>
                    <a:pt x="201772" y="341987"/>
                  </a:cubicBezTo>
                  <a:cubicBezTo>
                    <a:pt x="204649" y="333974"/>
                    <a:pt x="207537" y="325972"/>
                    <a:pt x="210402" y="317960"/>
                  </a:cubicBezTo>
                  <a:cubicBezTo>
                    <a:pt x="213267" y="309947"/>
                    <a:pt x="216109" y="301934"/>
                    <a:pt x="218974" y="293921"/>
                  </a:cubicBezTo>
                  <a:cubicBezTo>
                    <a:pt x="221839" y="285908"/>
                    <a:pt x="224738" y="277906"/>
                    <a:pt x="227615" y="269905"/>
                  </a:cubicBezTo>
                  <a:cubicBezTo>
                    <a:pt x="230491" y="261903"/>
                    <a:pt x="233356" y="253891"/>
                    <a:pt x="236244" y="245889"/>
                  </a:cubicBezTo>
                  <a:cubicBezTo>
                    <a:pt x="239132" y="237888"/>
                    <a:pt x="242077" y="229897"/>
                    <a:pt x="244964" y="221896"/>
                  </a:cubicBezTo>
                  <a:cubicBezTo>
                    <a:pt x="247852" y="213894"/>
                    <a:pt x="250694" y="205882"/>
                    <a:pt x="253571" y="197869"/>
                  </a:cubicBezTo>
                  <a:cubicBezTo>
                    <a:pt x="256436" y="189856"/>
                    <a:pt x="259335" y="181854"/>
                    <a:pt x="262155" y="173830"/>
                  </a:cubicBezTo>
                  <a:cubicBezTo>
                    <a:pt x="264974" y="165806"/>
                    <a:pt x="267713" y="157747"/>
                    <a:pt x="270498" y="149711"/>
                  </a:cubicBezTo>
                  <a:cubicBezTo>
                    <a:pt x="273295" y="141676"/>
                    <a:pt x="276171" y="133663"/>
                    <a:pt x="278888" y="125604"/>
                  </a:cubicBezTo>
                  <a:cubicBezTo>
                    <a:pt x="281593" y="117534"/>
                    <a:pt x="284881" y="109555"/>
                    <a:pt x="286764" y="101326"/>
                  </a:cubicBezTo>
                  <a:cubicBezTo>
                    <a:pt x="288647" y="93084"/>
                    <a:pt x="290508" y="84524"/>
                    <a:pt x="290200" y="76191"/>
                  </a:cubicBezTo>
                  <a:cubicBezTo>
                    <a:pt x="289880" y="67859"/>
                    <a:pt x="287894" y="59138"/>
                    <a:pt x="284881" y="51331"/>
                  </a:cubicBezTo>
                  <a:cubicBezTo>
                    <a:pt x="281867" y="43523"/>
                    <a:pt x="277416" y="35818"/>
                    <a:pt x="272119" y="29346"/>
                  </a:cubicBezTo>
                  <a:cubicBezTo>
                    <a:pt x="266823" y="22874"/>
                    <a:pt x="260157" y="16950"/>
                    <a:pt x="253080" y="12499"/>
                  </a:cubicBezTo>
                  <a:cubicBezTo>
                    <a:pt x="246003" y="8047"/>
                    <a:pt x="237773" y="4634"/>
                    <a:pt x="229646" y="2648"/>
                  </a:cubicBezTo>
                  <a:cubicBezTo>
                    <a:pt x="221519" y="673"/>
                    <a:pt x="212662" y="0"/>
                    <a:pt x="204306" y="62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19" name="Don’t marker"/>
          <p:cNvSpPr/>
          <p:nvPr/>
        </p:nvSpPr>
        <p:spPr>
          <a:xfrm>
            <a:off x="3514954" y="338328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14954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✕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80714" y="33558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Rotate</a:t>
            </a:r>
            <a:endParaRPr lang="en-US" sz="1400" dirty="0"/>
          </a:p>
        </p:txBody>
      </p:sp>
      <p:sp>
        <p:nvSpPr>
          <p:cNvPr id="22" name="Don’t example Change wave count"/>
          <p:cNvSpPr/>
          <p:nvPr/>
        </p:nvSpPr>
        <p:spPr>
          <a:xfrm>
            <a:off x="6206947" y="1691640"/>
            <a:ext cx="260604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grpSp>
        <p:nvGrpSpPr>
          <p:cNvPr id="84" name="VCA symbol"/>
          <p:cNvGrpSpPr/>
          <p:nvPr/>
        </p:nvGrpSpPr>
        <p:grpSpPr>
          <a:xfrm>
            <a:off x="7029907" y="2057801"/>
            <a:ext cx="960121" cy="719567"/>
            <a:chOff x="7029907" y="2057801"/>
            <a:chExt cx="960121" cy="719567"/>
          </a:xfrm>
        </p:grpSpPr>
        <p:sp>
          <p:nvSpPr>
            <p:cNvPr id="23" name="Outer left wave"/>
            <p:cNvSpPr/>
            <p:nvPr/>
          </p:nvSpPr>
          <p:spPr>
            <a:xfrm>
              <a:off x="7029907" y="2057968"/>
              <a:ext cx="290170" cy="639263"/>
            </a:xfrm>
            <a:custGeom>
              <a:avLst/>
              <a:gdLst/>
              <a:ahLst/>
              <a:cxnLst/>
              <a:rect l="l" t="t" r="r" b="b"/>
              <a:pathLst>
                <a:path w="290170" h="639263">
                  <a:moveTo>
                    <a:pt x="82328" y="164"/>
                  </a:moveTo>
                  <a:cubicBezTo>
                    <a:pt x="73954" y="0"/>
                    <a:pt x="65142" y="1050"/>
                    <a:pt x="57118" y="3436"/>
                  </a:cubicBezTo>
                  <a:cubicBezTo>
                    <a:pt x="49093" y="5833"/>
                    <a:pt x="41058" y="9714"/>
                    <a:pt x="34198" y="14508"/>
                  </a:cubicBezTo>
                  <a:cubicBezTo>
                    <a:pt x="27349" y="19302"/>
                    <a:pt x="20957" y="25500"/>
                    <a:pt x="15957" y="32211"/>
                  </a:cubicBezTo>
                  <a:cubicBezTo>
                    <a:pt x="10958" y="38923"/>
                    <a:pt x="6837" y="46833"/>
                    <a:pt x="4200" y="54778"/>
                  </a:cubicBezTo>
                  <a:cubicBezTo>
                    <a:pt x="1564" y="62722"/>
                    <a:pt x="0" y="71545"/>
                    <a:pt x="114" y="79889"/>
                  </a:cubicBezTo>
                  <a:cubicBezTo>
                    <a:pt x="240" y="88233"/>
                    <a:pt x="2774" y="96646"/>
                    <a:pt x="4920" y="104841"/>
                  </a:cubicBezTo>
                  <a:cubicBezTo>
                    <a:pt x="7054" y="113037"/>
                    <a:pt x="10227" y="121015"/>
                    <a:pt x="12955" y="129074"/>
                  </a:cubicBezTo>
                  <a:cubicBezTo>
                    <a:pt x="15672" y="137144"/>
                    <a:pt x="18480" y="145180"/>
                    <a:pt x="21276" y="153215"/>
                  </a:cubicBezTo>
                  <a:cubicBezTo>
                    <a:pt x="24062" y="161251"/>
                    <a:pt x="26881" y="169287"/>
                    <a:pt x="29712" y="177311"/>
                  </a:cubicBezTo>
                  <a:cubicBezTo>
                    <a:pt x="32542" y="185347"/>
                    <a:pt x="35407" y="193349"/>
                    <a:pt x="38250" y="201373"/>
                  </a:cubicBezTo>
                  <a:cubicBezTo>
                    <a:pt x="41092" y="209397"/>
                    <a:pt x="43911" y="217433"/>
                    <a:pt x="46765" y="225446"/>
                  </a:cubicBezTo>
                  <a:cubicBezTo>
                    <a:pt x="49618" y="233470"/>
                    <a:pt x="52472" y="241483"/>
                    <a:pt x="55348" y="249496"/>
                  </a:cubicBezTo>
                  <a:cubicBezTo>
                    <a:pt x="58225" y="257497"/>
                    <a:pt x="61158" y="265488"/>
                    <a:pt x="64046" y="273500"/>
                  </a:cubicBezTo>
                  <a:cubicBezTo>
                    <a:pt x="66934" y="281502"/>
                    <a:pt x="69799" y="289526"/>
                    <a:pt x="72675" y="297528"/>
                  </a:cubicBezTo>
                  <a:cubicBezTo>
                    <a:pt x="75552" y="305541"/>
                    <a:pt x="78428" y="313554"/>
                    <a:pt x="81328" y="321555"/>
                  </a:cubicBezTo>
                  <a:cubicBezTo>
                    <a:pt x="84227" y="329557"/>
                    <a:pt x="87195" y="337535"/>
                    <a:pt x="90071" y="345537"/>
                  </a:cubicBezTo>
                  <a:cubicBezTo>
                    <a:pt x="92959" y="353550"/>
                    <a:pt x="95744" y="361585"/>
                    <a:pt x="98609" y="369598"/>
                  </a:cubicBezTo>
                  <a:cubicBezTo>
                    <a:pt x="101485" y="377611"/>
                    <a:pt x="104430" y="385601"/>
                    <a:pt x="107307" y="393603"/>
                  </a:cubicBezTo>
                  <a:cubicBezTo>
                    <a:pt x="110172" y="401616"/>
                    <a:pt x="112991" y="409651"/>
                    <a:pt x="115845" y="417664"/>
                  </a:cubicBezTo>
                  <a:cubicBezTo>
                    <a:pt x="118710" y="425677"/>
                    <a:pt x="121598" y="433690"/>
                    <a:pt x="124474" y="441692"/>
                  </a:cubicBezTo>
                  <a:cubicBezTo>
                    <a:pt x="127350" y="449705"/>
                    <a:pt x="130238" y="457717"/>
                    <a:pt x="133115" y="465730"/>
                  </a:cubicBezTo>
                  <a:cubicBezTo>
                    <a:pt x="135980" y="473732"/>
                    <a:pt x="138845" y="481756"/>
                    <a:pt x="141721" y="489758"/>
                  </a:cubicBezTo>
                  <a:cubicBezTo>
                    <a:pt x="144598" y="497771"/>
                    <a:pt x="147474" y="505783"/>
                    <a:pt x="150373" y="513785"/>
                  </a:cubicBezTo>
                  <a:cubicBezTo>
                    <a:pt x="153273" y="521786"/>
                    <a:pt x="156206" y="529777"/>
                    <a:pt x="159094" y="537778"/>
                  </a:cubicBezTo>
                  <a:cubicBezTo>
                    <a:pt x="161982" y="545791"/>
                    <a:pt x="164767" y="553827"/>
                    <a:pt x="167678" y="561828"/>
                  </a:cubicBezTo>
                  <a:cubicBezTo>
                    <a:pt x="170577" y="569830"/>
                    <a:pt x="173054" y="578025"/>
                    <a:pt x="176512" y="585776"/>
                  </a:cubicBezTo>
                  <a:cubicBezTo>
                    <a:pt x="179971" y="593526"/>
                    <a:pt x="183669" y="601368"/>
                    <a:pt x="188440" y="608330"/>
                  </a:cubicBezTo>
                  <a:cubicBezTo>
                    <a:pt x="193200" y="615282"/>
                    <a:pt x="198474" y="622621"/>
                    <a:pt x="205083" y="627541"/>
                  </a:cubicBezTo>
                  <a:cubicBezTo>
                    <a:pt x="211703" y="632461"/>
                    <a:pt x="220104" y="636421"/>
                    <a:pt x="228128" y="637837"/>
                  </a:cubicBezTo>
                  <a:cubicBezTo>
                    <a:pt x="236164" y="639263"/>
                    <a:pt x="245547" y="638624"/>
                    <a:pt x="253297" y="636067"/>
                  </a:cubicBezTo>
                  <a:cubicBezTo>
                    <a:pt x="261036" y="633511"/>
                    <a:pt x="268878" y="628363"/>
                    <a:pt x="274619" y="622507"/>
                  </a:cubicBezTo>
                  <a:cubicBezTo>
                    <a:pt x="280349" y="616640"/>
                    <a:pt x="285234" y="608673"/>
                    <a:pt x="287700" y="600865"/>
                  </a:cubicBezTo>
                  <a:cubicBezTo>
                    <a:pt x="290165" y="593058"/>
                    <a:pt x="289971" y="584029"/>
                    <a:pt x="289412" y="575662"/>
                  </a:cubicBezTo>
                  <a:cubicBezTo>
                    <a:pt x="288853" y="567296"/>
                    <a:pt x="286091" y="558975"/>
                    <a:pt x="284333" y="550642"/>
                  </a:cubicBezTo>
                  <a:cubicBezTo>
                    <a:pt x="282586" y="542310"/>
                    <a:pt x="280726" y="534011"/>
                    <a:pt x="278911" y="525690"/>
                  </a:cubicBezTo>
                  <a:cubicBezTo>
                    <a:pt x="277096" y="517381"/>
                    <a:pt x="275270" y="509059"/>
                    <a:pt x="273466" y="500750"/>
                  </a:cubicBezTo>
                  <a:cubicBezTo>
                    <a:pt x="271651" y="492429"/>
                    <a:pt x="269928" y="484096"/>
                    <a:pt x="268044" y="475798"/>
                  </a:cubicBezTo>
                  <a:cubicBezTo>
                    <a:pt x="266150" y="467500"/>
                    <a:pt x="264049" y="459247"/>
                    <a:pt x="262132" y="450960"/>
                  </a:cubicBezTo>
                  <a:cubicBezTo>
                    <a:pt x="260203" y="442662"/>
                    <a:pt x="258388" y="434352"/>
                    <a:pt x="256527" y="426054"/>
                  </a:cubicBezTo>
                  <a:cubicBezTo>
                    <a:pt x="254655" y="417744"/>
                    <a:pt x="252818" y="409435"/>
                    <a:pt x="250923" y="401136"/>
                  </a:cubicBezTo>
                  <a:cubicBezTo>
                    <a:pt x="249039" y="392838"/>
                    <a:pt x="247099" y="384551"/>
                    <a:pt x="245181" y="376264"/>
                  </a:cubicBezTo>
                  <a:cubicBezTo>
                    <a:pt x="243275" y="367966"/>
                    <a:pt x="241403" y="359668"/>
                    <a:pt x="239463" y="351381"/>
                  </a:cubicBezTo>
                  <a:cubicBezTo>
                    <a:pt x="237534" y="343094"/>
                    <a:pt x="235548" y="334807"/>
                    <a:pt x="233573" y="326532"/>
                  </a:cubicBezTo>
                  <a:cubicBezTo>
                    <a:pt x="231598" y="318256"/>
                    <a:pt x="229612" y="309981"/>
                    <a:pt x="227615" y="301705"/>
                  </a:cubicBezTo>
                  <a:cubicBezTo>
                    <a:pt x="225628" y="293430"/>
                    <a:pt x="223699" y="285143"/>
                    <a:pt x="221633" y="276879"/>
                  </a:cubicBezTo>
                  <a:cubicBezTo>
                    <a:pt x="219567" y="268626"/>
                    <a:pt x="217353" y="260408"/>
                    <a:pt x="215219" y="252167"/>
                  </a:cubicBezTo>
                  <a:cubicBezTo>
                    <a:pt x="213084" y="243926"/>
                    <a:pt x="210972" y="235685"/>
                    <a:pt x="208849" y="227443"/>
                  </a:cubicBezTo>
                  <a:cubicBezTo>
                    <a:pt x="206726" y="219202"/>
                    <a:pt x="204637" y="210950"/>
                    <a:pt x="202480" y="202720"/>
                  </a:cubicBezTo>
                  <a:cubicBezTo>
                    <a:pt x="200311" y="194490"/>
                    <a:pt x="198074" y="186283"/>
                    <a:pt x="195860" y="178065"/>
                  </a:cubicBezTo>
                  <a:cubicBezTo>
                    <a:pt x="193657" y="169835"/>
                    <a:pt x="191419" y="161628"/>
                    <a:pt x="189228" y="153398"/>
                  </a:cubicBezTo>
                  <a:cubicBezTo>
                    <a:pt x="187036" y="145180"/>
                    <a:pt x="184925" y="136939"/>
                    <a:pt x="182722" y="128709"/>
                  </a:cubicBezTo>
                  <a:cubicBezTo>
                    <a:pt x="180530" y="120490"/>
                    <a:pt x="178270" y="112283"/>
                    <a:pt x="176067" y="104065"/>
                  </a:cubicBezTo>
                  <a:cubicBezTo>
                    <a:pt x="173864" y="95847"/>
                    <a:pt x="171878" y="87548"/>
                    <a:pt x="169492" y="79387"/>
                  </a:cubicBezTo>
                  <a:cubicBezTo>
                    <a:pt x="167107" y="71226"/>
                    <a:pt x="165189" y="62791"/>
                    <a:pt x="161719" y="55109"/>
                  </a:cubicBezTo>
                  <a:cubicBezTo>
                    <a:pt x="158249" y="47427"/>
                    <a:pt x="153946" y="39825"/>
                    <a:pt x="148684" y="33273"/>
                  </a:cubicBezTo>
                  <a:cubicBezTo>
                    <a:pt x="143433" y="26710"/>
                    <a:pt x="137064" y="20592"/>
                    <a:pt x="130181" y="15786"/>
                  </a:cubicBezTo>
                  <a:cubicBezTo>
                    <a:pt x="123298" y="10969"/>
                    <a:pt x="115365" y="7031"/>
                    <a:pt x="107387" y="4429"/>
                  </a:cubicBezTo>
                  <a:cubicBezTo>
                    <a:pt x="99408" y="1826"/>
                    <a:pt x="90710" y="331"/>
                    <a:pt x="82332" y="160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4" name="Inner left wave"/>
            <p:cNvSpPr/>
            <p:nvPr/>
          </p:nvSpPr>
          <p:spPr>
            <a:xfrm>
              <a:off x="7272332" y="2231676"/>
              <a:ext cx="151351" cy="545606"/>
            </a:xfrm>
            <a:custGeom>
              <a:avLst/>
              <a:gdLst/>
              <a:ahLst/>
              <a:cxnLst/>
              <a:rect l="l" t="t" r="r" b="b"/>
              <a:pathLst>
                <a:path w="151351" h="545606">
                  <a:moveTo>
                    <a:pt x="54780" y="506"/>
                  </a:moveTo>
                  <a:cubicBezTo>
                    <a:pt x="46559" y="1016"/>
                    <a:pt x="37622" y="3744"/>
                    <a:pt x="30454" y="7830"/>
                  </a:cubicBezTo>
                  <a:cubicBezTo>
                    <a:pt x="23285" y="11928"/>
                    <a:pt x="16597" y="18297"/>
                    <a:pt x="11802" y="25055"/>
                  </a:cubicBezTo>
                  <a:cubicBezTo>
                    <a:pt x="7008" y="31812"/>
                    <a:pt x="3424" y="40259"/>
                    <a:pt x="1712" y="48374"/>
                  </a:cubicBezTo>
                  <a:cubicBezTo>
                    <a:pt x="0" y="56490"/>
                    <a:pt x="708" y="65325"/>
                    <a:pt x="1530" y="73737"/>
                  </a:cubicBezTo>
                  <a:cubicBezTo>
                    <a:pt x="2340" y="82149"/>
                    <a:pt x="4863" y="90482"/>
                    <a:pt x="6609" y="98837"/>
                  </a:cubicBezTo>
                  <a:cubicBezTo>
                    <a:pt x="8355" y="107193"/>
                    <a:pt x="10239" y="115514"/>
                    <a:pt x="12019" y="123869"/>
                  </a:cubicBezTo>
                  <a:cubicBezTo>
                    <a:pt x="13800" y="132213"/>
                    <a:pt x="15535" y="140568"/>
                    <a:pt x="17270" y="148924"/>
                  </a:cubicBezTo>
                  <a:cubicBezTo>
                    <a:pt x="19016" y="157279"/>
                    <a:pt x="20706" y="165646"/>
                    <a:pt x="22475" y="174001"/>
                  </a:cubicBezTo>
                  <a:cubicBezTo>
                    <a:pt x="24233" y="182345"/>
                    <a:pt x="26070" y="190678"/>
                    <a:pt x="27851" y="199033"/>
                  </a:cubicBezTo>
                  <a:cubicBezTo>
                    <a:pt x="29632" y="207377"/>
                    <a:pt x="31435" y="215721"/>
                    <a:pt x="33170" y="224076"/>
                  </a:cubicBezTo>
                  <a:cubicBezTo>
                    <a:pt x="34917" y="232431"/>
                    <a:pt x="36572" y="240810"/>
                    <a:pt x="38318" y="249165"/>
                  </a:cubicBezTo>
                  <a:cubicBezTo>
                    <a:pt x="40053" y="257520"/>
                    <a:pt x="41902" y="265853"/>
                    <a:pt x="43614" y="274208"/>
                  </a:cubicBezTo>
                  <a:cubicBezTo>
                    <a:pt x="45338" y="282575"/>
                    <a:pt x="46993" y="290942"/>
                    <a:pt x="48625" y="299320"/>
                  </a:cubicBezTo>
                  <a:cubicBezTo>
                    <a:pt x="50246" y="307698"/>
                    <a:pt x="51833" y="316088"/>
                    <a:pt x="53397" y="324477"/>
                  </a:cubicBezTo>
                  <a:cubicBezTo>
                    <a:pt x="54960" y="332867"/>
                    <a:pt x="56490" y="341268"/>
                    <a:pt x="58019" y="349669"/>
                  </a:cubicBezTo>
                  <a:cubicBezTo>
                    <a:pt x="59549" y="358058"/>
                    <a:pt x="61078" y="366459"/>
                    <a:pt x="62562" y="374860"/>
                  </a:cubicBezTo>
                  <a:cubicBezTo>
                    <a:pt x="64058" y="383273"/>
                    <a:pt x="65519" y="391685"/>
                    <a:pt x="66945" y="400098"/>
                  </a:cubicBezTo>
                  <a:cubicBezTo>
                    <a:pt x="68372" y="408510"/>
                    <a:pt x="69788" y="416922"/>
                    <a:pt x="71146" y="425358"/>
                  </a:cubicBezTo>
                  <a:cubicBezTo>
                    <a:pt x="72504" y="433781"/>
                    <a:pt x="73760" y="442217"/>
                    <a:pt x="75107" y="450652"/>
                  </a:cubicBezTo>
                  <a:cubicBezTo>
                    <a:pt x="76465" y="459076"/>
                    <a:pt x="77915" y="467488"/>
                    <a:pt x="79250" y="475923"/>
                  </a:cubicBezTo>
                  <a:cubicBezTo>
                    <a:pt x="80586" y="484347"/>
                    <a:pt x="81544" y="492862"/>
                    <a:pt x="83131" y="501229"/>
                  </a:cubicBezTo>
                  <a:cubicBezTo>
                    <a:pt x="84729" y="509596"/>
                    <a:pt x="84820" y="519138"/>
                    <a:pt x="88804" y="526101"/>
                  </a:cubicBezTo>
                  <a:cubicBezTo>
                    <a:pt x="92788" y="533064"/>
                    <a:pt x="99842" y="540426"/>
                    <a:pt x="107033" y="543017"/>
                  </a:cubicBezTo>
                  <a:cubicBezTo>
                    <a:pt x="114224" y="545608"/>
                    <a:pt x="125068" y="544992"/>
                    <a:pt x="131939" y="541625"/>
                  </a:cubicBezTo>
                  <a:cubicBezTo>
                    <a:pt x="138811" y="538269"/>
                    <a:pt x="145203" y="530199"/>
                    <a:pt x="148273" y="522837"/>
                  </a:cubicBezTo>
                  <a:cubicBezTo>
                    <a:pt x="151355" y="515474"/>
                    <a:pt x="150031" y="505955"/>
                    <a:pt x="150373" y="497462"/>
                  </a:cubicBezTo>
                  <a:cubicBezTo>
                    <a:pt x="150727" y="488959"/>
                    <a:pt x="150373" y="480386"/>
                    <a:pt x="150373" y="471848"/>
                  </a:cubicBezTo>
                  <a:cubicBezTo>
                    <a:pt x="150373" y="463311"/>
                    <a:pt x="150373" y="454784"/>
                    <a:pt x="150373" y="446246"/>
                  </a:cubicBezTo>
                  <a:cubicBezTo>
                    <a:pt x="150373" y="437708"/>
                    <a:pt x="150373" y="429170"/>
                    <a:pt x="150373" y="420632"/>
                  </a:cubicBezTo>
                  <a:cubicBezTo>
                    <a:pt x="150373" y="412106"/>
                    <a:pt x="150373" y="403568"/>
                    <a:pt x="150373" y="395030"/>
                  </a:cubicBezTo>
                  <a:cubicBezTo>
                    <a:pt x="150373" y="386492"/>
                    <a:pt x="150373" y="377954"/>
                    <a:pt x="150373" y="369416"/>
                  </a:cubicBezTo>
                  <a:cubicBezTo>
                    <a:pt x="150373" y="360889"/>
                    <a:pt x="150373" y="352351"/>
                    <a:pt x="150373" y="343813"/>
                  </a:cubicBezTo>
                  <a:cubicBezTo>
                    <a:pt x="150373" y="335275"/>
                    <a:pt x="150373" y="326737"/>
                    <a:pt x="150373" y="318211"/>
                  </a:cubicBezTo>
                  <a:cubicBezTo>
                    <a:pt x="150373" y="309673"/>
                    <a:pt x="150373" y="301135"/>
                    <a:pt x="150373" y="292597"/>
                  </a:cubicBezTo>
                  <a:cubicBezTo>
                    <a:pt x="150373" y="284059"/>
                    <a:pt x="150373" y="275532"/>
                    <a:pt x="150373" y="266994"/>
                  </a:cubicBezTo>
                  <a:cubicBezTo>
                    <a:pt x="150373" y="258456"/>
                    <a:pt x="150373" y="249918"/>
                    <a:pt x="150373" y="241380"/>
                  </a:cubicBezTo>
                  <a:cubicBezTo>
                    <a:pt x="150373" y="232854"/>
                    <a:pt x="150602" y="224304"/>
                    <a:pt x="150373" y="215778"/>
                  </a:cubicBezTo>
                  <a:cubicBezTo>
                    <a:pt x="150145" y="207251"/>
                    <a:pt x="149985" y="198690"/>
                    <a:pt x="148992" y="190232"/>
                  </a:cubicBezTo>
                  <a:cubicBezTo>
                    <a:pt x="147988" y="181774"/>
                    <a:pt x="146104" y="173408"/>
                    <a:pt x="144381" y="165052"/>
                  </a:cubicBezTo>
                  <a:cubicBezTo>
                    <a:pt x="142657" y="156697"/>
                    <a:pt x="140568" y="148410"/>
                    <a:pt x="138651" y="140089"/>
                  </a:cubicBezTo>
                  <a:cubicBezTo>
                    <a:pt x="136722" y="131779"/>
                    <a:pt x="134770" y="123470"/>
                    <a:pt x="132852" y="115148"/>
                  </a:cubicBezTo>
                  <a:cubicBezTo>
                    <a:pt x="130935" y="106839"/>
                    <a:pt x="129051" y="98506"/>
                    <a:pt x="127134" y="90185"/>
                  </a:cubicBezTo>
                  <a:cubicBezTo>
                    <a:pt x="125216" y="81875"/>
                    <a:pt x="123435" y="73509"/>
                    <a:pt x="121346" y="65245"/>
                  </a:cubicBezTo>
                  <a:cubicBezTo>
                    <a:pt x="119269" y="56981"/>
                    <a:pt x="118071" y="48249"/>
                    <a:pt x="114623" y="40590"/>
                  </a:cubicBezTo>
                  <a:cubicBezTo>
                    <a:pt x="111176" y="32931"/>
                    <a:pt x="106474" y="25237"/>
                    <a:pt x="100664" y="19268"/>
                  </a:cubicBezTo>
                  <a:cubicBezTo>
                    <a:pt x="94865" y="13309"/>
                    <a:pt x="87446" y="7922"/>
                    <a:pt x="79787" y="4794"/>
                  </a:cubicBezTo>
                  <a:cubicBezTo>
                    <a:pt x="72139" y="1667"/>
                    <a:pt x="63007" y="0"/>
                    <a:pt x="54778" y="50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5" name="Inner right wave"/>
            <p:cNvSpPr/>
            <p:nvPr/>
          </p:nvSpPr>
          <p:spPr>
            <a:xfrm>
              <a:off x="7595850" y="2231770"/>
              <a:ext cx="151251" cy="545598"/>
            </a:xfrm>
            <a:custGeom>
              <a:avLst/>
              <a:gdLst/>
              <a:ahLst/>
              <a:cxnLst/>
              <a:rect l="l" t="t" r="r" b="b"/>
              <a:pathLst>
                <a:path w="151251" h="545598">
                  <a:moveTo>
                    <a:pt x="88247" y="766"/>
                  </a:moveTo>
                  <a:cubicBezTo>
                    <a:pt x="80049" y="1530"/>
                    <a:pt x="71294" y="4554"/>
                    <a:pt x="64149" y="8743"/>
                  </a:cubicBezTo>
                  <a:cubicBezTo>
                    <a:pt x="57004" y="12933"/>
                    <a:pt x="50383" y="19256"/>
                    <a:pt x="45372" y="25922"/>
                  </a:cubicBezTo>
                  <a:cubicBezTo>
                    <a:pt x="40361" y="32577"/>
                    <a:pt x="36914" y="40749"/>
                    <a:pt x="34083" y="48705"/>
                  </a:cubicBezTo>
                  <a:cubicBezTo>
                    <a:pt x="31241" y="56661"/>
                    <a:pt x="30282" y="65347"/>
                    <a:pt x="28376" y="73657"/>
                  </a:cubicBezTo>
                  <a:cubicBezTo>
                    <a:pt x="26470" y="81967"/>
                    <a:pt x="24541" y="90288"/>
                    <a:pt x="22623" y="98598"/>
                  </a:cubicBezTo>
                  <a:cubicBezTo>
                    <a:pt x="20694" y="106907"/>
                    <a:pt x="18754" y="115217"/>
                    <a:pt x="16813" y="123527"/>
                  </a:cubicBezTo>
                  <a:cubicBezTo>
                    <a:pt x="14862" y="131836"/>
                    <a:pt x="12841" y="140123"/>
                    <a:pt x="10935" y="148444"/>
                  </a:cubicBezTo>
                  <a:cubicBezTo>
                    <a:pt x="9017" y="156754"/>
                    <a:pt x="6917" y="165041"/>
                    <a:pt x="5342" y="173419"/>
                  </a:cubicBezTo>
                  <a:cubicBezTo>
                    <a:pt x="3767" y="181797"/>
                    <a:pt x="2192" y="190232"/>
                    <a:pt x="1461" y="198702"/>
                  </a:cubicBezTo>
                  <a:cubicBezTo>
                    <a:pt x="731" y="207183"/>
                    <a:pt x="1016" y="215755"/>
                    <a:pt x="925" y="224282"/>
                  </a:cubicBezTo>
                  <a:cubicBezTo>
                    <a:pt x="833" y="232808"/>
                    <a:pt x="925" y="241346"/>
                    <a:pt x="925" y="249884"/>
                  </a:cubicBezTo>
                  <a:cubicBezTo>
                    <a:pt x="925" y="258411"/>
                    <a:pt x="925" y="266949"/>
                    <a:pt x="925" y="275475"/>
                  </a:cubicBezTo>
                  <a:cubicBezTo>
                    <a:pt x="925" y="284013"/>
                    <a:pt x="925" y="292540"/>
                    <a:pt x="925" y="301078"/>
                  </a:cubicBezTo>
                  <a:cubicBezTo>
                    <a:pt x="925" y="309604"/>
                    <a:pt x="925" y="318142"/>
                    <a:pt x="925" y="326669"/>
                  </a:cubicBezTo>
                  <a:cubicBezTo>
                    <a:pt x="925" y="335207"/>
                    <a:pt x="925" y="343733"/>
                    <a:pt x="925" y="352271"/>
                  </a:cubicBezTo>
                  <a:cubicBezTo>
                    <a:pt x="925" y="360798"/>
                    <a:pt x="925" y="369336"/>
                    <a:pt x="925" y="377862"/>
                  </a:cubicBezTo>
                  <a:cubicBezTo>
                    <a:pt x="925" y="386400"/>
                    <a:pt x="925" y="394927"/>
                    <a:pt x="925" y="403465"/>
                  </a:cubicBezTo>
                  <a:cubicBezTo>
                    <a:pt x="925" y="411991"/>
                    <a:pt x="925" y="420529"/>
                    <a:pt x="925" y="429056"/>
                  </a:cubicBezTo>
                  <a:cubicBezTo>
                    <a:pt x="925" y="437594"/>
                    <a:pt x="925" y="446120"/>
                    <a:pt x="925" y="454658"/>
                  </a:cubicBezTo>
                  <a:cubicBezTo>
                    <a:pt x="925" y="463185"/>
                    <a:pt x="925" y="471723"/>
                    <a:pt x="925" y="480249"/>
                  </a:cubicBezTo>
                  <a:cubicBezTo>
                    <a:pt x="925" y="488787"/>
                    <a:pt x="0" y="497497"/>
                    <a:pt x="925" y="505852"/>
                  </a:cubicBezTo>
                  <a:cubicBezTo>
                    <a:pt x="1849" y="514207"/>
                    <a:pt x="2112" y="524012"/>
                    <a:pt x="6483" y="530393"/>
                  </a:cubicBezTo>
                  <a:cubicBezTo>
                    <a:pt x="10867" y="536785"/>
                    <a:pt x="19690" y="542732"/>
                    <a:pt x="27201" y="544159"/>
                  </a:cubicBezTo>
                  <a:cubicBezTo>
                    <a:pt x="34723" y="545597"/>
                    <a:pt x="45292" y="543405"/>
                    <a:pt x="51582" y="539011"/>
                  </a:cubicBezTo>
                  <a:cubicBezTo>
                    <a:pt x="57860" y="534616"/>
                    <a:pt x="61992" y="525542"/>
                    <a:pt x="64914" y="517791"/>
                  </a:cubicBezTo>
                  <a:cubicBezTo>
                    <a:pt x="67824" y="510052"/>
                    <a:pt x="67699" y="500967"/>
                    <a:pt x="69069" y="492543"/>
                  </a:cubicBezTo>
                  <a:cubicBezTo>
                    <a:pt x="70438" y="484130"/>
                    <a:pt x="71797" y="475695"/>
                    <a:pt x="73143" y="467271"/>
                  </a:cubicBezTo>
                  <a:cubicBezTo>
                    <a:pt x="74490" y="458847"/>
                    <a:pt x="75803" y="450424"/>
                    <a:pt x="77161" y="442000"/>
                  </a:cubicBezTo>
                  <a:cubicBezTo>
                    <a:pt x="78520" y="433576"/>
                    <a:pt x="79901" y="425152"/>
                    <a:pt x="81316" y="416740"/>
                  </a:cubicBezTo>
                  <a:cubicBezTo>
                    <a:pt x="82732" y="408327"/>
                    <a:pt x="84193" y="399926"/>
                    <a:pt x="85676" y="391514"/>
                  </a:cubicBezTo>
                  <a:cubicBezTo>
                    <a:pt x="87160" y="383113"/>
                    <a:pt x="88713" y="374723"/>
                    <a:pt x="90208" y="366322"/>
                  </a:cubicBezTo>
                  <a:cubicBezTo>
                    <a:pt x="91692" y="357921"/>
                    <a:pt x="93096" y="349509"/>
                    <a:pt x="94637" y="341119"/>
                  </a:cubicBezTo>
                  <a:cubicBezTo>
                    <a:pt x="96166" y="332730"/>
                    <a:pt x="97821" y="324352"/>
                    <a:pt x="99419" y="315973"/>
                  </a:cubicBezTo>
                  <a:cubicBezTo>
                    <a:pt x="101029" y="307595"/>
                    <a:pt x="102570" y="299206"/>
                    <a:pt x="104236" y="290839"/>
                  </a:cubicBezTo>
                  <a:cubicBezTo>
                    <a:pt x="105903" y="282461"/>
                    <a:pt x="107683" y="274117"/>
                    <a:pt x="109407" y="265761"/>
                  </a:cubicBezTo>
                  <a:cubicBezTo>
                    <a:pt x="111131" y="257406"/>
                    <a:pt x="112786" y="249039"/>
                    <a:pt x="114566" y="240695"/>
                  </a:cubicBezTo>
                  <a:cubicBezTo>
                    <a:pt x="116336" y="232352"/>
                    <a:pt x="118219" y="224030"/>
                    <a:pt x="120045" y="215698"/>
                  </a:cubicBezTo>
                  <a:cubicBezTo>
                    <a:pt x="121872" y="207365"/>
                    <a:pt x="123744" y="199033"/>
                    <a:pt x="125536" y="190689"/>
                  </a:cubicBezTo>
                  <a:cubicBezTo>
                    <a:pt x="127316" y="182345"/>
                    <a:pt x="129006" y="173990"/>
                    <a:pt x="130752" y="165634"/>
                  </a:cubicBezTo>
                  <a:cubicBezTo>
                    <a:pt x="132498" y="157279"/>
                    <a:pt x="134268" y="148935"/>
                    <a:pt x="136025" y="140591"/>
                  </a:cubicBezTo>
                  <a:cubicBezTo>
                    <a:pt x="137783" y="132236"/>
                    <a:pt x="139552" y="123892"/>
                    <a:pt x="141322" y="115548"/>
                  </a:cubicBezTo>
                  <a:cubicBezTo>
                    <a:pt x="143091" y="107193"/>
                    <a:pt x="144997" y="98872"/>
                    <a:pt x="146629" y="90505"/>
                  </a:cubicBezTo>
                  <a:cubicBezTo>
                    <a:pt x="148262" y="82138"/>
                    <a:pt x="150978" y="73703"/>
                    <a:pt x="151115" y="65313"/>
                  </a:cubicBezTo>
                  <a:cubicBezTo>
                    <a:pt x="151252" y="56924"/>
                    <a:pt x="150225" y="47998"/>
                    <a:pt x="147428" y="40167"/>
                  </a:cubicBezTo>
                  <a:cubicBezTo>
                    <a:pt x="144643" y="32348"/>
                    <a:pt x="140066" y="24381"/>
                    <a:pt x="134382" y="18377"/>
                  </a:cubicBezTo>
                  <a:cubicBezTo>
                    <a:pt x="128697" y="12373"/>
                    <a:pt x="121038" y="7088"/>
                    <a:pt x="113345" y="4155"/>
                  </a:cubicBezTo>
                  <a:cubicBezTo>
                    <a:pt x="105652" y="1210"/>
                    <a:pt x="96452" y="0"/>
                    <a:pt x="88245" y="76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26" name="Outer right wave"/>
            <p:cNvSpPr/>
            <p:nvPr/>
          </p:nvSpPr>
          <p:spPr>
            <a:xfrm>
              <a:off x="7699519" y="2057801"/>
              <a:ext cx="290509" cy="639151"/>
            </a:xfrm>
            <a:custGeom>
              <a:avLst/>
              <a:gdLst/>
              <a:ahLst/>
              <a:cxnLst/>
              <a:rect l="l" t="t" r="r" b="b"/>
              <a:pathLst>
                <a:path w="290509" h="639151">
                  <a:moveTo>
                    <a:pt x="204305" y="624"/>
                  </a:moveTo>
                  <a:cubicBezTo>
                    <a:pt x="195951" y="1244"/>
                    <a:pt x="187356" y="3356"/>
                    <a:pt x="179537" y="6392"/>
                  </a:cubicBezTo>
                  <a:cubicBezTo>
                    <a:pt x="171718" y="9440"/>
                    <a:pt x="164036" y="13754"/>
                    <a:pt x="157370" y="18845"/>
                  </a:cubicBezTo>
                  <a:cubicBezTo>
                    <a:pt x="150704" y="23947"/>
                    <a:pt x="144575" y="30260"/>
                    <a:pt x="139552" y="36994"/>
                  </a:cubicBezTo>
                  <a:cubicBezTo>
                    <a:pt x="134530" y="43729"/>
                    <a:pt x="130501" y="51479"/>
                    <a:pt x="127225" y="59252"/>
                  </a:cubicBezTo>
                  <a:cubicBezTo>
                    <a:pt x="123949" y="67037"/>
                    <a:pt x="122214" y="75506"/>
                    <a:pt x="119897" y="83679"/>
                  </a:cubicBezTo>
                  <a:cubicBezTo>
                    <a:pt x="117580" y="91863"/>
                    <a:pt x="115525" y="100127"/>
                    <a:pt x="113334" y="108345"/>
                  </a:cubicBezTo>
                  <a:cubicBezTo>
                    <a:pt x="111153" y="116575"/>
                    <a:pt x="108962" y="124794"/>
                    <a:pt x="106770" y="133012"/>
                  </a:cubicBezTo>
                  <a:cubicBezTo>
                    <a:pt x="104579" y="141230"/>
                    <a:pt x="102399" y="149460"/>
                    <a:pt x="100196" y="157679"/>
                  </a:cubicBezTo>
                  <a:cubicBezTo>
                    <a:pt x="97981" y="165897"/>
                    <a:pt x="95721" y="174092"/>
                    <a:pt x="93530" y="182311"/>
                  </a:cubicBezTo>
                  <a:cubicBezTo>
                    <a:pt x="91338" y="190529"/>
                    <a:pt x="89181" y="198770"/>
                    <a:pt x="87035" y="207000"/>
                  </a:cubicBezTo>
                  <a:cubicBezTo>
                    <a:pt x="84900" y="215230"/>
                    <a:pt x="82811" y="223483"/>
                    <a:pt x="80688" y="231724"/>
                  </a:cubicBezTo>
                  <a:cubicBezTo>
                    <a:pt x="78565" y="239965"/>
                    <a:pt x="76431" y="248195"/>
                    <a:pt x="74319" y="256436"/>
                  </a:cubicBezTo>
                  <a:cubicBezTo>
                    <a:pt x="72219" y="264677"/>
                    <a:pt x="70119" y="272930"/>
                    <a:pt x="68075" y="281182"/>
                  </a:cubicBezTo>
                  <a:cubicBezTo>
                    <a:pt x="66021" y="289446"/>
                    <a:pt x="64058" y="297722"/>
                    <a:pt x="62037" y="305986"/>
                  </a:cubicBezTo>
                  <a:cubicBezTo>
                    <a:pt x="60017" y="314250"/>
                    <a:pt x="57917" y="322491"/>
                    <a:pt x="55931" y="330766"/>
                  </a:cubicBezTo>
                  <a:cubicBezTo>
                    <a:pt x="53944" y="339042"/>
                    <a:pt x="52038" y="347329"/>
                    <a:pt x="50143" y="355627"/>
                  </a:cubicBezTo>
                  <a:cubicBezTo>
                    <a:pt x="48237" y="363914"/>
                    <a:pt x="46411" y="372224"/>
                    <a:pt x="44516" y="380522"/>
                  </a:cubicBezTo>
                  <a:cubicBezTo>
                    <a:pt x="42621" y="388820"/>
                    <a:pt x="40692" y="397096"/>
                    <a:pt x="38775" y="405394"/>
                  </a:cubicBezTo>
                  <a:cubicBezTo>
                    <a:pt x="36857" y="413681"/>
                    <a:pt x="34917" y="421968"/>
                    <a:pt x="33022" y="430254"/>
                  </a:cubicBezTo>
                  <a:cubicBezTo>
                    <a:pt x="31116" y="438553"/>
                    <a:pt x="29244" y="446851"/>
                    <a:pt x="27383" y="455149"/>
                  </a:cubicBezTo>
                  <a:cubicBezTo>
                    <a:pt x="25511" y="463447"/>
                    <a:pt x="23673" y="471757"/>
                    <a:pt x="21802" y="480055"/>
                  </a:cubicBezTo>
                  <a:cubicBezTo>
                    <a:pt x="19941" y="488354"/>
                    <a:pt x="18035" y="496652"/>
                    <a:pt x="16186" y="504950"/>
                  </a:cubicBezTo>
                  <a:cubicBezTo>
                    <a:pt x="14336" y="513260"/>
                    <a:pt x="12544" y="521581"/>
                    <a:pt x="10718" y="529891"/>
                  </a:cubicBezTo>
                  <a:cubicBezTo>
                    <a:pt x="8892" y="538189"/>
                    <a:pt x="6963" y="546487"/>
                    <a:pt x="5216" y="554808"/>
                  </a:cubicBezTo>
                  <a:cubicBezTo>
                    <a:pt x="3459" y="563129"/>
                    <a:pt x="422" y="571485"/>
                    <a:pt x="205" y="579817"/>
                  </a:cubicBezTo>
                  <a:cubicBezTo>
                    <a:pt x="0" y="588161"/>
                    <a:pt x="890" y="597258"/>
                    <a:pt x="3949" y="604872"/>
                  </a:cubicBezTo>
                  <a:cubicBezTo>
                    <a:pt x="7008" y="612485"/>
                    <a:pt x="12396" y="620110"/>
                    <a:pt x="18548" y="625498"/>
                  </a:cubicBezTo>
                  <a:cubicBezTo>
                    <a:pt x="24712" y="630885"/>
                    <a:pt x="32988" y="635280"/>
                    <a:pt x="40909" y="637220"/>
                  </a:cubicBezTo>
                  <a:cubicBezTo>
                    <a:pt x="48842" y="639149"/>
                    <a:pt x="58236" y="639138"/>
                    <a:pt x="66135" y="637106"/>
                  </a:cubicBezTo>
                  <a:cubicBezTo>
                    <a:pt x="74034" y="635063"/>
                    <a:pt x="81990" y="630360"/>
                    <a:pt x="88290" y="625007"/>
                  </a:cubicBezTo>
                  <a:cubicBezTo>
                    <a:pt x="94603" y="619654"/>
                    <a:pt x="99499" y="612131"/>
                    <a:pt x="103985" y="604975"/>
                  </a:cubicBezTo>
                  <a:cubicBezTo>
                    <a:pt x="108482" y="597829"/>
                    <a:pt x="111941" y="589919"/>
                    <a:pt x="115274" y="582112"/>
                  </a:cubicBezTo>
                  <a:cubicBezTo>
                    <a:pt x="118607" y="574304"/>
                    <a:pt x="121073" y="566109"/>
                    <a:pt x="123972" y="558119"/>
                  </a:cubicBezTo>
                  <a:cubicBezTo>
                    <a:pt x="126882" y="550128"/>
                    <a:pt x="129827" y="542138"/>
                    <a:pt x="132727" y="534137"/>
                  </a:cubicBezTo>
                  <a:cubicBezTo>
                    <a:pt x="135626" y="526147"/>
                    <a:pt x="138502" y="518134"/>
                    <a:pt x="141390" y="510132"/>
                  </a:cubicBezTo>
                  <a:cubicBezTo>
                    <a:pt x="144278" y="502131"/>
                    <a:pt x="147177" y="494129"/>
                    <a:pt x="150054" y="486128"/>
                  </a:cubicBezTo>
                  <a:cubicBezTo>
                    <a:pt x="152930" y="478115"/>
                    <a:pt x="155772" y="470102"/>
                    <a:pt x="158649" y="462089"/>
                  </a:cubicBezTo>
                  <a:cubicBezTo>
                    <a:pt x="161514" y="454076"/>
                    <a:pt x="164390" y="446075"/>
                    <a:pt x="167255" y="438062"/>
                  </a:cubicBezTo>
                  <a:cubicBezTo>
                    <a:pt x="170132" y="430060"/>
                    <a:pt x="173008" y="422047"/>
                    <a:pt x="175873" y="414035"/>
                  </a:cubicBezTo>
                  <a:cubicBezTo>
                    <a:pt x="178738" y="406033"/>
                    <a:pt x="181580" y="398009"/>
                    <a:pt x="184457" y="390007"/>
                  </a:cubicBezTo>
                  <a:cubicBezTo>
                    <a:pt x="187333" y="381994"/>
                    <a:pt x="190255" y="374004"/>
                    <a:pt x="193143" y="366003"/>
                  </a:cubicBezTo>
                  <a:cubicBezTo>
                    <a:pt x="196031" y="358001"/>
                    <a:pt x="198907" y="349988"/>
                    <a:pt x="201772" y="341987"/>
                  </a:cubicBezTo>
                  <a:cubicBezTo>
                    <a:pt x="204649" y="333974"/>
                    <a:pt x="207537" y="325972"/>
                    <a:pt x="210402" y="317960"/>
                  </a:cubicBezTo>
                  <a:cubicBezTo>
                    <a:pt x="213267" y="309947"/>
                    <a:pt x="216109" y="301934"/>
                    <a:pt x="218974" y="293921"/>
                  </a:cubicBezTo>
                  <a:cubicBezTo>
                    <a:pt x="221839" y="285908"/>
                    <a:pt x="224738" y="277906"/>
                    <a:pt x="227615" y="269905"/>
                  </a:cubicBezTo>
                  <a:cubicBezTo>
                    <a:pt x="230491" y="261903"/>
                    <a:pt x="233356" y="253891"/>
                    <a:pt x="236244" y="245889"/>
                  </a:cubicBezTo>
                  <a:cubicBezTo>
                    <a:pt x="239132" y="237888"/>
                    <a:pt x="242077" y="229897"/>
                    <a:pt x="244964" y="221896"/>
                  </a:cubicBezTo>
                  <a:cubicBezTo>
                    <a:pt x="247852" y="213894"/>
                    <a:pt x="250694" y="205882"/>
                    <a:pt x="253571" y="197869"/>
                  </a:cubicBezTo>
                  <a:cubicBezTo>
                    <a:pt x="256436" y="189856"/>
                    <a:pt x="259335" y="181854"/>
                    <a:pt x="262155" y="173830"/>
                  </a:cubicBezTo>
                  <a:cubicBezTo>
                    <a:pt x="264974" y="165806"/>
                    <a:pt x="267713" y="157747"/>
                    <a:pt x="270498" y="149711"/>
                  </a:cubicBezTo>
                  <a:cubicBezTo>
                    <a:pt x="273295" y="141676"/>
                    <a:pt x="276171" y="133663"/>
                    <a:pt x="278888" y="125604"/>
                  </a:cubicBezTo>
                  <a:cubicBezTo>
                    <a:pt x="281593" y="117534"/>
                    <a:pt x="284881" y="109555"/>
                    <a:pt x="286764" y="101326"/>
                  </a:cubicBezTo>
                  <a:cubicBezTo>
                    <a:pt x="288647" y="93084"/>
                    <a:pt x="290508" y="84524"/>
                    <a:pt x="290200" y="76191"/>
                  </a:cubicBezTo>
                  <a:cubicBezTo>
                    <a:pt x="289880" y="67859"/>
                    <a:pt x="287894" y="59138"/>
                    <a:pt x="284881" y="51331"/>
                  </a:cubicBezTo>
                  <a:cubicBezTo>
                    <a:pt x="281867" y="43523"/>
                    <a:pt x="277416" y="35818"/>
                    <a:pt x="272119" y="29346"/>
                  </a:cubicBezTo>
                  <a:cubicBezTo>
                    <a:pt x="266823" y="22874"/>
                    <a:pt x="260157" y="16950"/>
                    <a:pt x="253080" y="12499"/>
                  </a:cubicBezTo>
                  <a:cubicBezTo>
                    <a:pt x="246003" y="8047"/>
                    <a:pt x="237773" y="4634"/>
                    <a:pt x="229646" y="2648"/>
                  </a:cubicBezTo>
                  <a:cubicBezTo>
                    <a:pt x="221519" y="673"/>
                    <a:pt x="212662" y="0"/>
                    <a:pt x="204306" y="62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27" name="Don’t marker"/>
          <p:cNvSpPr/>
          <p:nvPr/>
        </p:nvSpPr>
        <p:spPr>
          <a:xfrm>
            <a:off x="6344107" y="338328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44107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09867" y="33558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Change wave count</a:t>
            </a:r>
            <a:endParaRPr lang="en-US" sz="1400" dirty="0"/>
          </a:p>
        </p:txBody>
      </p:sp>
      <p:sp>
        <p:nvSpPr>
          <p:cNvPr id="30" name="Don’t example Add outlines"/>
          <p:cNvSpPr/>
          <p:nvPr/>
        </p:nvSpPr>
        <p:spPr>
          <a:xfrm>
            <a:off x="9036101" y="1691640"/>
            <a:ext cx="260604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grpSp>
        <p:nvGrpSpPr>
          <p:cNvPr id="85" name="VCA symbol"/>
          <p:cNvGrpSpPr/>
          <p:nvPr/>
        </p:nvGrpSpPr>
        <p:grpSpPr>
          <a:xfrm>
            <a:off x="9859061" y="2057801"/>
            <a:ext cx="960120" cy="840447"/>
            <a:chOff x="9859061" y="2057801"/>
            <a:chExt cx="960120" cy="840447"/>
          </a:xfrm>
        </p:grpSpPr>
        <p:sp>
          <p:nvSpPr>
            <p:cNvPr id="31" name="Outer left wave"/>
            <p:cNvSpPr/>
            <p:nvPr/>
          </p:nvSpPr>
          <p:spPr>
            <a:xfrm>
              <a:off x="9859061" y="2057968"/>
              <a:ext cx="290170" cy="639263"/>
            </a:xfrm>
            <a:custGeom>
              <a:avLst/>
              <a:gdLst/>
              <a:ahLst/>
              <a:cxnLst/>
              <a:rect l="l" t="t" r="r" b="b"/>
              <a:pathLst>
                <a:path w="290170" h="639263">
                  <a:moveTo>
                    <a:pt x="82328" y="164"/>
                  </a:moveTo>
                  <a:cubicBezTo>
                    <a:pt x="73954" y="0"/>
                    <a:pt x="65142" y="1050"/>
                    <a:pt x="57118" y="3436"/>
                  </a:cubicBezTo>
                  <a:cubicBezTo>
                    <a:pt x="49093" y="5833"/>
                    <a:pt x="41058" y="9714"/>
                    <a:pt x="34198" y="14508"/>
                  </a:cubicBezTo>
                  <a:cubicBezTo>
                    <a:pt x="27349" y="19302"/>
                    <a:pt x="20957" y="25500"/>
                    <a:pt x="15957" y="32211"/>
                  </a:cubicBezTo>
                  <a:cubicBezTo>
                    <a:pt x="10958" y="38923"/>
                    <a:pt x="6837" y="46833"/>
                    <a:pt x="4200" y="54778"/>
                  </a:cubicBezTo>
                  <a:cubicBezTo>
                    <a:pt x="1564" y="62722"/>
                    <a:pt x="0" y="71545"/>
                    <a:pt x="114" y="79889"/>
                  </a:cubicBezTo>
                  <a:cubicBezTo>
                    <a:pt x="240" y="88233"/>
                    <a:pt x="2774" y="96646"/>
                    <a:pt x="4920" y="104841"/>
                  </a:cubicBezTo>
                  <a:cubicBezTo>
                    <a:pt x="7054" y="113037"/>
                    <a:pt x="10227" y="121015"/>
                    <a:pt x="12955" y="129074"/>
                  </a:cubicBezTo>
                  <a:cubicBezTo>
                    <a:pt x="15672" y="137144"/>
                    <a:pt x="18480" y="145180"/>
                    <a:pt x="21276" y="153215"/>
                  </a:cubicBezTo>
                  <a:cubicBezTo>
                    <a:pt x="24062" y="161251"/>
                    <a:pt x="26881" y="169287"/>
                    <a:pt x="29712" y="177311"/>
                  </a:cubicBezTo>
                  <a:cubicBezTo>
                    <a:pt x="32542" y="185347"/>
                    <a:pt x="35407" y="193349"/>
                    <a:pt x="38250" y="201373"/>
                  </a:cubicBezTo>
                  <a:cubicBezTo>
                    <a:pt x="41092" y="209397"/>
                    <a:pt x="43911" y="217433"/>
                    <a:pt x="46765" y="225446"/>
                  </a:cubicBezTo>
                  <a:cubicBezTo>
                    <a:pt x="49618" y="233470"/>
                    <a:pt x="52472" y="241483"/>
                    <a:pt x="55348" y="249496"/>
                  </a:cubicBezTo>
                  <a:cubicBezTo>
                    <a:pt x="58225" y="257497"/>
                    <a:pt x="61158" y="265488"/>
                    <a:pt x="64046" y="273500"/>
                  </a:cubicBezTo>
                  <a:cubicBezTo>
                    <a:pt x="66934" y="281502"/>
                    <a:pt x="69799" y="289526"/>
                    <a:pt x="72675" y="297528"/>
                  </a:cubicBezTo>
                  <a:cubicBezTo>
                    <a:pt x="75552" y="305541"/>
                    <a:pt x="78428" y="313554"/>
                    <a:pt x="81328" y="321555"/>
                  </a:cubicBezTo>
                  <a:cubicBezTo>
                    <a:pt x="84227" y="329557"/>
                    <a:pt x="87195" y="337535"/>
                    <a:pt x="90071" y="345537"/>
                  </a:cubicBezTo>
                  <a:cubicBezTo>
                    <a:pt x="92959" y="353550"/>
                    <a:pt x="95744" y="361585"/>
                    <a:pt x="98609" y="369598"/>
                  </a:cubicBezTo>
                  <a:cubicBezTo>
                    <a:pt x="101485" y="377611"/>
                    <a:pt x="104430" y="385601"/>
                    <a:pt x="107307" y="393603"/>
                  </a:cubicBezTo>
                  <a:cubicBezTo>
                    <a:pt x="110172" y="401616"/>
                    <a:pt x="112991" y="409651"/>
                    <a:pt x="115845" y="417664"/>
                  </a:cubicBezTo>
                  <a:cubicBezTo>
                    <a:pt x="118710" y="425677"/>
                    <a:pt x="121598" y="433690"/>
                    <a:pt x="124474" y="441692"/>
                  </a:cubicBezTo>
                  <a:cubicBezTo>
                    <a:pt x="127350" y="449705"/>
                    <a:pt x="130238" y="457717"/>
                    <a:pt x="133115" y="465730"/>
                  </a:cubicBezTo>
                  <a:cubicBezTo>
                    <a:pt x="135980" y="473732"/>
                    <a:pt x="138845" y="481756"/>
                    <a:pt x="141721" y="489758"/>
                  </a:cubicBezTo>
                  <a:cubicBezTo>
                    <a:pt x="144598" y="497771"/>
                    <a:pt x="147474" y="505783"/>
                    <a:pt x="150373" y="513785"/>
                  </a:cubicBezTo>
                  <a:cubicBezTo>
                    <a:pt x="153273" y="521786"/>
                    <a:pt x="156206" y="529777"/>
                    <a:pt x="159094" y="537778"/>
                  </a:cubicBezTo>
                  <a:cubicBezTo>
                    <a:pt x="161982" y="545791"/>
                    <a:pt x="164767" y="553827"/>
                    <a:pt x="167678" y="561828"/>
                  </a:cubicBezTo>
                  <a:cubicBezTo>
                    <a:pt x="170577" y="569830"/>
                    <a:pt x="173054" y="578025"/>
                    <a:pt x="176512" y="585776"/>
                  </a:cubicBezTo>
                  <a:cubicBezTo>
                    <a:pt x="179971" y="593526"/>
                    <a:pt x="183669" y="601368"/>
                    <a:pt x="188440" y="608330"/>
                  </a:cubicBezTo>
                  <a:cubicBezTo>
                    <a:pt x="193200" y="615282"/>
                    <a:pt x="198474" y="622621"/>
                    <a:pt x="205083" y="627541"/>
                  </a:cubicBezTo>
                  <a:cubicBezTo>
                    <a:pt x="211703" y="632461"/>
                    <a:pt x="220104" y="636421"/>
                    <a:pt x="228128" y="637837"/>
                  </a:cubicBezTo>
                  <a:cubicBezTo>
                    <a:pt x="236164" y="639263"/>
                    <a:pt x="245547" y="638624"/>
                    <a:pt x="253297" y="636067"/>
                  </a:cubicBezTo>
                  <a:cubicBezTo>
                    <a:pt x="261036" y="633511"/>
                    <a:pt x="268878" y="628363"/>
                    <a:pt x="274619" y="622507"/>
                  </a:cubicBezTo>
                  <a:cubicBezTo>
                    <a:pt x="280349" y="616640"/>
                    <a:pt x="285234" y="608673"/>
                    <a:pt x="287700" y="600865"/>
                  </a:cubicBezTo>
                  <a:cubicBezTo>
                    <a:pt x="290165" y="593058"/>
                    <a:pt x="289971" y="584029"/>
                    <a:pt x="289412" y="575662"/>
                  </a:cubicBezTo>
                  <a:cubicBezTo>
                    <a:pt x="288853" y="567296"/>
                    <a:pt x="286091" y="558975"/>
                    <a:pt x="284333" y="550642"/>
                  </a:cubicBezTo>
                  <a:cubicBezTo>
                    <a:pt x="282586" y="542310"/>
                    <a:pt x="280726" y="534011"/>
                    <a:pt x="278911" y="525690"/>
                  </a:cubicBezTo>
                  <a:cubicBezTo>
                    <a:pt x="277096" y="517381"/>
                    <a:pt x="275270" y="509059"/>
                    <a:pt x="273466" y="500750"/>
                  </a:cubicBezTo>
                  <a:cubicBezTo>
                    <a:pt x="271651" y="492429"/>
                    <a:pt x="269928" y="484096"/>
                    <a:pt x="268044" y="475798"/>
                  </a:cubicBezTo>
                  <a:cubicBezTo>
                    <a:pt x="266150" y="467500"/>
                    <a:pt x="264049" y="459247"/>
                    <a:pt x="262132" y="450960"/>
                  </a:cubicBezTo>
                  <a:cubicBezTo>
                    <a:pt x="260203" y="442662"/>
                    <a:pt x="258388" y="434352"/>
                    <a:pt x="256527" y="426054"/>
                  </a:cubicBezTo>
                  <a:cubicBezTo>
                    <a:pt x="254655" y="417744"/>
                    <a:pt x="252818" y="409435"/>
                    <a:pt x="250923" y="401136"/>
                  </a:cubicBezTo>
                  <a:cubicBezTo>
                    <a:pt x="249039" y="392838"/>
                    <a:pt x="247099" y="384551"/>
                    <a:pt x="245181" y="376264"/>
                  </a:cubicBezTo>
                  <a:cubicBezTo>
                    <a:pt x="243275" y="367966"/>
                    <a:pt x="241403" y="359668"/>
                    <a:pt x="239463" y="351381"/>
                  </a:cubicBezTo>
                  <a:cubicBezTo>
                    <a:pt x="237534" y="343094"/>
                    <a:pt x="235548" y="334807"/>
                    <a:pt x="233573" y="326532"/>
                  </a:cubicBezTo>
                  <a:cubicBezTo>
                    <a:pt x="231598" y="318256"/>
                    <a:pt x="229612" y="309981"/>
                    <a:pt x="227615" y="301705"/>
                  </a:cubicBezTo>
                  <a:cubicBezTo>
                    <a:pt x="225628" y="293430"/>
                    <a:pt x="223699" y="285143"/>
                    <a:pt x="221633" y="276879"/>
                  </a:cubicBezTo>
                  <a:cubicBezTo>
                    <a:pt x="219567" y="268626"/>
                    <a:pt x="217353" y="260408"/>
                    <a:pt x="215219" y="252167"/>
                  </a:cubicBezTo>
                  <a:cubicBezTo>
                    <a:pt x="213084" y="243926"/>
                    <a:pt x="210972" y="235685"/>
                    <a:pt x="208849" y="227443"/>
                  </a:cubicBezTo>
                  <a:cubicBezTo>
                    <a:pt x="206726" y="219202"/>
                    <a:pt x="204637" y="210950"/>
                    <a:pt x="202480" y="202720"/>
                  </a:cubicBezTo>
                  <a:cubicBezTo>
                    <a:pt x="200311" y="194490"/>
                    <a:pt x="198074" y="186283"/>
                    <a:pt x="195860" y="178065"/>
                  </a:cubicBezTo>
                  <a:cubicBezTo>
                    <a:pt x="193657" y="169835"/>
                    <a:pt x="191419" y="161628"/>
                    <a:pt x="189228" y="153398"/>
                  </a:cubicBezTo>
                  <a:cubicBezTo>
                    <a:pt x="187036" y="145180"/>
                    <a:pt x="184925" y="136939"/>
                    <a:pt x="182722" y="128709"/>
                  </a:cubicBezTo>
                  <a:cubicBezTo>
                    <a:pt x="180530" y="120490"/>
                    <a:pt x="178270" y="112283"/>
                    <a:pt x="176067" y="104065"/>
                  </a:cubicBezTo>
                  <a:cubicBezTo>
                    <a:pt x="173864" y="95847"/>
                    <a:pt x="171878" y="87548"/>
                    <a:pt x="169492" y="79387"/>
                  </a:cubicBezTo>
                  <a:cubicBezTo>
                    <a:pt x="167107" y="71226"/>
                    <a:pt x="165189" y="62791"/>
                    <a:pt x="161719" y="55109"/>
                  </a:cubicBezTo>
                  <a:cubicBezTo>
                    <a:pt x="158249" y="47427"/>
                    <a:pt x="153946" y="39825"/>
                    <a:pt x="148684" y="33273"/>
                  </a:cubicBezTo>
                  <a:cubicBezTo>
                    <a:pt x="143433" y="26710"/>
                    <a:pt x="137064" y="20592"/>
                    <a:pt x="130181" y="15786"/>
                  </a:cubicBezTo>
                  <a:cubicBezTo>
                    <a:pt x="123298" y="10969"/>
                    <a:pt x="115365" y="7031"/>
                    <a:pt x="107387" y="4429"/>
                  </a:cubicBezTo>
                  <a:cubicBezTo>
                    <a:pt x="99408" y="1826"/>
                    <a:pt x="90710" y="331"/>
                    <a:pt x="82332" y="160"/>
                  </a:cubicBezTo>
                  <a:close/>
                </a:path>
              </a:pathLst>
            </a:custGeom>
            <a:ln w="19050">
              <a:solidFill>
                <a:schemeClr val="accent1"/>
              </a:solidFill>
              <a:prstDash val="solid"/>
            </a:ln>
          </p:spPr>
        </p:sp>
        <p:sp>
          <p:nvSpPr>
            <p:cNvPr id="32" name="Inner left wave"/>
            <p:cNvSpPr/>
            <p:nvPr/>
          </p:nvSpPr>
          <p:spPr>
            <a:xfrm>
              <a:off x="10101485" y="2231676"/>
              <a:ext cx="151351" cy="545606"/>
            </a:xfrm>
            <a:custGeom>
              <a:avLst/>
              <a:gdLst/>
              <a:ahLst/>
              <a:cxnLst/>
              <a:rect l="l" t="t" r="r" b="b"/>
              <a:pathLst>
                <a:path w="151351" h="545606">
                  <a:moveTo>
                    <a:pt x="54780" y="506"/>
                  </a:moveTo>
                  <a:cubicBezTo>
                    <a:pt x="46559" y="1016"/>
                    <a:pt x="37622" y="3744"/>
                    <a:pt x="30454" y="7830"/>
                  </a:cubicBezTo>
                  <a:cubicBezTo>
                    <a:pt x="23285" y="11928"/>
                    <a:pt x="16597" y="18297"/>
                    <a:pt x="11802" y="25055"/>
                  </a:cubicBezTo>
                  <a:cubicBezTo>
                    <a:pt x="7008" y="31812"/>
                    <a:pt x="3424" y="40259"/>
                    <a:pt x="1712" y="48374"/>
                  </a:cubicBezTo>
                  <a:cubicBezTo>
                    <a:pt x="0" y="56490"/>
                    <a:pt x="708" y="65325"/>
                    <a:pt x="1530" y="73737"/>
                  </a:cubicBezTo>
                  <a:cubicBezTo>
                    <a:pt x="2340" y="82149"/>
                    <a:pt x="4863" y="90482"/>
                    <a:pt x="6609" y="98837"/>
                  </a:cubicBezTo>
                  <a:cubicBezTo>
                    <a:pt x="8355" y="107193"/>
                    <a:pt x="10239" y="115514"/>
                    <a:pt x="12019" y="123869"/>
                  </a:cubicBezTo>
                  <a:cubicBezTo>
                    <a:pt x="13800" y="132213"/>
                    <a:pt x="15535" y="140568"/>
                    <a:pt x="17270" y="148924"/>
                  </a:cubicBezTo>
                  <a:cubicBezTo>
                    <a:pt x="19016" y="157279"/>
                    <a:pt x="20706" y="165646"/>
                    <a:pt x="22475" y="174001"/>
                  </a:cubicBezTo>
                  <a:cubicBezTo>
                    <a:pt x="24233" y="182345"/>
                    <a:pt x="26070" y="190678"/>
                    <a:pt x="27851" y="199033"/>
                  </a:cubicBezTo>
                  <a:cubicBezTo>
                    <a:pt x="29632" y="207377"/>
                    <a:pt x="31435" y="215721"/>
                    <a:pt x="33170" y="224076"/>
                  </a:cubicBezTo>
                  <a:cubicBezTo>
                    <a:pt x="34917" y="232431"/>
                    <a:pt x="36572" y="240810"/>
                    <a:pt x="38318" y="249165"/>
                  </a:cubicBezTo>
                  <a:cubicBezTo>
                    <a:pt x="40053" y="257520"/>
                    <a:pt x="41902" y="265853"/>
                    <a:pt x="43614" y="274208"/>
                  </a:cubicBezTo>
                  <a:cubicBezTo>
                    <a:pt x="45338" y="282575"/>
                    <a:pt x="46993" y="290942"/>
                    <a:pt x="48625" y="299320"/>
                  </a:cubicBezTo>
                  <a:cubicBezTo>
                    <a:pt x="50246" y="307698"/>
                    <a:pt x="51833" y="316088"/>
                    <a:pt x="53397" y="324477"/>
                  </a:cubicBezTo>
                  <a:cubicBezTo>
                    <a:pt x="54960" y="332867"/>
                    <a:pt x="56490" y="341268"/>
                    <a:pt x="58019" y="349669"/>
                  </a:cubicBezTo>
                  <a:cubicBezTo>
                    <a:pt x="59549" y="358058"/>
                    <a:pt x="61078" y="366459"/>
                    <a:pt x="62562" y="374860"/>
                  </a:cubicBezTo>
                  <a:cubicBezTo>
                    <a:pt x="64058" y="383273"/>
                    <a:pt x="65519" y="391685"/>
                    <a:pt x="66945" y="400098"/>
                  </a:cubicBezTo>
                  <a:cubicBezTo>
                    <a:pt x="68372" y="408510"/>
                    <a:pt x="69788" y="416922"/>
                    <a:pt x="71146" y="425358"/>
                  </a:cubicBezTo>
                  <a:cubicBezTo>
                    <a:pt x="72504" y="433781"/>
                    <a:pt x="73760" y="442217"/>
                    <a:pt x="75107" y="450652"/>
                  </a:cubicBezTo>
                  <a:cubicBezTo>
                    <a:pt x="76465" y="459076"/>
                    <a:pt x="77915" y="467488"/>
                    <a:pt x="79250" y="475923"/>
                  </a:cubicBezTo>
                  <a:cubicBezTo>
                    <a:pt x="80586" y="484347"/>
                    <a:pt x="81544" y="492862"/>
                    <a:pt x="83131" y="501229"/>
                  </a:cubicBezTo>
                  <a:cubicBezTo>
                    <a:pt x="84729" y="509596"/>
                    <a:pt x="84820" y="519138"/>
                    <a:pt x="88804" y="526101"/>
                  </a:cubicBezTo>
                  <a:cubicBezTo>
                    <a:pt x="92788" y="533064"/>
                    <a:pt x="99842" y="540426"/>
                    <a:pt x="107033" y="543017"/>
                  </a:cubicBezTo>
                  <a:cubicBezTo>
                    <a:pt x="114224" y="545608"/>
                    <a:pt x="125068" y="544992"/>
                    <a:pt x="131939" y="541625"/>
                  </a:cubicBezTo>
                  <a:cubicBezTo>
                    <a:pt x="138811" y="538269"/>
                    <a:pt x="145203" y="530199"/>
                    <a:pt x="148273" y="522837"/>
                  </a:cubicBezTo>
                  <a:cubicBezTo>
                    <a:pt x="151355" y="515474"/>
                    <a:pt x="150031" y="505955"/>
                    <a:pt x="150373" y="497462"/>
                  </a:cubicBezTo>
                  <a:cubicBezTo>
                    <a:pt x="150727" y="488959"/>
                    <a:pt x="150373" y="480386"/>
                    <a:pt x="150373" y="471848"/>
                  </a:cubicBezTo>
                  <a:cubicBezTo>
                    <a:pt x="150373" y="463311"/>
                    <a:pt x="150373" y="454784"/>
                    <a:pt x="150373" y="446246"/>
                  </a:cubicBezTo>
                  <a:cubicBezTo>
                    <a:pt x="150373" y="437708"/>
                    <a:pt x="150373" y="429170"/>
                    <a:pt x="150373" y="420632"/>
                  </a:cubicBezTo>
                  <a:cubicBezTo>
                    <a:pt x="150373" y="412106"/>
                    <a:pt x="150373" y="403568"/>
                    <a:pt x="150373" y="395030"/>
                  </a:cubicBezTo>
                  <a:cubicBezTo>
                    <a:pt x="150373" y="386492"/>
                    <a:pt x="150373" y="377954"/>
                    <a:pt x="150373" y="369416"/>
                  </a:cubicBezTo>
                  <a:cubicBezTo>
                    <a:pt x="150373" y="360889"/>
                    <a:pt x="150373" y="352351"/>
                    <a:pt x="150373" y="343813"/>
                  </a:cubicBezTo>
                  <a:cubicBezTo>
                    <a:pt x="150373" y="335275"/>
                    <a:pt x="150373" y="326737"/>
                    <a:pt x="150373" y="318211"/>
                  </a:cubicBezTo>
                  <a:cubicBezTo>
                    <a:pt x="150373" y="309673"/>
                    <a:pt x="150373" y="301135"/>
                    <a:pt x="150373" y="292597"/>
                  </a:cubicBezTo>
                  <a:cubicBezTo>
                    <a:pt x="150373" y="284059"/>
                    <a:pt x="150373" y="275532"/>
                    <a:pt x="150373" y="266994"/>
                  </a:cubicBezTo>
                  <a:cubicBezTo>
                    <a:pt x="150373" y="258456"/>
                    <a:pt x="150373" y="249918"/>
                    <a:pt x="150373" y="241380"/>
                  </a:cubicBezTo>
                  <a:cubicBezTo>
                    <a:pt x="150373" y="232854"/>
                    <a:pt x="150602" y="224304"/>
                    <a:pt x="150373" y="215778"/>
                  </a:cubicBezTo>
                  <a:cubicBezTo>
                    <a:pt x="150145" y="207251"/>
                    <a:pt x="149985" y="198690"/>
                    <a:pt x="148992" y="190232"/>
                  </a:cubicBezTo>
                  <a:cubicBezTo>
                    <a:pt x="147988" y="181774"/>
                    <a:pt x="146104" y="173408"/>
                    <a:pt x="144381" y="165052"/>
                  </a:cubicBezTo>
                  <a:cubicBezTo>
                    <a:pt x="142657" y="156697"/>
                    <a:pt x="140568" y="148410"/>
                    <a:pt x="138651" y="140089"/>
                  </a:cubicBezTo>
                  <a:cubicBezTo>
                    <a:pt x="136722" y="131779"/>
                    <a:pt x="134770" y="123470"/>
                    <a:pt x="132852" y="115148"/>
                  </a:cubicBezTo>
                  <a:cubicBezTo>
                    <a:pt x="130935" y="106839"/>
                    <a:pt x="129051" y="98506"/>
                    <a:pt x="127134" y="90185"/>
                  </a:cubicBezTo>
                  <a:cubicBezTo>
                    <a:pt x="125216" y="81875"/>
                    <a:pt x="123435" y="73509"/>
                    <a:pt x="121346" y="65245"/>
                  </a:cubicBezTo>
                  <a:cubicBezTo>
                    <a:pt x="119269" y="56981"/>
                    <a:pt x="118071" y="48249"/>
                    <a:pt x="114623" y="40590"/>
                  </a:cubicBezTo>
                  <a:cubicBezTo>
                    <a:pt x="111176" y="32931"/>
                    <a:pt x="106474" y="25237"/>
                    <a:pt x="100664" y="19268"/>
                  </a:cubicBezTo>
                  <a:cubicBezTo>
                    <a:pt x="94865" y="13309"/>
                    <a:pt x="87446" y="7922"/>
                    <a:pt x="79787" y="4794"/>
                  </a:cubicBezTo>
                  <a:cubicBezTo>
                    <a:pt x="72139" y="1667"/>
                    <a:pt x="63007" y="0"/>
                    <a:pt x="54778" y="502"/>
                  </a:cubicBezTo>
                  <a:close/>
                </a:path>
              </a:pathLst>
            </a:custGeom>
            <a:ln w="19050">
              <a:solidFill>
                <a:schemeClr val="accent1"/>
              </a:solidFill>
              <a:prstDash val="solid"/>
            </a:ln>
          </p:spPr>
        </p:sp>
        <p:sp>
          <p:nvSpPr>
            <p:cNvPr id="33" name="Center wave"/>
            <p:cNvSpPr/>
            <p:nvPr/>
          </p:nvSpPr>
          <p:spPr>
            <a:xfrm>
              <a:off x="10275699" y="2434797"/>
              <a:ext cx="126242" cy="463451"/>
            </a:xfrm>
            <a:custGeom>
              <a:avLst/>
              <a:gdLst/>
              <a:ahLst/>
              <a:cxnLst/>
              <a:rect l="l" t="t" r="r" b="b"/>
              <a:pathLst>
                <a:path w="126242" h="463451">
                  <a:moveTo>
                    <a:pt x="58631" y="575"/>
                  </a:moveTo>
                  <a:cubicBezTo>
                    <a:pt x="50417" y="1153"/>
                    <a:pt x="41651" y="3618"/>
                    <a:pt x="34357" y="7442"/>
                  </a:cubicBezTo>
                  <a:cubicBezTo>
                    <a:pt x="27064" y="11266"/>
                    <a:pt x="20055" y="17099"/>
                    <a:pt x="14884" y="23514"/>
                  </a:cubicBezTo>
                  <a:cubicBezTo>
                    <a:pt x="9714" y="29917"/>
                    <a:pt x="5650" y="37999"/>
                    <a:pt x="3333" y="45932"/>
                  </a:cubicBezTo>
                  <a:cubicBezTo>
                    <a:pt x="1016" y="53865"/>
                    <a:pt x="1381" y="62676"/>
                    <a:pt x="993" y="71100"/>
                  </a:cubicBezTo>
                  <a:cubicBezTo>
                    <a:pt x="594" y="79536"/>
                    <a:pt x="993" y="88028"/>
                    <a:pt x="993" y="96497"/>
                  </a:cubicBezTo>
                  <a:cubicBezTo>
                    <a:pt x="993" y="104955"/>
                    <a:pt x="993" y="113425"/>
                    <a:pt x="993" y="121883"/>
                  </a:cubicBezTo>
                  <a:cubicBezTo>
                    <a:pt x="993" y="130341"/>
                    <a:pt x="993" y="138811"/>
                    <a:pt x="993" y="147269"/>
                  </a:cubicBezTo>
                  <a:cubicBezTo>
                    <a:pt x="993" y="155738"/>
                    <a:pt x="993" y="164196"/>
                    <a:pt x="993" y="172666"/>
                  </a:cubicBezTo>
                  <a:cubicBezTo>
                    <a:pt x="993" y="181124"/>
                    <a:pt x="993" y="189593"/>
                    <a:pt x="993" y="198051"/>
                  </a:cubicBezTo>
                  <a:cubicBezTo>
                    <a:pt x="993" y="206509"/>
                    <a:pt x="993" y="214979"/>
                    <a:pt x="993" y="223437"/>
                  </a:cubicBezTo>
                  <a:cubicBezTo>
                    <a:pt x="993" y="231906"/>
                    <a:pt x="993" y="240364"/>
                    <a:pt x="993" y="248834"/>
                  </a:cubicBezTo>
                  <a:cubicBezTo>
                    <a:pt x="993" y="257292"/>
                    <a:pt x="993" y="265761"/>
                    <a:pt x="993" y="274220"/>
                  </a:cubicBezTo>
                  <a:cubicBezTo>
                    <a:pt x="993" y="282678"/>
                    <a:pt x="993" y="291147"/>
                    <a:pt x="993" y="299605"/>
                  </a:cubicBezTo>
                  <a:cubicBezTo>
                    <a:pt x="993" y="308075"/>
                    <a:pt x="993" y="316533"/>
                    <a:pt x="993" y="325002"/>
                  </a:cubicBezTo>
                  <a:cubicBezTo>
                    <a:pt x="993" y="333460"/>
                    <a:pt x="993" y="341930"/>
                    <a:pt x="993" y="350388"/>
                  </a:cubicBezTo>
                  <a:cubicBezTo>
                    <a:pt x="993" y="358846"/>
                    <a:pt x="993" y="367315"/>
                    <a:pt x="993" y="375773"/>
                  </a:cubicBezTo>
                  <a:cubicBezTo>
                    <a:pt x="982" y="384243"/>
                    <a:pt x="0" y="392827"/>
                    <a:pt x="925" y="401159"/>
                  </a:cubicBezTo>
                  <a:cubicBezTo>
                    <a:pt x="1861" y="409492"/>
                    <a:pt x="3207" y="418224"/>
                    <a:pt x="6563" y="425769"/>
                  </a:cubicBezTo>
                  <a:cubicBezTo>
                    <a:pt x="9908" y="433313"/>
                    <a:pt x="15021" y="440778"/>
                    <a:pt x="21025" y="446417"/>
                  </a:cubicBezTo>
                  <a:cubicBezTo>
                    <a:pt x="27018" y="452044"/>
                    <a:pt x="34780" y="456839"/>
                    <a:pt x="42530" y="459578"/>
                  </a:cubicBezTo>
                  <a:cubicBezTo>
                    <a:pt x="50292" y="462306"/>
                    <a:pt x="59343" y="463447"/>
                    <a:pt x="67562" y="462831"/>
                  </a:cubicBezTo>
                  <a:cubicBezTo>
                    <a:pt x="75769" y="462215"/>
                    <a:pt x="84524" y="459715"/>
                    <a:pt x="91795" y="455868"/>
                  </a:cubicBezTo>
                  <a:cubicBezTo>
                    <a:pt x="99054" y="452022"/>
                    <a:pt x="106006" y="446155"/>
                    <a:pt x="111153" y="439728"/>
                  </a:cubicBezTo>
                  <a:cubicBezTo>
                    <a:pt x="116301" y="433313"/>
                    <a:pt x="120376" y="425243"/>
                    <a:pt x="122705" y="417322"/>
                  </a:cubicBezTo>
                  <a:cubicBezTo>
                    <a:pt x="125022" y="409389"/>
                    <a:pt x="124714" y="400588"/>
                    <a:pt x="125125" y="392165"/>
                  </a:cubicBezTo>
                  <a:cubicBezTo>
                    <a:pt x="125524" y="383741"/>
                    <a:pt x="125125" y="375237"/>
                    <a:pt x="125125" y="366779"/>
                  </a:cubicBezTo>
                  <a:cubicBezTo>
                    <a:pt x="125125" y="358309"/>
                    <a:pt x="125079" y="349851"/>
                    <a:pt x="125125" y="341393"/>
                  </a:cubicBezTo>
                  <a:cubicBezTo>
                    <a:pt x="125159" y="332924"/>
                    <a:pt x="125319" y="324466"/>
                    <a:pt x="125364" y="316008"/>
                  </a:cubicBezTo>
                  <a:cubicBezTo>
                    <a:pt x="125399" y="307538"/>
                    <a:pt x="125364" y="299080"/>
                    <a:pt x="125364" y="290622"/>
                  </a:cubicBezTo>
                  <a:cubicBezTo>
                    <a:pt x="125364" y="282164"/>
                    <a:pt x="125387" y="273706"/>
                    <a:pt x="125342" y="265236"/>
                  </a:cubicBezTo>
                  <a:cubicBezTo>
                    <a:pt x="125307" y="256778"/>
                    <a:pt x="125147" y="248320"/>
                    <a:pt x="125125" y="239862"/>
                  </a:cubicBezTo>
                  <a:cubicBezTo>
                    <a:pt x="125090" y="231393"/>
                    <a:pt x="125170" y="222935"/>
                    <a:pt x="125182" y="214477"/>
                  </a:cubicBezTo>
                  <a:cubicBezTo>
                    <a:pt x="125205" y="206019"/>
                    <a:pt x="125216" y="197549"/>
                    <a:pt x="125205" y="189091"/>
                  </a:cubicBezTo>
                  <a:cubicBezTo>
                    <a:pt x="125193" y="180633"/>
                    <a:pt x="125090" y="172175"/>
                    <a:pt x="125125" y="163705"/>
                  </a:cubicBezTo>
                  <a:cubicBezTo>
                    <a:pt x="125147" y="155247"/>
                    <a:pt x="125307" y="146789"/>
                    <a:pt x="125353" y="138320"/>
                  </a:cubicBezTo>
                  <a:cubicBezTo>
                    <a:pt x="125399" y="129862"/>
                    <a:pt x="125444" y="121404"/>
                    <a:pt x="125410" y="112945"/>
                  </a:cubicBezTo>
                  <a:cubicBezTo>
                    <a:pt x="125364" y="104476"/>
                    <a:pt x="125136" y="96018"/>
                    <a:pt x="125125" y="87560"/>
                  </a:cubicBezTo>
                  <a:cubicBezTo>
                    <a:pt x="125125" y="79090"/>
                    <a:pt x="126243" y="70495"/>
                    <a:pt x="125364" y="62174"/>
                  </a:cubicBezTo>
                  <a:cubicBezTo>
                    <a:pt x="124485" y="53842"/>
                    <a:pt x="123218" y="45075"/>
                    <a:pt x="119851" y="37576"/>
                  </a:cubicBezTo>
                  <a:cubicBezTo>
                    <a:pt x="116473" y="30077"/>
                    <a:pt x="111165" y="22737"/>
                    <a:pt x="105127" y="17144"/>
                  </a:cubicBezTo>
                  <a:cubicBezTo>
                    <a:pt x="99088" y="11551"/>
                    <a:pt x="91384" y="6757"/>
                    <a:pt x="83633" y="3995"/>
                  </a:cubicBezTo>
                  <a:cubicBezTo>
                    <a:pt x="75894" y="1233"/>
                    <a:pt x="66843" y="0"/>
                    <a:pt x="58636" y="571"/>
                  </a:cubicBezTo>
                  <a:close/>
                </a:path>
              </a:pathLst>
            </a:custGeom>
            <a:ln w="19050">
              <a:solidFill>
                <a:schemeClr val="accent1"/>
              </a:solidFill>
              <a:prstDash val="solid"/>
            </a:ln>
          </p:spPr>
        </p:sp>
        <p:sp>
          <p:nvSpPr>
            <p:cNvPr id="34" name="Inner right wave"/>
            <p:cNvSpPr/>
            <p:nvPr/>
          </p:nvSpPr>
          <p:spPr>
            <a:xfrm>
              <a:off x="10425004" y="2231770"/>
              <a:ext cx="151251" cy="545598"/>
            </a:xfrm>
            <a:custGeom>
              <a:avLst/>
              <a:gdLst/>
              <a:ahLst/>
              <a:cxnLst/>
              <a:rect l="l" t="t" r="r" b="b"/>
              <a:pathLst>
                <a:path w="151251" h="545598">
                  <a:moveTo>
                    <a:pt x="88247" y="766"/>
                  </a:moveTo>
                  <a:cubicBezTo>
                    <a:pt x="80049" y="1530"/>
                    <a:pt x="71294" y="4554"/>
                    <a:pt x="64149" y="8743"/>
                  </a:cubicBezTo>
                  <a:cubicBezTo>
                    <a:pt x="57004" y="12933"/>
                    <a:pt x="50383" y="19256"/>
                    <a:pt x="45372" y="25922"/>
                  </a:cubicBezTo>
                  <a:cubicBezTo>
                    <a:pt x="40361" y="32577"/>
                    <a:pt x="36914" y="40749"/>
                    <a:pt x="34083" y="48705"/>
                  </a:cubicBezTo>
                  <a:cubicBezTo>
                    <a:pt x="31241" y="56661"/>
                    <a:pt x="30282" y="65347"/>
                    <a:pt x="28376" y="73657"/>
                  </a:cubicBezTo>
                  <a:cubicBezTo>
                    <a:pt x="26470" y="81967"/>
                    <a:pt x="24541" y="90288"/>
                    <a:pt x="22623" y="98598"/>
                  </a:cubicBezTo>
                  <a:cubicBezTo>
                    <a:pt x="20694" y="106907"/>
                    <a:pt x="18754" y="115217"/>
                    <a:pt x="16813" y="123527"/>
                  </a:cubicBezTo>
                  <a:cubicBezTo>
                    <a:pt x="14862" y="131836"/>
                    <a:pt x="12841" y="140123"/>
                    <a:pt x="10935" y="148444"/>
                  </a:cubicBezTo>
                  <a:cubicBezTo>
                    <a:pt x="9017" y="156754"/>
                    <a:pt x="6917" y="165041"/>
                    <a:pt x="5342" y="173419"/>
                  </a:cubicBezTo>
                  <a:cubicBezTo>
                    <a:pt x="3767" y="181797"/>
                    <a:pt x="2192" y="190232"/>
                    <a:pt x="1461" y="198702"/>
                  </a:cubicBezTo>
                  <a:cubicBezTo>
                    <a:pt x="731" y="207183"/>
                    <a:pt x="1016" y="215755"/>
                    <a:pt x="925" y="224282"/>
                  </a:cubicBezTo>
                  <a:cubicBezTo>
                    <a:pt x="833" y="232808"/>
                    <a:pt x="925" y="241346"/>
                    <a:pt x="925" y="249884"/>
                  </a:cubicBezTo>
                  <a:cubicBezTo>
                    <a:pt x="925" y="258411"/>
                    <a:pt x="925" y="266949"/>
                    <a:pt x="925" y="275475"/>
                  </a:cubicBezTo>
                  <a:cubicBezTo>
                    <a:pt x="925" y="284013"/>
                    <a:pt x="925" y="292540"/>
                    <a:pt x="925" y="301078"/>
                  </a:cubicBezTo>
                  <a:cubicBezTo>
                    <a:pt x="925" y="309604"/>
                    <a:pt x="925" y="318142"/>
                    <a:pt x="925" y="326669"/>
                  </a:cubicBezTo>
                  <a:cubicBezTo>
                    <a:pt x="925" y="335207"/>
                    <a:pt x="925" y="343733"/>
                    <a:pt x="925" y="352271"/>
                  </a:cubicBezTo>
                  <a:cubicBezTo>
                    <a:pt x="925" y="360798"/>
                    <a:pt x="925" y="369336"/>
                    <a:pt x="925" y="377862"/>
                  </a:cubicBezTo>
                  <a:cubicBezTo>
                    <a:pt x="925" y="386400"/>
                    <a:pt x="925" y="394927"/>
                    <a:pt x="925" y="403465"/>
                  </a:cubicBezTo>
                  <a:cubicBezTo>
                    <a:pt x="925" y="411991"/>
                    <a:pt x="925" y="420529"/>
                    <a:pt x="925" y="429056"/>
                  </a:cubicBezTo>
                  <a:cubicBezTo>
                    <a:pt x="925" y="437594"/>
                    <a:pt x="925" y="446120"/>
                    <a:pt x="925" y="454658"/>
                  </a:cubicBezTo>
                  <a:cubicBezTo>
                    <a:pt x="925" y="463185"/>
                    <a:pt x="925" y="471723"/>
                    <a:pt x="925" y="480249"/>
                  </a:cubicBezTo>
                  <a:cubicBezTo>
                    <a:pt x="925" y="488787"/>
                    <a:pt x="0" y="497497"/>
                    <a:pt x="925" y="505852"/>
                  </a:cubicBezTo>
                  <a:cubicBezTo>
                    <a:pt x="1849" y="514207"/>
                    <a:pt x="2112" y="524012"/>
                    <a:pt x="6483" y="530393"/>
                  </a:cubicBezTo>
                  <a:cubicBezTo>
                    <a:pt x="10867" y="536785"/>
                    <a:pt x="19690" y="542732"/>
                    <a:pt x="27201" y="544159"/>
                  </a:cubicBezTo>
                  <a:cubicBezTo>
                    <a:pt x="34723" y="545597"/>
                    <a:pt x="45292" y="543405"/>
                    <a:pt x="51582" y="539011"/>
                  </a:cubicBezTo>
                  <a:cubicBezTo>
                    <a:pt x="57860" y="534616"/>
                    <a:pt x="61992" y="525542"/>
                    <a:pt x="64914" y="517791"/>
                  </a:cubicBezTo>
                  <a:cubicBezTo>
                    <a:pt x="67824" y="510052"/>
                    <a:pt x="67699" y="500967"/>
                    <a:pt x="69069" y="492543"/>
                  </a:cubicBezTo>
                  <a:cubicBezTo>
                    <a:pt x="70438" y="484130"/>
                    <a:pt x="71797" y="475695"/>
                    <a:pt x="73143" y="467271"/>
                  </a:cubicBezTo>
                  <a:cubicBezTo>
                    <a:pt x="74490" y="458847"/>
                    <a:pt x="75803" y="450424"/>
                    <a:pt x="77161" y="442000"/>
                  </a:cubicBezTo>
                  <a:cubicBezTo>
                    <a:pt x="78520" y="433576"/>
                    <a:pt x="79901" y="425152"/>
                    <a:pt x="81316" y="416740"/>
                  </a:cubicBezTo>
                  <a:cubicBezTo>
                    <a:pt x="82732" y="408327"/>
                    <a:pt x="84193" y="399926"/>
                    <a:pt x="85676" y="391514"/>
                  </a:cubicBezTo>
                  <a:cubicBezTo>
                    <a:pt x="87160" y="383113"/>
                    <a:pt x="88713" y="374723"/>
                    <a:pt x="90208" y="366322"/>
                  </a:cubicBezTo>
                  <a:cubicBezTo>
                    <a:pt x="91692" y="357921"/>
                    <a:pt x="93096" y="349509"/>
                    <a:pt x="94637" y="341119"/>
                  </a:cubicBezTo>
                  <a:cubicBezTo>
                    <a:pt x="96166" y="332730"/>
                    <a:pt x="97821" y="324352"/>
                    <a:pt x="99419" y="315973"/>
                  </a:cubicBezTo>
                  <a:cubicBezTo>
                    <a:pt x="101029" y="307595"/>
                    <a:pt x="102570" y="299206"/>
                    <a:pt x="104236" y="290839"/>
                  </a:cubicBezTo>
                  <a:cubicBezTo>
                    <a:pt x="105903" y="282461"/>
                    <a:pt x="107683" y="274117"/>
                    <a:pt x="109407" y="265761"/>
                  </a:cubicBezTo>
                  <a:cubicBezTo>
                    <a:pt x="111131" y="257406"/>
                    <a:pt x="112786" y="249039"/>
                    <a:pt x="114566" y="240695"/>
                  </a:cubicBezTo>
                  <a:cubicBezTo>
                    <a:pt x="116336" y="232352"/>
                    <a:pt x="118219" y="224030"/>
                    <a:pt x="120045" y="215698"/>
                  </a:cubicBezTo>
                  <a:cubicBezTo>
                    <a:pt x="121872" y="207365"/>
                    <a:pt x="123744" y="199033"/>
                    <a:pt x="125536" y="190689"/>
                  </a:cubicBezTo>
                  <a:cubicBezTo>
                    <a:pt x="127316" y="182345"/>
                    <a:pt x="129006" y="173990"/>
                    <a:pt x="130752" y="165634"/>
                  </a:cubicBezTo>
                  <a:cubicBezTo>
                    <a:pt x="132498" y="157279"/>
                    <a:pt x="134268" y="148935"/>
                    <a:pt x="136025" y="140591"/>
                  </a:cubicBezTo>
                  <a:cubicBezTo>
                    <a:pt x="137783" y="132236"/>
                    <a:pt x="139552" y="123892"/>
                    <a:pt x="141322" y="115548"/>
                  </a:cubicBezTo>
                  <a:cubicBezTo>
                    <a:pt x="143091" y="107193"/>
                    <a:pt x="144997" y="98872"/>
                    <a:pt x="146629" y="90505"/>
                  </a:cubicBezTo>
                  <a:cubicBezTo>
                    <a:pt x="148262" y="82138"/>
                    <a:pt x="150978" y="73703"/>
                    <a:pt x="151115" y="65313"/>
                  </a:cubicBezTo>
                  <a:cubicBezTo>
                    <a:pt x="151252" y="56924"/>
                    <a:pt x="150225" y="47998"/>
                    <a:pt x="147428" y="40167"/>
                  </a:cubicBezTo>
                  <a:cubicBezTo>
                    <a:pt x="144643" y="32348"/>
                    <a:pt x="140066" y="24381"/>
                    <a:pt x="134382" y="18377"/>
                  </a:cubicBezTo>
                  <a:cubicBezTo>
                    <a:pt x="128697" y="12373"/>
                    <a:pt x="121038" y="7088"/>
                    <a:pt x="113345" y="4155"/>
                  </a:cubicBezTo>
                  <a:cubicBezTo>
                    <a:pt x="105652" y="1210"/>
                    <a:pt x="96452" y="0"/>
                    <a:pt x="88245" y="765"/>
                  </a:cubicBezTo>
                  <a:close/>
                </a:path>
              </a:pathLst>
            </a:custGeom>
            <a:ln w="19050">
              <a:solidFill>
                <a:schemeClr val="accent1"/>
              </a:solidFill>
              <a:prstDash val="solid"/>
            </a:ln>
          </p:spPr>
        </p:sp>
        <p:sp>
          <p:nvSpPr>
            <p:cNvPr id="35" name="Outer right wave"/>
            <p:cNvSpPr/>
            <p:nvPr/>
          </p:nvSpPr>
          <p:spPr>
            <a:xfrm>
              <a:off x="10528672" y="2057801"/>
              <a:ext cx="290509" cy="639151"/>
            </a:xfrm>
            <a:custGeom>
              <a:avLst/>
              <a:gdLst/>
              <a:ahLst/>
              <a:cxnLst/>
              <a:rect l="l" t="t" r="r" b="b"/>
              <a:pathLst>
                <a:path w="290509" h="639151">
                  <a:moveTo>
                    <a:pt x="204305" y="624"/>
                  </a:moveTo>
                  <a:cubicBezTo>
                    <a:pt x="195951" y="1244"/>
                    <a:pt x="187356" y="3356"/>
                    <a:pt x="179537" y="6392"/>
                  </a:cubicBezTo>
                  <a:cubicBezTo>
                    <a:pt x="171718" y="9440"/>
                    <a:pt x="164036" y="13754"/>
                    <a:pt x="157370" y="18845"/>
                  </a:cubicBezTo>
                  <a:cubicBezTo>
                    <a:pt x="150704" y="23947"/>
                    <a:pt x="144575" y="30260"/>
                    <a:pt x="139552" y="36994"/>
                  </a:cubicBezTo>
                  <a:cubicBezTo>
                    <a:pt x="134530" y="43729"/>
                    <a:pt x="130501" y="51479"/>
                    <a:pt x="127225" y="59252"/>
                  </a:cubicBezTo>
                  <a:cubicBezTo>
                    <a:pt x="123949" y="67037"/>
                    <a:pt x="122214" y="75506"/>
                    <a:pt x="119897" y="83679"/>
                  </a:cubicBezTo>
                  <a:cubicBezTo>
                    <a:pt x="117580" y="91863"/>
                    <a:pt x="115525" y="100127"/>
                    <a:pt x="113334" y="108345"/>
                  </a:cubicBezTo>
                  <a:cubicBezTo>
                    <a:pt x="111153" y="116575"/>
                    <a:pt x="108962" y="124794"/>
                    <a:pt x="106770" y="133012"/>
                  </a:cubicBezTo>
                  <a:cubicBezTo>
                    <a:pt x="104579" y="141230"/>
                    <a:pt x="102399" y="149460"/>
                    <a:pt x="100196" y="157679"/>
                  </a:cubicBezTo>
                  <a:cubicBezTo>
                    <a:pt x="97981" y="165897"/>
                    <a:pt x="95721" y="174092"/>
                    <a:pt x="93530" y="182311"/>
                  </a:cubicBezTo>
                  <a:cubicBezTo>
                    <a:pt x="91338" y="190529"/>
                    <a:pt x="89181" y="198770"/>
                    <a:pt x="87035" y="207000"/>
                  </a:cubicBezTo>
                  <a:cubicBezTo>
                    <a:pt x="84900" y="215230"/>
                    <a:pt x="82811" y="223483"/>
                    <a:pt x="80688" y="231724"/>
                  </a:cubicBezTo>
                  <a:cubicBezTo>
                    <a:pt x="78565" y="239965"/>
                    <a:pt x="76431" y="248195"/>
                    <a:pt x="74319" y="256436"/>
                  </a:cubicBezTo>
                  <a:cubicBezTo>
                    <a:pt x="72219" y="264677"/>
                    <a:pt x="70119" y="272930"/>
                    <a:pt x="68075" y="281182"/>
                  </a:cubicBezTo>
                  <a:cubicBezTo>
                    <a:pt x="66021" y="289446"/>
                    <a:pt x="64058" y="297722"/>
                    <a:pt x="62037" y="305986"/>
                  </a:cubicBezTo>
                  <a:cubicBezTo>
                    <a:pt x="60017" y="314250"/>
                    <a:pt x="57917" y="322491"/>
                    <a:pt x="55931" y="330766"/>
                  </a:cubicBezTo>
                  <a:cubicBezTo>
                    <a:pt x="53944" y="339042"/>
                    <a:pt x="52038" y="347329"/>
                    <a:pt x="50143" y="355627"/>
                  </a:cubicBezTo>
                  <a:cubicBezTo>
                    <a:pt x="48237" y="363914"/>
                    <a:pt x="46411" y="372224"/>
                    <a:pt x="44516" y="380522"/>
                  </a:cubicBezTo>
                  <a:cubicBezTo>
                    <a:pt x="42621" y="388820"/>
                    <a:pt x="40692" y="397096"/>
                    <a:pt x="38775" y="405394"/>
                  </a:cubicBezTo>
                  <a:cubicBezTo>
                    <a:pt x="36857" y="413681"/>
                    <a:pt x="34917" y="421968"/>
                    <a:pt x="33022" y="430254"/>
                  </a:cubicBezTo>
                  <a:cubicBezTo>
                    <a:pt x="31116" y="438553"/>
                    <a:pt x="29244" y="446851"/>
                    <a:pt x="27383" y="455149"/>
                  </a:cubicBezTo>
                  <a:cubicBezTo>
                    <a:pt x="25511" y="463447"/>
                    <a:pt x="23673" y="471757"/>
                    <a:pt x="21802" y="480055"/>
                  </a:cubicBezTo>
                  <a:cubicBezTo>
                    <a:pt x="19941" y="488354"/>
                    <a:pt x="18035" y="496652"/>
                    <a:pt x="16186" y="504950"/>
                  </a:cubicBezTo>
                  <a:cubicBezTo>
                    <a:pt x="14336" y="513260"/>
                    <a:pt x="12544" y="521581"/>
                    <a:pt x="10718" y="529891"/>
                  </a:cubicBezTo>
                  <a:cubicBezTo>
                    <a:pt x="8892" y="538189"/>
                    <a:pt x="6963" y="546487"/>
                    <a:pt x="5216" y="554808"/>
                  </a:cubicBezTo>
                  <a:cubicBezTo>
                    <a:pt x="3459" y="563129"/>
                    <a:pt x="422" y="571485"/>
                    <a:pt x="205" y="579817"/>
                  </a:cubicBezTo>
                  <a:cubicBezTo>
                    <a:pt x="0" y="588161"/>
                    <a:pt x="890" y="597258"/>
                    <a:pt x="3949" y="604872"/>
                  </a:cubicBezTo>
                  <a:cubicBezTo>
                    <a:pt x="7008" y="612485"/>
                    <a:pt x="12396" y="620110"/>
                    <a:pt x="18548" y="625498"/>
                  </a:cubicBezTo>
                  <a:cubicBezTo>
                    <a:pt x="24712" y="630885"/>
                    <a:pt x="32988" y="635280"/>
                    <a:pt x="40909" y="637220"/>
                  </a:cubicBezTo>
                  <a:cubicBezTo>
                    <a:pt x="48842" y="639149"/>
                    <a:pt x="58236" y="639138"/>
                    <a:pt x="66135" y="637106"/>
                  </a:cubicBezTo>
                  <a:cubicBezTo>
                    <a:pt x="74034" y="635063"/>
                    <a:pt x="81990" y="630360"/>
                    <a:pt x="88290" y="625007"/>
                  </a:cubicBezTo>
                  <a:cubicBezTo>
                    <a:pt x="94603" y="619654"/>
                    <a:pt x="99499" y="612131"/>
                    <a:pt x="103985" y="604975"/>
                  </a:cubicBezTo>
                  <a:cubicBezTo>
                    <a:pt x="108482" y="597829"/>
                    <a:pt x="111941" y="589919"/>
                    <a:pt x="115274" y="582112"/>
                  </a:cubicBezTo>
                  <a:cubicBezTo>
                    <a:pt x="118607" y="574304"/>
                    <a:pt x="121073" y="566109"/>
                    <a:pt x="123972" y="558119"/>
                  </a:cubicBezTo>
                  <a:cubicBezTo>
                    <a:pt x="126882" y="550128"/>
                    <a:pt x="129827" y="542138"/>
                    <a:pt x="132727" y="534137"/>
                  </a:cubicBezTo>
                  <a:cubicBezTo>
                    <a:pt x="135626" y="526147"/>
                    <a:pt x="138502" y="518134"/>
                    <a:pt x="141390" y="510132"/>
                  </a:cubicBezTo>
                  <a:cubicBezTo>
                    <a:pt x="144278" y="502131"/>
                    <a:pt x="147177" y="494129"/>
                    <a:pt x="150054" y="486128"/>
                  </a:cubicBezTo>
                  <a:cubicBezTo>
                    <a:pt x="152930" y="478115"/>
                    <a:pt x="155772" y="470102"/>
                    <a:pt x="158649" y="462089"/>
                  </a:cubicBezTo>
                  <a:cubicBezTo>
                    <a:pt x="161514" y="454076"/>
                    <a:pt x="164390" y="446075"/>
                    <a:pt x="167255" y="438062"/>
                  </a:cubicBezTo>
                  <a:cubicBezTo>
                    <a:pt x="170132" y="430060"/>
                    <a:pt x="173008" y="422047"/>
                    <a:pt x="175873" y="414035"/>
                  </a:cubicBezTo>
                  <a:cubicBezTo>
                    <a:pt x="178738" y="406033"/>
                    <a:pt x="181580" y="398009"/>
                    <a:pt x="184457" y="390007"/>
                  </a:cubicBezTo>
                  <a:cubicBezTo>
                    <a:pt x="187333" y="381994"/>
                    <a:pt x="190255" y="374004"/>
                    <a:pt x="193143" y="366003"/>
                  </a:cubicBezTo>
                  <a:cubicBezTo>
                    <a:pt x="196031" y="358001"/>
                    <a:pt x="198907" y="349988"/>
                    <a:pt x="201772" y="341987"/>
                  </a:cubicBezTo>
                  <a:cubicBezTo>
                    <a:pt x="204649" y="333974"/>
                    <a:pt x="207537" y="325972"/>
                    <a:pt x="210402" y="317960"/>
                  </a:cubicBezTo>
                  <a:cubicBezTo>
                    <a:pt x="213267" y="309947"/>
                    <a:pt x="216109" y="301934"/>
                    <a:pt x="218974" y="293921"/>
                  </a:cubicBezTo>
                  <a:cubicBezTo>
                    <a:pt x="221839" y="285908"/>
                    <a:pt x="224738" y="277906"/>
                    <a:pt x="227615" y="269905"/>
                  </a:cubicBezTo>
                  <a:cubicBezTo>
                    <a:pt x="230491" y="261903"/>
                    <a:pt x="233356" y="253891"/>
                    <a:pt x="236244" y="245889"/>
                  </a:cubicBezTo>
                  <a:cubicBezTo>
                    <a:pt x="239132" y="237888"/>
                    <a:pt x="242077" y="229897"/>
                    <a:pt x="244964" y="221896"/>
                  </a:cubicBezTo>
                  <a:cubicBezTo>
                    <a:pt x="247852" y="213894"/>
                    <a:pt x="250694" y="205882"/>
                    <a:pt x="253571" y="197869"/>
                  </a:cubicBezTo>
                  <a:cubicBezTo>
                    <a:pt x="256436" y="189856"/>
                    <a:pt x="259335" y="181854"/>
                    <a:pt x="262155" y="173830"/>
                  </a:cubicBezTo>
                  <a:cubicBezTo>
                    <a:pt x="264974" y="165806"/>
                    <a:pt x="267713" y="157747"/>
                    <a:pt x="270498" y="149711"/>
                  </a:cubicBezTo>
                  <a:cubicBezTo>
                    <a:pt x="273295" y="141676"/>
                    <a:pt x="276171" y="133663"/>
                    <a:pt x="278888" y="125604"/>
                  </a:cubicBezTo>
                  <a:cubicBezTo>
                    <a:pt x="281593" y="117534"/>
                    <a:pt x="284881" y="109555"/>
                    <a:pt x="286764" y="101326"/>
                  </a:cubicBezTo>
                  <a:cubicBezTo>
                    <a:pt x="288647" y="93084"/>
                    <a:pt x="290508" y="84524"/>
                    <a:pt x="290200" y="76191"/>
                  </a:cubicBezTo>
                  <a:cubicBezTo>
                    <a:pt x="289880" y="67859"/>
                    <a:pt x="287894" y="59138"/>
                    <a:pt x="284881" y="51331"/>
                  </a:cubicBezTo>
                  <a:cubicBezTo>
                    <a:pt x="281867" y="43523"/>
                    <a:pt x="277416" y="35818"/>
                    <a:pt x="272119" y="29346"/>
                  </a:cubicBezTo>
                  <a:cubicBezTo>
                    <a:pt x="266823" y="22874"/>
                    <a:pt x="260157" y="16950"/>
                    <a:pt x="253080" y="12499"/>
                  </a:cubicBezTo>
                  <a:cubicBezTo>
                    <a:pt x="246003" y="8047"/>
                    <a:pt x="237773" y="4634"/>
                    <a:pt x="229646" y="2648"/>
                  </a:cubicBezTo>
                  <a:cubicBezTo>
                    <a:pt x="221519" y="673"/>
                    <a:pt x="212662" y="0"/>
                    <a:pt x="204306" y="628"/>
                  </a:cubicBezTo>
                  <a:close/>
                </a:path>
              </a:pathLst>
            </a:custGeom>
            <a:ln w="19050">
              <a:solidFill>
                <a:schemeClr val="accent1"/>
              </a:solidFill>
              <a:prstDash val="solid"/>
            </a:ln>
          </p:spPr>
        </p:sp>
      </p:grpSp>
      <p:sp>
        <p:nvSpPr>
          <p:cNvPr id="36" name="Don’t marker"/>
          <p:cNvSpPr/>
          <p:nvPr/>
        </p:nvSpPr>
        <p:spPr>
          <a:xfrm>
            <a:off x="9173261" y="338328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73261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✕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539021" y="33558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outlines</a:t>
            </a:r>
            <a:endParaRPr lang="en-US" sz="1400" dirty="0"/>
          </a:p>
        </p:txBody>
      </p:sp>
      <p:sp>
        <p:nvSpPr>
          <p:cNvPr id="39" name="Don’t example Heavy shadow"/>
          <p:cNvSpPr/>
          <p:nvPr/>
        </p:nvSpPr>
        <p:spPr>
          <a:xfrm>
            <a:off x="548640" y="3931920"/>
            <a:ext cx="260604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grpSp>
        <p:nvGrpSpPr>
          <p:cNvPr id="86" name="VCA symbol"/>
          <p:cNvGrpSpPr/>
          <p:nvPr/>
        </p:nvGrpSpPr>
        <p:grpSpPr>
          <a:xfrm>
            <a:off x="1371600" y="4298081"/>
            <a:ext cx="960120" cy="840447"/>
            <a:chOff x="1371600" y="4298081"/>
            <a:chExt cx="960120" cy="840447"/>
          </a:xfrm>
        </p:grpSpPr>
        <p:sp>
          <p:nvSpPr>
            <p:cNvPr id="40" name="Outer left wave"/>
            <p:cNvSpPr/>
            <p:nvPr/>
          </p:nvSpPr>
          <p:spPr>
            <a:xfrm>
              <a:off x="1371600" y="4298248"/>
              <a:ext cx="290170" cy="639263"/>
            </a:xfrm>
            <a:custGeom>
              <a:avLst/>
              <a:gdLst/>
              <a:ahLst/>
              <a:cxnLst/>
              <a:rect l="l" t="t" r="r" b="b"/>
              <a:pathLst>
                <a:path w="290170" h="639263">
                  <a:moveTo>
                    <a:pt x="82328" y="164"/>
                  </a:moveTo>
                  <a:cubicBezTo>
                    <a:pt x="73954" y="0"/>
                    <a:pt x="65142" y="1050"/>
                    <a:pt x="57118" y="3436"/>
                  </a:cubicBezTo>
                  <a:cubicBezTo>
                    <a:pt x="49093" y="5833"/>
                    <a:pt x="41058" y="9714"/>
                    <a:pt x="34198" y="14508"/>
                  </a:cubicBezTo>
                  <a:cubicBezTo>
                    <a:pt x="27349" y="19302"/>
                    <a:pt x="20957" y="25500"/>
                    <a:pt x="15957" y="32211"/>
                  </a:cubicBezTo>
                  <a:cubicBezTo>
                    <a:pt x="10958" y="38923"/>
                    <a:pt x="6837" y="46833"/>
                    <a:pt x="4200" y="54778"/>
                  </a:cubicBezTo>
                  <a:cubicBezTo>
                    <a:pt x="1564" y="62722"/>
                    <a:pt x="0" y="71545"/>
                    <a:pt x="114" y="79889"/>
                  </a:cubicBezTo>
                  <a:cubicBezTo>
                    <a:pt x="240" y="88233"/>
                    <a:pt x="2774" y="96646"/>
                    <a:pt x="4920" y="104841"/>
                  </a:cubicBezTo>
                  <a:cubicBezTo>
                    <a:pt x="7054" y="113037"/>
                    <a:pt x="10227" y="121015"/>
                    <a:pt x="12955" y="129074"/>
                  </a:cubicBezTo>
                  <a:cubicBezTo>
                    <a:pt x="15672" y="137144"/>
                    <a:pt x="18480" y="145180"/>
                    <a:pt x="21276" y="153215"/>
                  </a:cubicBezTo>
                  <a:cubicBezTo>
                    <a:pt x="24062" y="161251"/>
                    <a:pt x="26881" y="169287"/>
                    <a:pt x="29712" y="177311"/>
                  </a:cubicBezTo>
                  <a:cubicBezTo>
                    <a:pt x="32542" y="185347"/>
                    <a:pt x="35407" y="193349"/>
                    <a:pt x="38250" y="201373"/>
                  </a:cubicBezTo>
                  <a:cubicBezTo>
                    <a:pt x="41092" y="209397"/>
                    <a:pt x="43911" y="217433"/>
                    <a:pt x="46765" y="225446"/>
                  </a:cubicBezTo>
                  <a:cubicBezTo>
                    <a:pt x="49618" y="233470"/>
                    <a:pt x="52472" y="241483"/>
                    <a:pt x="55348" y="249496"/>
                  </a:cubicBezTo>
                  <a:cubicBezTo>
                    <a:pt x="58225" y="257497"/>
                    <a:pt x="61158" y="265488"/>
                    <a:pt x="64046" y="273500"/>
                  </a:cubicBezTo>
                  <a:cubicBezTo>
                    <a:pt x="66934" y="281502"/>
                    <a:pt x="69799" y="289526"/>
                    <a:pt x="72675" y="297528"/>
                  </a:cubicBezTo>
                  <a:cubicBezTo>
                    <a:pt x="75552" y="305541"/>
                    <a:pt x="78428" y="313554"/>
                    <a:pt x="81328" y="321555"/>
                  </a:cubicBezTo>
                  <a:cubicBezTo>
                    <a:pt x="84227" y="329557"/>
                    <a:pt x="87195" y="337535"/>
                    <a:pt x="90071" y="345537"/>
                  </a:cubicBezTo>
                  <a:cubicBezTo>
                    <a:pt x="92959" y="353550"/>
                    <a:pt x="95744" y="361585"/>
                    <a:pt x="98609" y="369598"/>
                  </a:cubicBezTo>
                  <a:cubicBezTo>
                    <a:pt x="101485" y="377611"/>
                    <a:pt x="104430" y="385601"/>
                    <a:pt x="107307" y="393603"/>
                  </a:cubicBezTo>
                  <a:cubicBezTo>
                    <a:pt x="110172" y="401616"/>
                    <a:pt x="112991" y="409651"/>
                    <a:pt x="115845" y="417664"/>
                  </a:cubicBezTo>
                  <a:cubicBezTo>
                    <a:pt x="118710" y="425677"/>
                    <a:pt x="121598" y="433690"/>
                    <a:pt x="124474" y="441692"/>
                  </a:cubicBezTo>
                  <a:cubicBezTo>
                    <a:pt x="127350" y="449705"/>
                    <a:pt x="130238" y="457717"/>
                    <a:pt x="133115" y="465730"/>
                  </a:cubicBezTo>
                  <a:cubicBezTo>
                    <a:pt x="135980" y="473732"/>
                    <a:pt x="138845" y="481756"/>
                    <a:pt x="141721" y="489758"/>
                  </a:cubicBezTo>
                  <a:cubicBezTo>
                    <a:pt x="144598" y="497771"/>
                    <a:pt x="147474" y="505783"/>
                    <a:pt x="150373" y="513785"/>
                  </a:cubicBezTo>
                  <a:cubicBezTo>
                    <a:pt x="153273" y="521786"/>
                    <a:pt x="156206" y="529777"/>
                    <a:pt x="159094" y="537778"/>
                  </a:cubicBezTo>
                  <a:cubicBezTo>
                    <a:pt x="161982" y="545791"/>
                    <a:pt x="164767" y="553827"/>
                    <a:pt x="167678" y="561828"/>
                  </a:cubicBezTo>
                  <a:cubicBezTo>
                    <a:pt x="170577" y="569830"/>
                    <a:pt x="173054" y="578025"/>
                    <a:pt x="176512" y="585776"/>
                  </a:cubicBezTo>
                  <a:cubicBezTo>
                    <a:pt x="179971" y="593526"/>
                    <a:pt x="183669" y="601368"/>
                    <a:pt x="188440" y="608330"/>
                  </a:cubicBezTo>
                  <a:cubicBezTo>
                    <a:pt x="193200" y="615282"/>
                    <a:pt x="198474" y="622621"/>
                    <a:pt x="205083" y="627541"/>
                  </a:cubicBezTo>
                  <a:cubicBezTo>
                    <a:pt x="211703" y="632461"/>
                    <a:pt x="220104" y="636421"/>
                    <a:pt x="228128" y="637837"/>
                  </a:cubicBezTo>
                  <a:cubicBezTo>
                    <a:pt x="236164" y="639263"/>
                    <a:pt x="245547" y="638624"/>
                    <a:pt x="253297" y="636067"/>
                  </a:cubicBezTo>
                  <a:cubicBezTo>
                    <a:pt x="261036" y="633511"/>
                    <a:pt x="268878" y="628363"/>
                    <a:pt x="274619" y="622507"/>
                  </a:cubicBezTo>
                  <a:cubicBezTo>
                    <a:pt x="280349" y="616640"/>
                    <a:pt x="285234" y="608673"/>
                    <a:pt x="287700" y="600865"/>
                  </a:cubicBezTo>
                  <a:cubicBezTo>
                    <a:pt x="290165" y="593058"/>
                    <a:pt x="289971" y="584029"/>
                    <a:pt x="289412" y="575662"/>
                  </a:cubicBezTo>
                  <a:cubicBezTo>
                    <a:pt x="288853" y="567296"/>
                    <a:pt x="286091" y="558975"/>
                    <a:pt x="284333" y="550642"/>
                  </a:cubicBezTo>
                  <a:cubicBezTo>
                    <a:pt x="282586" y="542310"/>
                    <a:pt x="280726" y="534011"/>
                    <a:pt x="278911" y="525690"/>
                  </a:cubicBezTo>
                  <a:cubicBezTo>
                    <a:pt x="277096" y="517381"/>
                    <a:pt x="275270" y="509059"/>
                    <a:pt x="273466" y="500750"/>
                  </a:cubicBezTo>
                  <a:cubicBezTo>
                    <a:pt x="271651" y="492429"/>
                    <a:pt x="269928" y="484096"/>
                    <a:pt x="268044" y="475798"/>
                  </a:cubicBezTo>
                  <a:cubicBezTo>
                    <a:pt x="266150" y="467500"/>
                    <a:pt x="264049" y="459247"/>
                    <a:pt x="262132" y="450960"/>
                  </a:cubicBezTo>
                  <a:cubicBezTo>
                    <a:pt x="260203" y="442662"/>
                    <a:pt x="258388" y="434352"/>
                    <a:pt x="256527" y="426054"/>
                  </a:cubicBezTo>
                  <a:cubicBezTo>
                    <a:pt x="254655" y="417744"/>
                    <a:pt x="252818" y="409435"/>
                    <a:pt x="250923" y="401136"/>
                  </a:cubicBezTo>
                  <a:cubicBezTo>
                    <a:pt x="249039" y="392838"/>
                    <a:pt x="247099" y="384551"/>
                    <a:pt x="245181" y="376264"/>
                  </a:cubicBezTo>
                  <a:cubicBezTo>
                    <a:pt x="243275" y="367966"/>
                    <a:pt x="241403" y="359668"/>
                    <a:pt x="239463" y="351381"/>
                  </a:cubicBezTo>
                  <a:cubicBezTo>
                    <a:pt x="237534" y="343094"/>
                    <a:pt x="235548" y="334807"/>
                    <a:pt x="233573" y="326532"/>
                  </a:cubicBezTo>
                  <a:cubicBezTo>
                    <a:pt x="231598" y="318256"/>
                    <a:pt x="229612" y="309981"/>
                    <a:pt x="227615" y="301705"/>
                  </a:cubicBezTo>
                  <a:cubicBezTo>
                    <a:pt x="225628" y="293430"/>
                    <a:pt x="223699" y="285143"/>
                    <a:pt x="221633" y="276879"/>
                  </a:cubicBezTo>
                  <a:cubicBezTo>
                    <a:pt x="219567" y="268626"/>
                    <a:pt x="217353" y="260408"/>
                    <a:pt x="215219" y="252167"/>
                  </a:cubicBezTo>
                  <a:cubicBezTo>
                    <a:pt x="213084" y="243926"/>
                    <a:pt x="210972" y="235685"/>
                    <a:pt x="208849" y="227443"/>
                  </a:cubicBezTo>
                  <a:cubicBezTo>
                    <a:pt x="206726" y="219202"/>
                    <a:pt x="204637" y="210950"/>
                    <a:pt x="202480" y="202720"/>
                  </a:cubicBezTo>
                  <a:cubicBezTo>
                    <a:pt x="200311" y="194490"/>
                    <a:pt x="198074" y="186283"/>
                    <a:pt x="195860" y="178065"/>
                  </a:cubicBezTo>
                  <a:cubicBezTo>
                    <a:pt x="193657" y="169835"/>
                    <a:pt x="191419" y="161628"/>
                    <a:pt x="189228" y="153398"/>
                  </a:cubicBezTo>
                  <a:cubicBezTo>
                    <a:pt x="187036" y="145180"/>
                    <a:pt x="184925" y="136939"/>
                    <a:pt x="182722" y="128709"/>
                  </a:cubicBezTo>
                  <a:cubicBezTo>
                    <a:pt x="180530" y="120490"/>
                    <a:pt x="178270" y="112283"/>
                    <a:pt x="176067" y="104065"/>
                  </a:cubicBezTo>
                  <a:cubicBezTo>
                    <a:pt x="173864" y="95847"/>
                    <a:pt x="171878" y="87548"/>
                    <a:pt x="169492" y="79387"/>
                  </a:cubicBezTo>
                  <a:cubicBezTo>
                    <a:pt x="167107" y="71226"/>
                    <a:pt x="165189" y="62791"/>
                    <a:pt x="161719" y="55109"/>
                  </a:cubicBezTo>
                  <a:cubicBezTo>
                    <a:pt x="158249" y="47427"/>
                    <a:pt x="153946" y="39825"/>
                    <a:pt x="148684" y="33273"/>
                  </a:cubicBezTo>
                  <a:cubicBezTo>
                    <a:pt x="143433" y="26710"/>
                    <a:pt x="137064" y="20592"/>
                    <a:pt x="130181" y="15786"/>
                  </a:cubicBezTo>
                  <a:cubicBezTo>
                    <a:pt x="123298" y="10969"/>
                    <a:pt x="115365" y="7031"/>
                    <a:pt x="107387" y="4429"/>
                  </a:cubicBezTo>
                  <a:cubicBezTo>
                    <a:pt x="99408" y="1826"/>
                    <a:pt x="90710" y="331"/>
                    <a:pt x="82332" y="160"/>
                  </a:cubicBezTo>
                  <a:close/>
                </a:path>
              </a:pathLst>
            </a:custGeom>
            <a:solidFill>
              <a:schemeClr val="accent1"/>
            </a:solidFill>
            <a:ln/>
            <a:effectLst>
              <a:outerShdw sx="100000" sy="100000" kx="0" ky="0" algn="bl" rotWithShape="0" blurRad="228600" dist="101600" dir="5400000">
                <a:srgbClr val="000000">
                  <a:alpha val="55000"/>
                </a:srgbClr>
              </a:outerShdw>
            </a:effectLst>
          </p:spPr>
        </p:sp>
        <p:sp>
          <p:nvSpPr>
            <p:cNvPr id="41" name="Inner left wave"/>
            <p:cNvSpPr/>
            <p:nvPr/>
          </p:nvSpPr>
          <p:spPr>
            <a:xfrm>
              <a:off x="1614025" y="4471956"/>
              <a:ext cx="151351" cy="545606"/>
            </a:xfrm>
            <a:custGeom>
              <a:avLst/>
              <a:gdLst/>
              <a:ahLst/>
              <a:cxnLst/>
              <a:rect l="l" t="t" r="r" b="b"/>
              <a:pathLst>
                <a:path w="151351" h="545606">
                  <a:moveTo>
                    <a:pt x="54780" y="506"/>
                  </a:moveTo>
                  <a:cubicBezTo>
                    <a:pt x="46559" y="1016"/>
                    <a:pt x="37622" y="3744"/>
                    <a:pt x="30454" y="7830"/>
                  </a:cubicBezTo>
                  <a:cubicBezTo>
                    <a:pt x="23285" y="11928"/>
                    <a:pt x="16597" y="18297"/>
                    <a:pt x="11802" y="25055"/>
                  </a:cubicBezTo>
                  <a:cubicBezTo>
                    <a:pt x="7008" y="31812"/>
                    <a:pt x="3424" y="40259"/>
                    <a:pt x="1712" y="48374"/>
                  </a:cubicBezTo>
                  <a:cubicBezTo>
                    <a:pt x="0" y="56490"/>
                    <a:pt x="708" y="65325"/>
                    <a:pt x="1530" y="73737"/>
                  </a:cubicBezTo>
                  <a:cubicBezTo>
                    <a:pt x="2340" y="82149"/>
                    <a:pt x="4863" y="90482"/>
                    <a:pt x="6609" y="98837"/>
                  </a:cubicBezTo>
                  <a:cubicBezTo>
                    <a:pt x="8355" y="107193"/>
                    <a:pt x="10239" y="115514"/>
                    <a:pt x="12019" y="123869"/>
                  </a:cubicBezTo>
                  <a:cubicBezTo>
                    <a:pt x="13800" y="132213"/>
                    <a:pt x="15535" y="140568"/>
                    <a:pt x="17270" y="148924"/>
                  </a:cubicBezTo>
                  <a:cubicBezTo>
                    <a:pt x="19016" y="157279"/>
                    <a:pt x="20706" y="165646"/>
                    <a:pt x="22475" y="174001"/>
                  </a:cubicBezTo>
                  <a:cubicBezTo>
                    <a:pt x="24233" y="182345"/>
                    <a:pt x="26070" y="190678"/>
                    <a:pt x="27851" y="199033"/>
                  </a:cubicBezTo>
                  <a:cubicBezTo>
                    <a:pt x="29632" y="207377"/>
                    <a:pt x="31435" y="215721"/>
                    <a:pt x="33170" y="224076"/>
                  </a:cubicBezTo>
                  <a:cubicBezTo>
                    <a:pt x="34917" y="232431"/>
                    <a:pt x="36572" y="240810"/>
                    <a:pt x="38318" y="249165"/>
                  </a:cubicBezTo>
                  <a:cubicBezTo>
                    <a:pt x="40053" y="257520"/>
                    <a:pt x="41902" y="265853"/>
                    <a:pt x="43614" y="274208"/>
                  </a:cubicBezTo>
                  <a:cubicBezTo>
                    <a:pt x="45338" y="282575"/>
                    <a:pt x="46993" y="290942"/>
                    <a:pt x="48625" y="299320"/>
                  </a:cubicBezTo>
                  <a:cubicBezTo>
                    <a:pt x="50246" y="307698"/>
                    <a:pt x="51833" y="316088"/>
                    <a:pt x="53397" y="324477"/>
                  </a:cubicBezTo>
                  <a:cubicBezTo>
                    <a:pt x="54960" y="332867"/>
                    <a:pt x="56490" y="341268"/>
                    <a:pt x="58019" y="349669"/>
                  </a:cubicBezTo>
                  <a:cubicBezTo>
                    <a:pt x="59549" y="358058"/>
                    <a:pt x="61078" y="366459"/>
                    <a:pt x="62562" y="374860"/>
                  </a:cubicBezTo>
                  <a:cubicBezTo>
                    <a:pt x="64058" y="383273"/>
                    <a:pt x="65519" y="391685"/>
                    <a:pt x="66945" y="400098"/>
                  </a:cubicBezTo>
                  <a:cubicBezTo>
                    <a:pt x="68372" y="408510"/>
                    <a:pt x="69788" y="416922"/>
                    <a:pt x="71146" y="425358"/>
                  </a:cubicBezTo>
                  <a:cubicBezTo>
                    <a:pt x="72504" y="433781"/>
                    <a:pt x="73760" y="442217"/>
                    <a:pt x="75107" y="450652"/>
                  </a:cubicBezTo>
                  <a:cubicBezTo>
                    <a:pt x="76465" y="459076"/>
                    <a:pt x="77915" y="467488"/>
                    <a:pt x="79250" y="475923"/>
                  </a:cubicBezTo>
                  <a:cubicBezTo>
                    <a:pt x="80586" y="484347"/>
                    <a:pt x="81544" y="492862"/>
                    <a:pt x="83131" y="501229"/>
                  </a:cubicBezTo>
                  <a:cubicBezTo>
                    <a:pt x="84729" y="509596"/>
                    <a:pt x="84820" y="519138"/>
                    <a:pt x="88804" y="526101"/>
                  </a:cubicBezTo>
                  <a:cubicBezTo>
                    <a:pt x="92788" y="533064"/>
                    <a:pt x="99842" y="540426"/>
                    <a:pt x="107033" y="543017"/>
                  </a:cubicBezTo>
                  <a:cubicBezTo>
                    <a:pt x="114224" y="545608"/>
                    <a:pt x="125068" y="544992"/>
                    <a:pt x="131939" y="541625"/>
                  </a:cubicBezTo>
                  <a:cubicBezTo>
                    <a:pt x="138811" y="538269"/>
                    <a:pt x="145203" y="530199"/>
                    <a:pt x="148273" y="522837"/>
                  </a:cubicBezTo>
                  <a:cubicBezTo>
                    <a:pt x="151355" y="515474"/>
                    <a:pt x="150031" y="505955"/>
                    <a:pt x="150373" y="497462"/>
                  </a:cubicBezTo>
                  <a:cubicBezTo>
                    <a:pt x="150727" y="488959"/>
                    <a:pt x="150373" y="480386"/>
                    <a:pt x="150373" y="471848"/>
                  </a:cubicBezTo>
                  <a:cubicBezTo>
                    <a:pt x="150373" y="463311"/>
                    <a:pt x="150373" y="454784"/>
                    <a:pt x="150373" y="446246"/>
                  </a:cubicBezTo>
                  <a:cubicBezTo>
                    <a:pt x="150373" y="437708"/>
                    <a:pt x="150373" y="429170"/>
                    <a:pt x="150373" y="420632"/>
                  </a:cubicBezTo>
                  <a:cubicBezTo>
                    <a:pt x="150373" y="412106"/>
                    <a:pt x="150373" y="403568"/>
                    <a:pt x="150373" y="395030"/>
                  </a:cubicBezTo>
                  <a:cubicBezTo>
                    <a:pt x="150373" y="386492"/>
                    <a:pt x="150373" y="377954"/>
                    <a:pt x="150373" y="369416"/>
                  </a:cubicBezTo>
                  <a:cubicBezTo>
                    <a:pt x="150373" y="360889"/>
                    <a:pt x="150373" y="352351"/>
                    <a:pt x="150373" y="343813"/>
                  </a:cubicBezTo>
                  <a:cubicBezTo>
                    <a:pt x="150373" y="335275"/>
                    <a:pt x="150373" y="326737"/>
                    <a:pt x="150373" y="318211"/>
                  </a:cubicBezTo>
                  <a:cubicBezTo>
                    <a:pt x="150373" y="309673"/>
                    <a:pt x="150373" y="301135"/>
                    <a:pt x="150373" y="292597"/>
                  </a:cubicBezTo>
                  <a:cubicBezTo>
                    <a:pt x="150373" y="284059"/>
                    <a:pt x="150373" y="275532"/>
                    <a:pt x="150373" y="266994"/>
                  </a:cubicBezTo>
                  <a:cubicBezTo>
                    <a:pt x="150373" y="258456"/>
                    <a:pt x="150373" y="249918"/>
                    <a:pt x="150373" y="241380"/>
                  </a:cubicBezTo>
                  <a:cubicBezTo>
                    <a:pt x="150373" y="232854"/>
                    <a:pt x="150602" y="224304"/>
                    <a:pt x="150373" y="215778"/>
                  </a:cubicBezTo>
                  <a:cubicBezTo>
                    <a:pt x="150145" y="207251"/>
                    <a:pt x="149985" y="198690"/>
                    <a:pt x="148992" y="190232"/>
                  </a:cubicBezTo>
                  <a:cubicBezTo>
                    <a:pt x="147988" y="181774"/>
                    <a:pt x="146104" y="173408"/>
                    <a:pt x="144381" y="165052"/>
                  </a:cubicBezTo>
                  <a:cubicBezTo>
                    <a:pt x="142657" y="156697"/>
                    <a:pt x="140568" y="148410"/>
                    <a:pt x="138651" y="140089"/>
                  </a:cubicBezTo>
                  <a:cubicBezTo>
                    <a:pt x="136722" y="131779"/>
                    <a:pt x="134770" y="123470"/>
                    <a:pt x="132852" y="115148"/>
                  </a:cubicBezTo>
                  <a:cubicBezTo>
                    <a:pt x="130935" y="106839"/>
                    <a:pt x="129051" y="98506"/>
                    <a:pt x="127134" y="90185"/>
                  </a:cubicBezTo>
                  <a:cubicBezTo>
                    <a:pt x="125216" y="81875"/>
                    <a:pt x="123435" y="73509"/>
                    <a:pt x="121346" y="65245"/>
                  </a:cubicBezTo>
                  <a:cubicBezTo>
                    <a:pt x="119269" y="56981"/>
                    <a:pt x="118071" y="48249"/>
                    <a:pt x="114623" y="40590"/>
                  </a:cubicBezTo>
                  <a:cubicBezTo>
                    <a:pt x="111176" y="32931"/>
                    <a:pt x="106474" y="25237"/>
                    <a:pt x="100664" y="19268"/>
                  </a:cubicBezTo>
                  <a:cubicBezTo>
                    <a:pt x="94865" y="13309"/>
                    <a:pt x="87446" y="7922"/>
                    <a:pt x="79787" y="4794"/>
                  </a:cubicBezTo>
                  <a:cubicBezTo>
                    <a:pt x="72139" y="1667"/>
                    <a:pt x="63007" y="0"/>
                    <a:pt x="54778" y="502"/>
                  </a:cubicBezTo>
                  <a:close/>
                </a:path>
              </a:pathLst>
            </a:custGeom>
            <a:solidFill>
              <a:schemeClr val="accent1"/>
            </a:solidFill>
            <a:ln/>
            <a:effectLst>
              <a:outerShdw sx="100000" sy="100000" kx="0" ky="0" algn="bl" rotWithShape="0" blurRad="228600" dist="101600" dir="5400000">
                <a:srgbClr val="000000">
                  <a:alpha val="55000"/>
                </a:srgbClr>
              </a:outerShdw>
            </a:effectLst>
          </p:spPr>
        </p:sp>
        <p:sp>
          <p:nvSpPr>
            <p:cNvPr id="42" name="Center wave"/>
            <p:cNvSpPr/>
            <p:nvPr/>
          </p:nvSpPr>
          <p:spPr>
            <a:xfrm>
              <a:off x="1788238" y="4675077"/>
              <a:ext cx="126242" cy="463451"/>
            </a:xfrm>
            <a:custGeom>
              <a:avLst/>
              <a:gdLst/>
              <a:ahLst/>
              <a:cxnLst/>
              <a:rect l="l" t="t" r="r" b="b"/>
              <a:pathLst>
                <a:path w="126242" h="463451">
                  <a:moveTo>
                    <a:pt x="58631" y="575"/>
                  </a:moveTo>
                  <a:cubicBezTo>
                    <a:pt x="50417" y="1153"/>
                    <a:pt x="41651" y="3618"/>
                    <a:pt x="34357" y="7442"/>
                  </a:cubicBezTo>
                  <a:cubicBezTo>
                    <a:pt x="27064" y="11266"/>
                    <a:pt x="20055" y="17099"/>
                    <a:pt x="14884" y="23514"/>
                  </a:cubicBezTo>
                  <a:cubicBezTo>
                    <a:pt x="9714" y="29917"/>
                    <a:pt x="5650" y="37999"/>
                    <a:pt x="3333" y="45932"/>
                  </a:cubicBezTo>
                  <a:cubicBezTo>
                    <a:pt x="1016" y="53865"/>
                    <a:pt x="1381" y="62676"/>
                    <a:pt x="993" y="71100"/>
                  </a:cubicBezTo>
                  <a:cubicBezTo>
                    <a:pt x="594" y="79536"/>
                    <a:pt x="993" y="88028"/>
                    <a:pt x="993" y="96497"/>
                  </a:cubicBezTo>
                  <a:cubicBezTo>
                    <a:pt x="993" y="104955"/>
                    <a:pt x="993" y="113425"/>
                    <a:pt x="993" y="121883"/>
                  </a:cubicBezTo>
                  <a:cubicBezTo>
                    <a:pt x="993" y="130341"/>
                    <a:pt x="993" y="138811"/>
                    <a:pt x="993" y="147269"/>
                  </a:cubicBezTo>
                  <a:cubicBezTo>
                    <a:pt x="993" y="155738"/>
                    <a:pt x="993" y="164196"/>
                    <a:pt x="993" y="172666"/>
                  </a:cubicBezTo>
                  <a:cubicBezTo>
                    <a:pt x="993" y="181124"/>
                    <a:pt x="993" y="189593"/>
                    <a:pt x="993" y="198051"/>
                  </a:cubicBezTo>
                  <a:cubicBezTo>
                    <a:pt x="993" y="206509"/>
                    <a:pt x="993" y="214979"/>
                    <a:pt x="993" y="223437"/>
                  </a:cubicBezTo>
                  <a:cubicBezTo>
                    <a:pt x="993" y="231906"/>
                    <a:pt x="993" y="240364"/>
                    <a:pt x="993" y="248834"/>
                  </a:cubicBezTo>
                  <a:cubicBezTo>
                    <a:pt x="993" y="257292"/>
                    <a:pt x="993" y="265761"/>
                    <a:pt x="993" y="274220"/>
                  </a:cubicBezTo>
                  <a:cubicBezTo>
                    <a:pt x="993" y="282678"/>
                    <a:pt x="993" y="291147"/>
                    <a:pt x="993" y="299605"/>
                  </a:cubicBezTo>
                  <a:cubicBezTo>
                    <a:pt x="993" y="308075"/>
                    <a:pt x="993" y="316533"/>
                    <a:pt x="993" y="325002"/>
                  </a:cubicBezTo>
                  <a:cubicBezTo>
                    <a:pt x="993" y="333460"/>
                    <a:pt x="993" y="341930"/>
                    <a:pt x="993" y="350388"/>
                  </a:cubicBezTo>
                  <a:cubicBezTo>
                    <a:pt x="993" y="358846"/>
                    <a:pt x="993" y="367315"/>
                    <a:pt x="993" y="375773"/>
                  </a:cubicBezTo>
                  <a:cubicBezTo>
                    <a:pt x="982" y="384243"/>
                    <a:pt x="0" y="392827"/>
                    <a:pt x="925" y="401159"/>
                  </a:cubicBezTo>
                  <a:cubicBezTo>
                    <a:pt x="1861" y="409492"/>
                    <a:pt x="3207" y="418224"/>
                    <a:pt x="6563" y="425769"/>
                  </a:cubicBezTo>
                  <a:cubicBezTo>
                    <a:pt x="9908" y="433313"/>
                    <a:pt x="15021" y="440778"/>
                    <a:pt x="21025" y="446417"/>
                  </a:cubicBezTo>
                  <a:cubicBezTo>
                    <a:pt x="27018" y="452044"/>
                    <a:pt x="34780" y="456839"/>
                    <a:pt x="42530" y="459578"/>
                  </a:cubicBezTo>
                  <a:cubicBezTo>
                    <a:pt x="50292" y="462306"/>
                    <a:pt x="59343" y="463447"/>
                    <a:pt x="67562" y="462831"/>
                  </a:cubicBezTo>
                  <a:cubicBezTo>
                    <a:pt x="75769" y="462215"/>
                    <a:pt x="84524" y="459715"/>
                    <a:pt x="91795" y="455868"/>
                  </a:cubicBezTo>
                  <a:cubicBezTo>
                    <a:pt x="99054" y="452022"/>
                    <a:pt x="106006" y="446155"/>
                    <a:pt x="111153" y="439728"/>
                  </a:cubicBezTo>
                  <a:cubicBezTo>
                    <a:pt x="116301" y="433313"/>
                    <a:pt x="120376" y="425243"/>
                    <a:pt x="122705" y="417322"/>
                  </a:cubicBezTo>
                  <a:cubicBezTo>
                    <a:pt x="125022" y="409389"/>
                    <a:pt x="124714" y="400588"/>
                    <a:pt x="125125" y="392165"/>
                  </a:cubicBezTo>
                  <a:cubicBezTo>
                    <a:pt x="125524" y="383741"/>
                    <a:pt x="125125" y="375237"/>
                    <a:pt x="125125" y="366779"/>
                  </a:cubicBezTo>
                  <a:cubicBezTo>
                    <a:pt x="125125" y="358309"/>
                    <a:pt x="125079" y="349851"/>
                    <a:pt x="125125" y="341393"/>
                  </a:cubicBezTo>
                  <a:cubicBezTo>
                    <a:pt x="125159" y="332924"/>
                    <a:pt x="125319" y="324466"/>
                    <a:pt x="125364" y="316008"/>
                  </a:cubicBezTo>
                  <a:cubicBezTo>
                    <a:pt x="125399" y="307538"/>
                    <a:pt x="125364" y="299080"/>
                    <a:pt x="125364" y="290622"/>
                  </a:cubicBezTo>
                  <a:cubicBezTo>
                    <a:pt x="125364" y="282164"/>
                    <a:pt x="125387" y="273706"/>
                    <a:pt x="125342" y="265236"/>
                  </a:cubicBezTo>
                  <a:cubicBezTo>
                    <a:pt x="125307" y="256778"/>
                    <a:pt x="125147" y="248320"/>
                    <a:pt x="125125" y="239862"/>
                  </a:cubicBezTo>
                  <a:cubicBezTo>
                    <a:pt x="125090" y="231393"/>
                    <a:pt x="125170" y="222935"/>
                    <a:pt x="125182" y="214477"/>
                  </a:cubicBezTo>
                  <a:cubicBezTo>
                    <a:pt x="125205" y="206019"/>
                    <a:pt x="125216" y="197549"/>
                    <a:pt x="125205" y="189091"/>
                  </a:cubicBezTo>
                  <a:cubicBezTo>
                    <a:pt x="125193" y="180633"/>
                    <a:pt x="125090" y="172175"/>
                    <a:pt x="125125" y="163705"/>
                  </a:cubicBezTo>
                  <a:cubicBezTo>
                    <a:pt x="125147" y="155247"/>
                    <a:pt x="125307" y="146789"/>
                    <a:pt x="125353" y="138320"/>
                  </a:cubicBezTo>
                  <a:cubicBezTo>
                    <a:pt x="125399" y="129862"/>
                    <a:pt x="125444" y="121404"/>
                    <a:pt x="125410" y="112945"/>
                  </a:cubicBezTo>
                  <a:cubicBezTo>
                    <a:pt x="125364" y="104476"/>
                    <a:pt x="125136" y="96018"/>
                    <a:pt x="125125" y="87560"/>
                  </a:cubicBezTo>
                  <a:cubicBezTo>
                    <a:pt x="125125" y="79090"/>
                    <a:pt x="126243" y="70495"/>
                    <a:pt x="125364" y="62174"/>
                  </a:cubicBezTo>
                  <a:cubicBezTo>
                    <a:pt x="124485" y="53842"/>
                    <a:pt x="123218" y="45075"/>
                    <a:pt x="119851" y="37576"/>
                  </a:cubicBezTo>
                  <a:cubicBezTo>
                    <a:pt x="116473" y="30077"/>
                    <a:pt x="111165" y="22737"/>
                    <a:pt x="105127" y="17144"/>
                  </a:cubicBezTo>
                  <a:cubicBezTo>
                    <a:pt x="99088" y="11551"/>
                    <a:pt x="91384" y="6757"/>
                    <a:pt x="83633" y="3995"/>
                  </a:cubicBezTo>
                  <a:cubicBezTo>
                    <a:pt x="75894" y="1233"/>
                    <a:pt x="66843" y="0"/>
                    <a:pt x="58636" y="571"/>
                  </a:cubicBezTo>
                  <a:close/>
                </a:path>
              </a:pathLst>
            </a:custGeom>
            <a:solidFill>
              <a:schemeClr val="accent1"/>
            </a:solidFill>
            <a:ln/>
            <a:effectLst>
              <a:outerShdw sx="100000" sy="100000" kx="0" ky="0" algn="bl" rotWithShape="0" blurRad="228600" dist="101600" dir="5400000">
                <a:srgbClr val="000000">
                  <a:alpha val="55000"/>
                </a:srgbClr>
              </a:outerShdw>
            </a:effectLst>
          </p:spPr>
        </p:sp>
        <p:sp>
          <p:nvSpPr>
            <p:cNvPr id="43" name="Inner right wave"/>
            <p:cNvSpPr/>
            <p:nvPr/>
          </p:nvSpPr>
          <p:spPr>
            <a:xfrm>
              <a:off x="1937543" y="4472050"/>
              <a:ext cx="151251" cy="545598"/>
            </a:xfrm>
            <a:custGeom>
              <a:avLst/>
              <a:gdLst/>
              <a:ahLst/>
              <a:cxnLst/>
              <a:rect l="l" t="t" r="r" b="b"/>
              <a:pathLst>
                <a:path w="151251" h="545598">
                  <a:moveTo>
                    <a:pt x="88247" y="766"/>
                  </a:moveTo>
                  <a:cubicBezTo>
                    <a:pt x="80049" y="1530"/>
                    <a:pt x="71294" y="4554"/>
                    <a:pt x="64149" y="8743"/>
                  </a:cubicBezTo>
                  <a:cubicBezTo>
                    <a:pt x="57004" y="12933"/>
                    <a:pt x="50383" y="19256"/>
                    <a:pt x="45372" y="25922"/>
                  </a:cubicBezTo>
                  <a:cubicBezTo>
                    <a:pt x="40361" y="32577"/>
                    <a:pt x="36914" y="40749"/>
                    <a:pt x="34083" y="48705"/>
                  </a:cubicBezTo>
                  <a:cubicBezTo>
                    <a:pt x="31241" y="56661"/>
                    <a:pt x="30282" y="65347"/>
                    <a:pt x="28376" y="73657"/>
                  </a:cubicBezTo>
                  <a:cubicBezTo>
                    <a:pt x="26470" y="81967"/>
                    <a:pt x="24541" y="90288"/>
                    <a:pt x="22623" y="98598"/>
                  </a:cubicBezTo>
                  <a:cubicBezTo>
                    <a:pt x="20694" y="106907"/>
                    <a:pt x="18754" y="115217"/>
                    <a:pt x="16813" y="123527"/>
                  </a:cubicBezTo>
                  <a:cubicBezTo>
                    <a:pt x="14862" y="131836"/>
                    <a:pt x="12841" y="140123"/>
                    <a:pt x="10935" y="148444"/>
                  </a:cubicBezTo>
                  <a:cubicBezTo>
                    <a:pt x="9017" y="156754"/>
                    <a:pt x="6917" y="165041"/>
                    <a:pt x="5342" y="173419"/>
                  </a:cubicBezTo>
                  <a:cubicBezTo>
                    <a:pt x="3767" y="181797"/>
                    <a:pt x="2192" y="190232"/>
                    <a:pt x="1461" y="198702"/>
                  </a:cubicBezTo>
                  <a:cubicBezTo>
                    <a:pt x="731" y="207183"/>
                    <a:pt x="1016" y="215755"/>
                    <a:pt x="925" y="224282"/>
                  </a:cubicBezTo>
                  <a:cubicBezTo>
                    <a:pt x="833" y="232808"/>
                    <a:pt x="925" y="241346"/>
                    <a:pt x="925" y="249884"/>
                  </a:cubicBezTo>
                  <a:cubicBezTo>
                    <a:pt x="925" y="258411"/>
                    <a:pt x="925" y="266949"/>
                    <a:pt x="925" y="275475"/>
                  </a:cubicBezTo>
                  <a:cubicBezTo>
                    <a:pt x="925" y="284013"/>
                    <a:pt x="925" y="292540"/>
                    <a:pt x="925" y="301078"/>
                  </a:cubicBezTo>
                  <a:cubicBezTo>
                    <a:pt x="925" y="309604"/>
                    <a:pt x="925" y="318142"/>
                    <a:pt x="925" y="326669"/>
                  </a:cubicBezTo>
                  <a:cubicBezTo>
                    <a:pt x="925" y="335207"/>
                    <a:pt x="925" y="343733"/>
                    <a:pt x="925" y="352271"/>
                  </a:cubicBezTo>
                  <a:cubicBezTo>
                    <a:pt x="925" y="360798"/>
                    <a:pt x="925" y="369336"/>
                    <a:pt x="925" y="377862"/>
                  </a:cubicBezTo>
                  <a:cubicBezTo>
                    <a:pt x="925" y="386400"/>
                    <a:pt x="925" y="394927"/>
                    <a:pt x="925" y="403465"/>
                  </a:cubicBezTo>
                  <a:cubicBezTo>
                    <a:pt x="925" y="411991"/>
                    <a:pt x="925" y="420529"/>
                    <a:pt x="925" y="429056"/>
                  </a:cubicBezTo>
                  <a:cubicBezTo>
                    <a:pt x="925" y="437594"/>
                    <a:pt x="925" y="446120"/>
                    <a:pt x="925" y="454658"/>
                  </a:cubicBezTo>
                  <a:cubicBezTo>
                    <a:pt x="925" y="463185"/>
                    <a:pt x="925" y="471723"/>
                    <a:pt x="925" y="480249"/>
                  </a:cubicBezTo>
                  <a:cubicBezTo>
                    <a:pt x="925" y="488787"/>
                    <a:pt x="0" y="497497"/>
                    <a:pt x="925" y="505852"/>
                  </a:cubicBezTo>
                  <a:cubicBezTo>
                    <a:pt x="1849" y="514207"/>
                    <a:pt x="2112" y="524012"/>
                    <a:pt x="6483" y="530393"/>
                  </a:cubicBezTo>
                  <a:cubicBezTo>
                    <a:pt x="10867" y="536785"/>
                    <a:pt x="19690" y="542732"/>
                    <a:pt x="27201" y="544159"/>
                  </a:cubicBezTo>
                  <a:cubicBezTo>
                    <a:pt x="34723" y="545597"/>
                    <a:pt x="45292" y="543405"/>
                    <a:pt x="51582" y="539011"/>
                  </a:cubicBezTo>
                  <a:cubicBezTo>
                    <a:pt x="57860" y="534616"/>
                    <a:pt x="61992" y="525542"/>
                    <a:pt x="64914" y="517791"/>
                  </a:cubicBezTo>
                  <a:cubicBezTo>
                    <a:pt x="67824" y="510052"/>
                    <a:pt x="67699" y="500967"/>
                    <a:pt x="69069" y="492543"/>
                  </a:cubicBezTo>
                  <a:cubicBezTo>
                    <a:pt x="70438" y="484130"/>
                    <a:pt x="71797" y="475695"/>
                    <a:pt x="73143" y="467271"/>
                  </a:cubicBezTo>
                  <a:cubicBezTo>
                    <a:pt x="74490" y="458847"/>
                    <a:pt x="75803" y="450424"/>
                    <a:pt x="77161" y="442000"/>
                  </a:cubicBezTo>
                  <a:cubicBezTo>
                    <a:pt x="78520" y="433576"/>
                    <a:pt x="79901" y="425152"/>
                    <a:pt x="81316" y="416740"/>
                  </a:cubicBezTo>
                  <a:cubicBezTo>
                    <a:pt x="82732" y="408327"/>
                    <a:pt x="84193" y="399926"/>
                    <a:pt x="85676" y="391514"/>
                  </a:cubicBezTo>
                  <a:cubicBezTo>
                    <a:pt x="87160" y="383113"/>
                    <a:pt x="88713" y="374723"/>
                    <a:pt x="90208" y="366322"/>
                  </a:cubicBezTo>
                  <a:cubicBezTo>
                    <a:pt x="91692" y="357921"/>
                    <a:pt x="93096" y="349509"/>
                    <a:pt x="94637" y="341119"/>
                  </a:cubicBezTo>
                  <a:cubicBezTo>
                    <a:pt x="96166" y="332730"/>
                    <a:pt x="97821" y="324352"/>
                    <a:pt x="99419" y="315973"/>
                  </a:cubicBezTo>
                  <a:cubicBezTo>
                    <a:pt x="101029" y="307595"/>
                    <a:pt x="102570" y="299206"/>
                    <a:pt x="104236" y="290839"/>
                  </a:cubicBezTo>
                  <a:cubicBezTo>
                    <a:pt x="105903" y="282461"/>
                    <a:pt x="107683" y="274117"/>
                    <a:pt x="109407" y="265761"/>
                  </a:cubicBezTo>
                  <a:cubicBezTo>
                    <a:pt x="111131" y="257406"/>
                    <a:pt x="112786" y="249039"/>
                    <a:pt x="114566" y="240695"/>
                  </a:cubicBezTo>
                  <a:cubicBezTo>
                    <a:pt x="116336" y="232352"/>
                    <a:pt x="118219" y="224030"/>
                    <a:pt x="120045" y="215698"/>
                  </a:cubicBezTo>
                  <a:cubicBezTo>
                    <a:pt x="121872" y="207365"/>
                    <a:pt x="123744" y="199033"/>
                    <a:pt x="125536" y="190689"/>
                  </a:cubicBezTo>
                  <a:cubicBezTo>
                    <a:pt x="127316" y="182345"/>
                    <a:pt x="129006" y="173990"/>
                    <a:pt x="130752" y="165634"/>
                  </a:cubicBezTo>
                  <a:cubicBezTo>
                    <a:pt x="132498" y="157279"/>
                    <a:pt x="134268" y="148935"/>
                    <a:pt x="136025" y="140591"/>
                  </a:cubicBezTo>
                  <a:cubicBezTo>
                    <a:pt x="137783" y="132236"/>
                    <a:pt x="139552" y="123892"/>
                    <a:pt x="141322" y="115548"/>
                  </a:cubicBezTo>
                  <a:cubicBezTo>
                    <a:pt x="143091" y="107193"/>
                    <a:pt x="144997" y="98872"/>
                    <a:pt x="146629" y="90505"/>
                  </a:cubicBezTo>
                  <a:cubicBezTo>
                    <a:pt x="148262" y="82138"/>
                    <a:pt x="150978" y="73703"/>
                    <a:pt x="151115" y="65313"/>
                  </a:cubicBezTo>
                  <a:cubicBezTo>
                    <a:pt x="151252" y="56924"/>
                    <a:pt x="150225" y="47998"/>
                    <a:pt x="147428" y="40167"/>
                  </a:cubicBezTo>
                  <a:cubicBezTo>
                    <a:pt x="144643" y="32348"/>
                    <a:pt x="140066" y="24381"/>
                    <a:pt x="134382" y="18377"/>
                  </a:cubicBezTo>
                  <a:cubicBezTo>
                    <a:pt x="128697" y="12373"/>
                    <a:pt x="121038" y="7088"/>
                    <a:pt x="113345" y="4155"/>
                  </a:cubicBezTo>
                  <a:cubicBezTo>
                    <a:pt x="105652" y="1210"/>
                    <a:pt x="96452" y="0"/>
                    <a:pt x="88245" y="765"/>
                  </a:cubicBezTo>
                  <a:close/>
                </a:path>
              </a:pathLst>
            </a:custGeom>
            <a:solidFill>
              <a:schemeClr val="accent1"/>
            </a:solidFill>
            <a:ln/>
            <a:effectLst>
              <a:outerShdw sx="100000" sy="100000" kx="0" ky="0" algn="bl" rotWithShape="0" blurRad="228600" dist="101600" dir="5400000">
                <a:srgbClr val="000000">
                  <a:alpha val="55000"/>
                </a:srgbClr>
              </a:outerShdw>
            </a:effectLst>
          </p:spPr>
        </p:sp>
        <p:sp>
          <p:nvSpPr>
            <p:cNvPr id="44" name="Outer right wave"/>
            <p:cNvSpPr/>
            <p:nvPr/>
          </p:nvSpPr>
          <p:spPr>
            <a:xfrm>
              <a:off x="2041211" y="4298081"/>
              <a:ext cx="290509" cy="639151"/>
            </a:xfrm>
            <a:custGeom>
              <a:avLst/>
              <a:gdLst/>
              <a:ahLst/>
              <a:cxnLst/>
              <a:rect l="l" t="t" r="r" b="b"/>
              <a:pathLst>
                <a:path w="290509" h="639151">
                  <a:moveTo>
                    <a:pt x="204305" y="624"/>
                  </a:moveTo>
                  <a:cubicBezTo>
                    <a:pt x="195951" y="1244"/>
                    <a:pt x="187356" y="3356"/>
                    <a:pt x="179537" y="6392"/>
                  </a:cubicBezTo>
                  <a:cubicBezTo>
                    <a:pt x="171718" y="9440"/>
                    <a:pt x="164036" y="13754"/>
                    <a:pt x="157370" y="18845"/>
                  </a:cubicBezTo>
                  <a:cubicBezTo>
                    <a:pt x="150704" y="23947"/>
                    <a:pt x="144575" y="30260"/>
                    <a:pt x="139552" y="36994"/>
                  </a:cubicBezTo>
                  <a:cubicBezTo>
                    <a:pt x="134530" y="43729"/>
                    <a:pt x="130501" y="51479"/>
                    <a:pt x="127225" y="59252"/>
                  </a:cubicBezTo>
                  <a:cubicBezTo>
                    <a:pt x="123949" y="67037"/>
                    <a:pt x="122214" y="75506"/>
                    <a:pt x="119897" y="83679"/>
                  </a:cubicBezTo>
                  <a:cubicBezTo>
                    <a:pt x="117580" y="91863"/>
                    <a:pt x="115525" y="100127"/>
                    <a:pt x="113334" y="108345"/>
                  </a:cubicBezTo>
                  <a:cubicBezTo>
                    <a:pt x="111153" y="116575"/>
                    <a:pt x="108962" y="124794"/>
                    <a:pt x="106770" y="133012"/>
                  </a:cubicBezTo>
                  <a:cubicBezTo>
                    <a:pt x="104579" y="141230"/>
                    <a:pt x="102399" y="149460"/>
                    <a:pt x="100196" y="157679"/>
                  </a:cubicBezTo>
                  <a:cubicBezTo>
                    <a:pt x="97981" y="165897"/>
                    <a:pt x="95721" y="174092"/>
                    <a:pt x="93530" y="182311"/>
                  </a:cubicBezTo>
                  <a:cubicBezTo>
                    <a:pt x="91338" y="190529"/>
                    <a:pt x="89181" y="198770"/>
                    <a:pt x="87035" y="207000"/>
                  </a:cubicBezTo>
                  <a:cubicBezTo>
                    <a:pt x="84900" y="215230"/>
                    <a:pt x="82811" y="223483"/>
                    <a:pt x="80688" y="231724"/>
                  </a:cubicBezTo>
                  <a:cubicBezTo>
                    <a:pt x="78565" y="239965"/>
                    <a:pt x="76431" y="248195"/>
                    <a:pt x="74319" y="256436"/>
                  </a:cubicBezTo>
                  <a:cubicBezTo>
                    <a:pt x="72219" y="264677"/>
                    <a:pt x="70119" y="272930"/>
                    <a:pt x="68075" y="281182"/>
                  </a:cubicBezTo>
                  <a:cubicBezTo>
                    <a:pt x="66021" y="289446"/>
                    <a:pt x="64058" y="297722"/>
                    <a:pt x="62037" y="305986"/>
                  </a:cubicBezTo>
                  <a:cubicBezTo>
                    <a:pt x="60017" y="314250"/>
                    <a:pt x="57917" y="322491"/>
                    <a:pt x="55931" y="330766"/>
                  </a:cubicBezTo>
                  <a:cubicBezTo>
                    <a:pt x="53944" y="339042"/>
                    <a:pt x="52038" y="347329"/>
                    <a:pt x="50143" y="355627"/>
                  </a:cubicBezTo>
                  <a:cubicBezTo>
                    <a:pt x="48237" y="363914"/>
                    <a:pt x="46411" y="372224"/>
                    <a:pt x="44516" y="380522"/>
                  </a:cubicBezTo>
                  <a:cubicBezTo>
                    <a:pt x="42621" y="388820"/>
                    <a:pt x="40692" y="397096"/>
                    <a:pt x="38775" y="405394"/>
                  </a:cubicBezTo>
                  <a:cubicBezTo>
                    <a:pt x="36857" y="413681"/>
                    <a:pt x="34917" y="421968"/>
                    <a:pt x="33022" y="430254"/>
                  </a:cubicBezTo>
                  <a:cubicBezTo>
                    <a:pt x="31116" y="438553"/>
                    <a:pt x="29244" y="446851"/>
                    <a:pt x="27383" y="455149"/>
                  </a:cubicBezTo>
                  <a:cubicBezTo>
                    <a:pt x="25511" y="463447"/>
                    <a:pt x="23673" y="471757"/>
                    <a:pt x="21802" y="480055"/>
                  </a:cubicBezTo>
                  <a:cubicBezTo>
                    <a:pt x="19941" y="488354"/>
                    <a:pt x="18035" y="496652"/>
                    <a:pt x="16186" y="504950"/>
                  </a:cubicBezTo>
                  <a:cubicBezTo>
                    <a:pt x="14336" y="513260"/>
                    <a:pt x="12544" y="521581"/>
                    <a:pt x="10718" y="529891"/>
                  </a:cubicBezTo>
                  <a:cubicBezTo>
                    <a:pt x="8892" y="538189"/>
                    <a:pt x="6963" y="546487"/>
                    <a:pt x="5216" y="554808"/>
                  </a:cubicBezTo>
                  <a:cubicBezTo>
                    <a:pt x="3459" y="563129"/>
                    <a:pt x="422" y="571485"/>
                    <a:pt x="205" y="579817"/>
                  </a:cubicBezTo>
                  <a:cubicBezTo>
                    <a:pt x="0" y="588161"/>
                    <a:pt x="890" y="597258"/>
                    <a:pt x="3949" y="604872"/>
                  </a:cubicBezTo>
                  <a:cubicBezTo>
                    <a:pt x="7008" y="612485"/>
                    <a:pt x="12396" y="620110"/>
                    <a:pt x="18548" y="625498"/>
                  </a:cubicBezTo>
                  <a:cubicBezTo>
                    <a:pt x="24712" y="630885"/>
                    <a:pt x="32988" y="635280"/>
                    <a:pt x="40909" y="637220"/>
                  </a:cubicBezTo>
                  <a:cubicBezTo>
                    <a:pt x="48842" y="639149"/>
                    <a:pt x="58236" y="639138"/>
                    <a:pt x="66135" y="637106"/>
                  </a:cubicBezTo>
                  <a:cubicBezTo>
                    <a:pt x="74034" y="635063"/>
                    <a:pt x="81990" y="630360"/>
                    <a:pt x="88290" y="625007"/>
                  </a:cubicBezTo>
                  <a:cubicBezTo>
                    <a:pt x="94603" y="619654"/>
                    <a:pt x="99499" y="612131"/>
                    <a:pt x="103985" y="604975"/>
                  </a:cubicBezTo>
                  <a:cubicBezTo>
                    <a:pt x="108482" y="597829"/>
                    <a:pt x="111941" y="589919"/>
                    <a:pt x="115274" y="582112"/>
                  </a:cubicBezTo>
                  <a:cubicBezTo>
                    <a:pt x="118607" y="574304"/>
                    <a:pt x="121073" y="566109"/>
                    <a:pt x="123972" y="558119"/>
                  </a:cubicBezTo>
                  <a:cubicBezTo>
                    <a:pt x="126882" y="550128"/>
                    <a:pt x="129827" y="542138"/>
                    <a:pt x="132727" y="534137"/>
                  </a:cubicBezTo>
                  <a:cubicBezTo>
                    <a:pt x="135626" y="526147"/>
                    <a:pt x="138502" y="518134"/>
                    <a:pt x="141390" y="510132"/>
                  </a:cubicBezTo>
                  <a:cubicBezTo>
                    <a:pt x="144278" y="502131"/>
                    <a:pt x="147177" y="494129"/>
                    <a:pt x="150054" y="486128"/>
                  </a:cubicBezTo>
                  <a:cubicBezTo>
                    <a:pt x="152930" y="478115"/>
                    <a:pt x="155772" y="470102"/>
                    <a:pt x="158649" y="462089"/>
                  </a:cubicBezTo>
                  <a:cubicBezTo>
                    <a:pt x="161514" y="454076"/>
                    <a:pt x="164390" y="446075"/>
                    <a:pt x="167255" y="438062"/>
                  </a:cubicBezTo>
                  <a:cubicBezTo>
                    <a:pt x="170132" y="430060"/>
                    <a:pt x="173008" y="422047"/>
                    <a:pt x="175873" y="414035"/>
                  </a:cubicBezTo>
                  <a:cubicBezTo>
                    <a:pt x="178738" y="406033"/>
                    <a:pt x="181580" y="398009"/>
                    <a:pt x="184457" y="390007"/>
                  </a:cubicBezTo>
                  <a:cubicBezTo>
                    <a:pt x="187333" y="381994"/>
                    <a:pt x="190255" y="374004"/>
                    <a:pt x="193143" y="366003"/>
                  </a:cubicBezTo>
                  <a:cubicBezTo>
                    <a:pt x="196031" y="358001"/>
                    <a:pt x="198907" y="349988"/>
                    <a:pt x="201772" y="341987"/>
                  </a:cubicBezTo>
                  <a:cubicBezTo>
                    <a:pt x="204649" y="333974"/>
                    <a:pt x="207537" y="325972"/>
                    <a:pt x="210402" y="317960"/>
                  </a:cubicBezTo>
                  <a:cubicBezTo>
                    <a:pt x="213267" y="309947"/>
                    <a:pt x="216109" y="301934"/>
                    <a:pt x="218974" y="293921"/>
                  </a:cubicBezTo>
                  <a:cubicBezTo>
                    <a:pt x="221839" y="285908"/>
                    <a:pt x="224738" y="277906"/>
                    <a:pt x="227615" y="269905"/>
                  </a:cubicBezTo>
                  <a:cubicBezTo>
                    <a:pt x="230491" y="261903"/>
                    <a:pt x="233356" y="253891"/>
                    <a:pt x="236244" y="245889"/>
                  </a:cubicBezTo>
                  <a:cubicBezTo>
                    <a:pt x="239132" y="237888"/>
                    <a:pt x="242077" y="229897"/>
                    <a:pt x="244964" y="221896"/>
                  </a:cubicBezTo>
                  <a:cubicBezTo>
                    <a:pt x="247852" y="213894"/>
                    <a:pt x="250694" y="205882"/>
                    <a:pt x="253571" y="197869"/>
                  </a:cubicBezTo>
                  <a:cubicBezTo>
                    <a:pt x="256436" y="189856"/>
                    <a:pt x="259335" y="181854"/>
                    <a:pt x="262155" y="173830"/>
                  </a:cubicBezTo>
                  <a:cubicBezTo>
                    <a:pt x="264974" y="165806"/>
                    <a:pt x="267713" y="157747"/>
                    <a:pt x="270498" y="149711"/>
                  </a:cubicBezTo>
                  <a:cubicBezTo>
                    <a:pt x="273295" y="141676"/>
                    <a:pt x="276171" y="133663"/>
                    <a:pt x="278888" y="125604"/>
                  </a:cubicBezTo>
                  <a:cubicBezTo>
                    <a:pt x="281593" y="117534"/>
                    <a:pt x="284881" y="109555"/>
                    <a:pt x="286764" y="101326"/>
                  </a:cubicBezTo>
                  <a:cubicBezTo>
                    <a:pt x="288647" y="93084"/>
                    <a:pt x="290508" y="84524"/>
                    <a:pt x="290200" y="76191"/>
                  </a:cubicBezTo>
                  <a:cubicBezTo>
                    <a:pt x="289880" y="67859"/>
                    <a:pt x="287894" y="59138"/>
                    <a:pt x="284881" y="51331"/>
                  </a:cubicBezTo>
                  <a:cubicBezTo>
                    <a:pt x="281867" y="43523"/>
                    <a:pt x="277416" y="35818"/>
                    <a:pt x="272119" y="29346"/>
                  </a:cubicBezTo>
                  <a:cubicBezTo>
                    <a:pt x="266823" y="22874"/>
                    <a:pt x="260157" y="16950"/>
                    <a:pt x="253080" y="12499"/>
                  </a:cubicBezTo>
                  <a:cubicBezTo>
                    <a:pt x="246003" y="8047"/>
                    <a:pt x="237773" y="4634"/>
                    <a:pt x="229646" y="2648"/>
                  </a:cubicBezTo>
                  <a:cubicBezTo>
                    <a:pt x="221519" y="673"/>
                    <a:pt x="212662" y="0"/>
                    <a:pt x="204306" y="628"/>
                  </a:cubicBezTo>
                  <a:close/>
                </a:path>
              </a:pathLst>
            </a:custGeom>
            <a:solidFill>
              <a:schemeClr val="accent1"/>
            </a:solidFill>
            <a:ln/>
            <a:effectLst>
              <a:outerShdw sx="100000" sy="100000" kx="0" ky="0" algn="bl" rotWithShape="0" blurRad="228600" dist="101600" dir="5400000">
                <a:srgbClr val="000000">
                  <a:alpha val="55000"/>
                </a:srgbClr>
              </a:outerShdw>
            </a:effectLst>
          </p:spPr>
        </p:sp>
      </p:grpSp>
      <p:sp>
        <p:nvSpPr>
          <p:cNvPr id="45" name="Don’t marker"/>
          <p:cNvSpPr/>
          <p:nvPr/>
        </p:nvSpPr>
        <p:spPr>
          <a:xfrm>
            <a:off x="685800" y="562356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580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✕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5596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Heavy shadow</a:t>
            </a:r>
            <a:endParaRPr lang="en-US" sz="1400" dirty="0"/>
          </a:p>
        </p:txBody>
      </p:sp>
      <p:sp>
        <p:nvSpPr>
          <p:cNvPr id="48" name="Don’t example Busy photos"/>
          <p:cNvSpPr/>
          <p:nvPr/>
        </p:nvSpPr>
        <p:spPr>
          <a:xfrm>
            <a:off x="3377794" y="3931920"/>
            <a:ext cx="260604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sp>
        <p:nvSpPr>
          <p:cNvPr id="49" name="Busy background"/>
          <p:cNvSpPr/>
          <p:nvPr/>
        </p:nvSpPr>
        <p:spPr>
          <a:xfrm>
            <a:off x="3377794" y="3931920"/>
            <a:ext cx="868680" cy="786384"/>
          </a:xfrm>
          <a:prstGeom prst="rect">
            <a:avLst/>
          </a:prstGeom>
          <a:solidFill>
            <a:schemeClr val="accent4">
              <a:alpha val="75000"/>
            </a:schemeClr>
          </a:solidFill>
          <a:ln/>
        </p:spPr>
      </p:sp>
      <p:sp>
        <p:nvSpPr>
          <p:cNvPr id="50" name="Busy background"/>
          <p:cNvSpPr/>
          <p:nvPr/>
        </p:nvSpPr>
        <p:spPr>
          <a:xfrm>
            <a:off x="4246474" y="3931920"/>
            <a:ext cx="868680" cy="786384"/>
          </a:xfrm>
          <a:prstGeom prst="rect">
            <a:avLst/>
          </a:prstGeom>
          <a:solidFill>
            <a:schemeClr val="accent3">
              <a:alpha val="75000"/>
            </a:schemeClr>
          </a:solidFill>
          <a:ln/>
        </p:spPr>
      </p:sp>
      <p:sp>
        <p:nvSpPr>
          <p:cNvPr id="51" name="Busy background"/>
          <p:cNvSpPr/>
          <p:nvPr/>
        </p:nvSpPr>
        <p:spPr>
          <a:xfrm>
            <a:off x="5115154" y="3931920"/>
            <a:ext cx="868680" cy="786384"/>
          </a:xfrm>
          <a:prstGeom prst="rect">
            <a:avLst/>
          </a:prstGeom>
          <a:solidFill>
            <a:schemeClr val="accent5">
              <a:alpha val="75000"/>
            </a:schemeClr>
          </a:solidFill>
          <a:ln/>
        </p:spPr>
      </p:sp>
      <p:sp>
        <p:nvSpPr>
          <p:cNvPr id="52" name="Busy background"/>
          <p:cNvSpPr/>
          <p:nvPr/>
        </p:nvSpPr>
        <p:spPr>
          <a:xfrm>
            <a:off x="3377794" y="4718304"/>
            <a:ext cx="868680" cy="786384"/>
          </a:xfrm>
          <a:prstGeom prst="rect">
            <a:avLst/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53" name="Busy background"/>
          <p:cNvSpPr/>
          <p:nvPr/>
        </p:nvSpPr>
        <p:spPr>
          <a:xfrm>
            <a:off x="4246474" y="4718304"/>
            <a:ext cx="868680" cy="786384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</p:sp>
      <p:sp>
        <p:nvSpPr>
          <p:cNvPr id="54" name="Busy background"/>
          <p:cNvSpPr/>
          <p:nvPr/>
        </p:nvSpPr>
        <p:spPr>
          <a:xfrm>
            <a:off x="5115154" y="4718304"/>
            <a:ext cx="868680" cy="786384"/>
          </a:xfrm>
          <a:prstGeom prst="rect">
            <a:avLst/>
          </a:prstGeom>
          <a:solidFill>
            <a:schemeClr val="accent1">
              <a:alpha val="75000"/>
            </a:schemeClr>
          </a:solidFill>
          <a:ln/>
        </p:spPr>
      </p:sp>
      <p:grpSp>
        <p:nvGrpSpPr>
          <p:cNvPr id="87" name="VCA symbol"/>
          <p:cNvGrpSpPr/>
          <p:nvPr/>
        </p:nvGrpSpPr>
        <p:grpSpPr>
          <a:xfrm>
            <a:off x="4200754" y="4298081"/>
            <a:ext cx="960120" cy="840447"/>
            <a:chOff x="4200754" y="4298081"/>
            <a:chExt cx="960120" cy="840447"/>
          </a:xfrm>
        </p:grpSpPr>
        <p:sp>
          <p:nvSpPr>
            <p:cNvPr id="55" name="Outer left wave"/>
            <p:cNvSpPr/>
            <p:nvPr/>
          </p:nvSpPr>
          <p:spPr>
            <a:xfrm>
              <a:off x="4200754" y="4298248"/>
              <a:ext cx="290170" cy="639263"/>
            </a:xfrm>
            <a:custGeom>
              <a:avLst/>
              <a:gdLst/>
              <a:ahLst/>
              <a:cxnLst/>
              <a:rect l="l" t="t" r="r" b="b"/>
              <a:pathLst>
                <a:path w="290170" h="639263">
                  <a:moveTo>
                    <a:pt x="82328" y="164"/>
                  </a:moveTo>
                  <a:cubicBezTo>
                    <a:pt x="73954" y="0"/>
                    <a:pt x="65142" y="1050"/>
                    <a:pt x="57118" y="3436"/>
                  </a:cubicBezTo>
                  <a:cubicBezTo>
                    <a:pt x="49093" y="5833"/>
                    <a:pt x="41058" y="9714"/>
                    <a:pt x="34198" y="14508"/>
                  </a:cubicBezTo>
                  <a:cubicBezTo>
                    <a:pt x="27349" y="19302"/>
                    <a:pt x="20957" y="25500"/>
                    <a:pt x="15957" y="32211"/>
                  </a:cubicBezTo>
                  <a:cubicBezTo>
                    <a:pt x="10958" y="38923"/>
                    <a:pt x="6837" y="46833"/>
                    <a:pt x="4200" y="54778"/>
                  </a:cubicBezTo>
                  <a:cubicBezTo>
                    <a:pt x="1564" y="62722"/>
                    <a:pt x="0" y="71545"/>
                    <a:pt x="114" y="79889"/>
                  </a:cubicBezTo>
                  <a:cubicBezTo>
                    <a:pt x="240" y="88233"/>
                    <a:pt x="2774" y="96646"/>
                    <a:pt x="4920" y="104841"/>
                  </a:cubicBezTo>
                  <a:cubicBezTo>
                    <a:pt x="7054" y="113037"/>
                    <a:pt x="10227" y="121015"/>
                    <a:pt x="12955" y="129074"/>
                  </a:cubicBezTo>
                  <a:cubicBezTo>
                    <a:pt x="15672" y="137144"/>
                    <a:pt x="18480" y="145180"/>
                    <a:pt x="21276" y="153215"/>
                  </a:cubicBezTo>
                  <a:cubicBezTo>
                    <a:pt x="24062" y="161251"/>
                    <a:pt x="26881" y="169287"/>
                    <a:pt x="29712" y="177311"/>
                  </a:cubicBezTo>
                  <a:cubicBezTo>
                    <a:pt x="32542" y="185347"/>
                    <a:pt x="35407" y="193349"/>
                    <a:pt x="38250" y="201373"/>
                  </a:cubicBezTo>
                  <a:cubicBezTo>
                    <a:pt x="41092" y="209397"/>
                    <a:pt x="43911" y="217433"/>
                    <a:pt x="46765" y="225446"/>
                  </a:cubicBezTo>
                  <a:cubicBezTo>
                    <a:pt x="49618" y="233470"/>
                    <a:pt x="52472" y="241483"/>
                    <a:pt x="55348" y="249496"/>
                  </a:cubicBezTo>
                  <a:cubicBezTo>
                    <a:pt x="58225" y="257497"/>
                    <a:pt x="61158" y="265488"/>
                    <a:pt x="64046" y="273500"/>
                  </a:cubicBezTo>
                  <a:cubicBezTo>
                    <a:pt x="66934" y="281502"/>
                    <a:pt x="69799" y="289526"/>
                    <a:pt x="72675" y="297528"/>
                  </a:cubicBezTo>
                  <a:cubicBezTo>
                    <a:pt x="75552" y="305541"/>
                    <a:pt x="78428" y="313554"/>
                    <a:pt x="81328" y="321555"/>
                  </a:cubicBezTo>
                  <a:cubicBezTo>
                    <a:pt x="84227" y="329557"/>
                    <a:pt x="87195" y="337535"/>
                    <a:pt x="90071" y="345537"/>
                  </a:cubicBezTo>
                  <a:cubicBezTo>
                    <a:pt x="92959" y="353550"/>
                    <a:pt x="95744" y="361585"/>
                    <a:pt x="98609" y="369598"/>
                  </a:cubicBezTo>
                  <a:cubicBezTo>
                    <a:pt x="101485" y="377611"/>
                    <a:pt x="104430" y="385601"/>
                    <a:pt x="107307" y="393603"/>
                  </a:cubicBezTo>
                  <a:cubicBezTo>
                    <a:pt x="110172" y="401616"/>
                    <a:pt x="112991" y="409651"/>
                    <a:pt x="115845" y="417664"/>
                  </a:cubicBezTo>
                  <a:cubicBezTo>
                    <a:pt x="118710" y="425677"/>
                    <a:pt x="121598" y="433690"/>
                    <a:pt x="124474" y="441692"/>
                  </a:cubicBezTo>
                  <a:cubicBezTo>
                    <a:pt x="127350" y="449705"/>
                    <a:pt x="130238" y="457717"/>
                    <a:pt x="133115" y="465730"/>
                  </a:cubicBezTo>
                  <a:cubicBezTo>
                    <a:pt x="135980" y="473732"/>
                    <a:pt x="138845" y="481756"/>
                    <a:pt x="141721" y="489758"/>
                  </a:cubicBezTo>
                  <a:cubicBezTo>
                    <a:pt x="144598" y="497771"/>
                    <a:pt x="147474" y="505783"/>
                    <a:pt x="150373" y="513785"/>
                  </a:cubicBezTo>
                  <a:cubicBezTo>
                    <a:pt x="153273" y="521786"/>
                    <a:pt x="156206" y="529777"/>
                    <a:pt x="159094" y="537778"/>
                  </a:cubicBezTo>
                  <a:cubicBezTo>
                    <a:pt x="161982" y="545791"/>
                    <a:pt x="164767" y="553827"/>
                    <a:pt x="167678" y="561828"/>
                  </a:cubicBezTo>
                  <a:cubicBezTo>
                    <a:pt x="170577" y="569830"/>
                    <a:pt x="173054" y="578025"/>
                    <a:pt x="176512" y="585776"/>
                  </a:cubicBezTo>
                  <a:cubicBezTo>
                    <a:pt x="179971" y="593526"/>
                    <a:pt x="183669" y="601368"/>
                    <a:pt x="188440" y="608330"/>
                  </a:cubicBezTo>
                  <a:cubicBezTo>
                    <a:pt x="193200" y="615282"/>
                    <a:pt x="198474" y="622621"/>
                    <a:pt x="205083" y="627541"/>
                  </a:cubicBezTo>
                  <a:cubicBezTo>
                    <a:pt x="211703" y="632461"/>
                    <a:pt x="220104" y="636421"/>
                    <a:pt x="228128" y="637837"/>
                  </a:cubicBezTo>
                  <a:cubicBezTo>
                    <a:pt x="236164" y="639263"/>
                    <a:pt x="245547" y="638624"/>
                    <a:pt x="253297" y="636067"/>
                  </a:cubicBezTo>
                  <a:cubicBezTo>
                    <a:pt x="261036" y="633511"/>
                    <a:pt x="268878" y="628363"/>
                    <a:pt x="274619" y="622507"/>
                  </a:cubicBezTo>
                  <a:cubicBezTo>
                    <a:pt x="280349" y="616640"/>
                    <a:pt x="285234" y="608673"/>
                    <a:pt x="287700" y="600865"/>
                  </a:cubicBezTo>
                  <a:cubicBezTo>
                    <a:pt x="290165" y="593058"/>
                    <a:pt x="289971" y="584029"/>
                    <a:pt x="289412" y="575662"/>
                  </a:cubicBezTo>
                  <a:cubicBezTo>
                    <a:pt x="288853" y="567296"/>
                    <a:pt x="286091" y="558975"/>
                    <a:pt x="284333" y="550642"/>
                  </a:cubicBezTo>
                  <a:cubicBezTo>
                    <a:pt x="282586" y="542310"/>
                    <a:pt x="280726" y="534011"/>
                    <a:pt x="278911" y="525690"/>
                  </a:cubicBezTo>
                  <a:cubicBezTo>
                    <a:pt x="277096" y="517381"/>
                    <a:pt x="275270" y="509059"/>
                    <a:pt x="273466" y="500750"/>
                  </a:cubicBezTo>
                  <a:cubicBezTo>
                    <a:pt x="271651" y="492429"/>
                    <a:pt x="269928" y="484096"/>
                    <a:pt x="268044" y="475798"/>
                  </a:cubicBezTo>
                  <a:cubicBezTo>
                    <a:pt x="266150" y="467500"/>
                    <a:pt x="264049" y="459247"/>
                    <a:pt x="262132" y="450960"/>
                  </a:cubicBezTo>
                  <a:cubicBezTo>
                    <a:pt x="260203" y="442662"/>
                    <a:pt x="258388" y="434352"/>
                    <a:pt x="256527" y="426054"/>
                  </a:cubicBezTo>
                  <a:cubicBezTo>
                    <a:pt x="254655" y="417744"/>
                    <a:pt x="252818" y="409435"/>
                    <a:pt x="250923" y="401136"/>
                  </a:cubicBezTo>
                  <a:cubicBezTo>
                    <a:pt x="249039" y="392838"/>
                    <a:pt x="247099" y="384551"/>
                    <a:pt x="245181" y="376264"/>
                  </a:cubicBezTo>
                  <a:cubicBezTo>
                    <a:pt x="243275" y="367966"/>
                    <a:pt x="241403" y="359668"/>
                    <a:pt x="239463" y="351381"/>
                  </a:cubicBezTo>
                  <a:cubicBezTo>
                    <a:pt x="237534" y="343094"/>
                    <a:pt x="235548" y="334807"/>
                    <a:pt x="233573" y="326532"/>
                  </a:cubicBezTo>
                  <a:cubicBezTo>
                    <a:pt x="231598" y="318256"/>
                    <a:pt x="229612" y="309981"/>
                    <a:pt x="227615" y="301705"/>
                  </a:cubicBezTo>
                  <a:cubicBezTo>
                    <a:pt x="225628" y="293430"/>
                    <a:pt x="223699" y="285143"/>
                    <a:pt x="221633" y="276879"/>
                  </a:cubicBezTo>
                  <a:cubicBezTo>
                    <a:pt x="219567" y="268626"/>
                    <a:pt x="217353" y="260408"/>
                    <a:pt x="215219" y="252167"/>
                  </a:cubicBezTo>
                  <a:cubicBezTo>
                    <a:pt x="213084" y="243926"/>
                    <a:pt x="210972" y="235685"/>
                    <a:pt x="208849" y="227443"/>
                  </a:cubicBezTo>
                  <a:cubicBezTo>
                    <a:pt x="206726" y="219202"/>
                    <a:pt x="204637" y="210950"/>
                    <a:pt x="202480" y="202720"/>
                  </a:cubicBezTo>
                  <a:cubicBezTo>
                    <a:pt x="200311" y="194490"/>
                    <a:pt x="198074" y="186283"/>
                    <a:pt x="195860" y="178065"/>
                  </a:cubicBezTo>
                  <a:cubicBezTo>
                    <a:pt x="193657" y="169835"/>
                    <a:pt x="191419" y="161628"/>
                    <a:pt x="189228" y="153398"/>
                  </a:cubicBezTo>
                  <a:cubicBezTo>
                    <a:pt x="187036" y="145180"/>
                    <a:pt x="184925" y="136939"/>
                    <a:pt x="182722" y="128709"/>
                  </a:cubicBezTo>
                  <a:cubicBezTo>
                    <a:pt x="180530" y="120490"/>
                    <a:pt x="178270" y="112283"/>
                    <a:pt x="176067" y="104065"/>
                  </a:cubicBezTo>
                  <a:cubicBezTo>
                    <a:pt x="173864" y="95847"/>
                    <a:pt x="171878" y="87548"/>
                    <a:pt x="169492" y="79387"/>
                  </a:cubicBezTo>
                  <a:cubicBezTo>
                    <a:pt x="167107" y="71226"/>
                    <a:pt x="165189" y="62791"/>
                    <a:pt x="161719" y="55109"/>
                  </a:cubicBezTo>
                  <a:cubicBezTo>
                    <a:pt x="158249" y="47427"/>
                    <a:pt x="153946" y="39825"/>
                    <a:pt x="148684" y="33273"/>
                  </a:cubicBezTo>
                  <a:cubicBezTo>
                    <a:pt x="143433" y="26710"/>
                    <a:pt x="137064" y="20592"/>
                    <a:pt x="130181" y="15786"/>
                  </a:cubicBezTo>
                  <a:cubicBezTo>
                    <a:pt x="123298" y="10969"/>
                    <a:pt x="115365" y="7031"/>
                    <a:pt x="107387" y="4429"/>
                  </a:cubicBezTo>
                  <a:cubicBezTo>
                    <a:pt x="99408" y="1826"/>
                    <a:pt x="90710" y="331"/>
                    <a:pt x="82332" y="160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56" name="Inner left wave"/>
            <p:cNvSpPr/>
            <p:nvPr/>
          </p:nvSpPr>
          <p:spPr>
            <a:xfrm>
              <a:off x="4443178" y="4471956"/>
              <a:ext cx="151351" cy="545606"/>
            </a:xfrm>
            <a:custGeom>
              <a:avLst/>
              <a:gdLst/>
              <a:ahLst/>
              <a:cxnLst/>
              <a:rect l="l" t="t" r="r" b="b"/>
              <a:pathLst>
                <a:path w="151351" h="545606">
                  <a:moveTo>
                    <a:pt x="54780" y="506"/>
                  </a:moveTo>
                  <a:cubicBezTo>
                    <a:pt x="46559" y="1016"/>
                    <a:pt x="37622" y="3744"/>
                    <a:pt x="30454" y="7830"/>
                  </a:cubicBezTo>
                  <a:cubicBezTo>
                    <a:pt x="23285" y="11928"/>
                    <a:pt x="16597" y="18297"/>
                    <a:pt x="11802" y="25055"/>
                  </a:cubicBezTo>
                  <a:cubicBezTo>
                    <a:pt x="7008" y="31812"/>
                    <a:pt x="3424" y="40259"/>
                    <a:pt x="1712" y="48374"/>
                  </a:cubicBezTo>
                  <a:cubicBezTo>
                    <a:pt x="0" y="56490"/>
                    <a:pt x="708" y="65325"/>
                    <a:pt x="1530" y="73737"/>
                  </a:cubicBezTo>
                  <a:cubicBezTo>
                    <a:pt x="2340" y="82149"/>
                    <a:pt x="4863" y="90482"/>
                    <a:pt x="6609" y="98837"/>
                  </a:cubicBezTo>
                  <a:cubicBezTo>
                    <a:pt x="8355" y="107193"/>
                    <a:pt x="10239" y="115514"/>
                    <a:pt x="12019" y="123869"/>
                  </a:cubicBezTo>
                  <a:cubicBezTo>
                    <a:pt x="13800" y="132213"/>
                    <a:pt x="15535" y="140568"/>
                    <a:pt x="17270" y="148924"/>
                  </a:cubicBezTo>
                  <a:cubicBezTo>
                    <a:pt x="19016" y="157279"/>
                    <a:pt x="20706" y="165646"/>
                    <a:pt x="22475" y="174001"/>
                  </a:cubicBezTo>
                  <a:cubicBezTo>
                    <a:pt x="24233" y="182345"/>
                    <a:pt x="26070" y="190678"/>
                    <a:pt x="27851" y="199033"/>
                  </a:cubicBezTo>
                  <a:cubicBezTo>
                    <a:pt x="29632" y="207377"/>
                    <a:pt x="31435" y="215721"/>
                    <a:pt x="33170" y="224076"/>
                  </a:cubicBezTo>
                  <a:cubicBezTo>
                    <a:pt x="34917" y="232431"/>
                    <a:pt x="36572" y="240810"/>
                    <a:pt x="38318" y="249165"/>
                  </a:cubicBezTo>
                  <a:cubicBezTo>
                    <a:pt x="40053" y="257520"/>
                    <a:pt x="41902" y="265853"/>
                    <a:pt x="43614" y="274208"/>
                  </a:cubicBezTo>
                  <a:cubicBezTo>
                    <a:pt x="45338" y="282575"/>
                    <a:pt x="46993" y="290942"/>
                    <a:pt x="48625" y="299320"/>
                  </a:cubicBezTo>
                  <a:cubicBezTo>
                    <a:pt x="50246" y="307698"/>
                    <a:pt x="51833" y="316088"/>
                    <a:pt x="53397" y="324477"/>
                  </a:cubicBezTo>
                  <a:cubicBezTo>
                    <a:pt x="54960" y="332867"/>
                    <a:pt x="56490" y="341268"/>
                    <a:pt x="58019" y="349669"/>
                  </a:cubicBezTo>
                  <a:cubicBezTo>
                    <a:pt x="59549" y="358058"/>
                    <a:pt x="61078" y="366459"/>
                    <a:pt x="62562" y="374860"/>
                  </a:cubicBezTo>
                  <a:cubicBezTo>
                    <a:pt x="64058" y="383273"/>
                    <a:pt x="65519" y="391685"/>
                    <a:pt x="66945" y="400098"/>
                  </a:cubicBezTo>
                  <a:cubicBezTo>
                    <a:pt x="68372" y="408510"/>
                    <a:pt x="69788" y="416922"/>
                    <a:pt x="71146" y="425358"/>
                  </a:cubicBezTo>
                  <a:cubicBezTo>
                    <a:pt x="72504" y="433781"/>
                    <a:pt x="73760" y="442217"/>
                    <a:pt x="75107" y="450652"/>
                  </a:cubicBezTo>
                  <a:cubicBezTo>
                    <a:pt x="76465" y="459076"/>
                    <a:pt x="77915" y="467488"/>
                    <a:pt x="79250" y="475923"/>
                  </a:cubicBezTo>
                  <a:cubicBezTo>
                    <a:pt x="80586" y="484347"/>
                    <a:pt x="81544" y="492862"/>
                    <a:pt x="83131" y="501229"/>
                  </a:cubicBezTo>
                  <a:cubicBezTo>
                    <a:pt x="84729" y="509596"/>
                    <a:pt x="84820" y="519138"/>
                    <a:pt x="88804" y="526101"/>
                  </a:cubicBezTo>
                  <a:cubicBezTo>
                    <a:pt x="92788" y="533064"/>
                    <a:pt x="99842" y="540426"/>
                    <a:pt x="107033" y="543017"/>
                  </a:cubicBezTo>
                  <a:cubicBezTo>
                    <a:pt x="114224" y="545608"/>
                    <a:pt x="125068" y="544992"/>
                    <a:pt x="131939" y="541625"/>
                  </a:cubicBezTo>
                  <a:cubicBezTo>
                    <a:pt x="138811" y="538269"/>
                    <a:pt x="145203" y="530199"/>
                    <a:pt x="148273" y="522837"/>
                  </a:cubicBezTo>
                  <a:cubicBezTo>
                    <a:pt x="151355" y="515474"/>
                    <a:pt x="150031" y="505955"/>
                    <a:pt x="150373" y="497462"/>
                  </a:cubicBezTo>
                  <a:cubicBezTo>
                    <a:pt x="150727" y="488959"/>
                    <a:pt x="150373" y="480386"/>
                    <a:pt x="150373" y="471848"/>
                  </a:cubicBezTo>
                  <a:cubicBezTo>
                    <a:pt x="150373" y="463311"/>
                    <a:pt x="150373" y="454784"/>
                    <a:pt x="150373" y="446246"/>
                  </a:cubicBezTo>
                  <a:cubicBezTo>
                    <a:pt x="150373" y="437708"/>
                    <a:pt x="150373" y="429170"/>
                    <a:pt x="150373" y="420632"/>
                  </a:cubicBezTo>
                  <a:cubicBezTo>
                    <a:pt x="150373" y="412106"/>
                    <a:pt x="150373" y="403568"/>
                    <a:pt x="150373" y="395030"/>
                  </a:cubicBezTo>
                  <a:cubicBezTo>
                    <a:pt x="150373" y="386492"/>
                    <a:pt x="150373" y="377954"/>
                    <a:pt x="150373" y="369416"/>
                  </a:cubicBezTo>
                  <a:cubicBezTo>
                    <a:pt x="150373" y="360889"/>
                    <a:pt x="150373" y="352351"/>
                    <a:pt x="150373" y="343813"/>
                  </a:cubicBezTo>
                  <a:cubicBezTo>
                    <a:pt x="150373" y="335275"/>
                    <a:pt x="150373" y="326737"/>
                    <a:pt x="150373" y="318211"/>
                  </a:cubicBezTo>
                  <a:cubicBezTo>
                    <a:pt x="150373" y="309673"/>
                    <a:pt x="150373" y="301135"/>
                    <a:pt x="150373" y="292597"/>
                  </a:cubicBezTo>
                  <a:cubicBezTo>
                    <a:pt x="150373" y="284059"/>
                    <a:pt x="150373" y="275532"/>
                    <a:pt x="150373" y="266994"/>
                  </a:cubicBezTo>
                  <a:cubicBezTo>
                    <a:pt x="150373" y="258456"/>
                    <a:pt x="150373" y="249918"/>
                    <a:pt x="150373" y="241380"/>
                  </a:cubicBezTo>
                  <a:cubicBezTo>
                    <a:pt x="150373" y="232854"/>
                    <a:pt x="150602" y="224304"/>
                    <a:pt x="150373" y="215778"/>
                  </a:cubicBezTo>
                  <a:cubicBezTo>
                    <a:pt x="150145" y="207251"/>
                    <a:pt x="149985" y="198690"/>
                    <a:pt x="148992" y="190232"/>
                  </a:cubicBezTo>
                  <a:cubicBezTo>
                    <a:pt x="147988" y="181774"/>
                    <a:pt x="146104" y="173408"/>
                    <a:pt x="144381" y="165052"/>
                  </a:cubicBezTo>
                  <a:cubicBezTo>
                    <a:pt x="142657" y="156697"/>
                    <a:pt x="140568" y="148410"/>
                    <a:pt x="138651" y="140089"/>
                  </a:cubicBezTo>
                  <a:cubicBezTo>
                    <a:pt x="136722" y="131779"/>
                    <a:pt x="134770" y="123470"/>
                    <a:pt x="132852" y="115148"/>
                  </a:cubicBezTo>
                  <a:cubicBezTo>
                    <a:pt x="130935" y="106839"/>
                    <a:pt x="129051" y="98506"/>
                    <a:pt x="127134" y="90185"/>
                  </a:cubicBezTo>
                  <a:cubicBezTo>
                    <a:pt x="125216" y="81875"/>
                    <a:pt x="123435" y="73509"/>
                    <a:pt x="121346" y="65245"/>
                  </a:cubicBezTo>
                  <a:cubicBezTo>
                    <a:pt x="119269" y="56981"/>
                    <a:pt x="118071" y="48249"/>
                    <a:pt x="114623" y="40590"/>
                  </a:cubicBezTo>
                  <a:cubicBezTo>
                    <a:pt x="111176" y="32931"/>
                    <a:pt x="106474" y="25237"/>
                    <a:pt x="100664" y="19268"/>
                  </a:cubicBezTo>
                  <a:cubicBezTo>
                    <a:pt x="94865" y="13309"/>
                    <a:pt x="87446" y="7922"/>
                    <a:pt x="79787" y="4794"/>
                  </a:cubicBezTo>
                  <a:cubicBezTo>
                    <a:pt x="72139" y="1667"/>
                    <a:pt x="63007" y="0"/>
                    <a:pt x="54778" y="502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57" name="Center wave"/>
            <p:cNvSpPr/>
            <p:nvPr/>
          </p:nvSpPr>
          <p:spPr>
            <a:xfrm>
              <a:off x="4617392" y="4675077"/>
              <a:ext cx="126242" cy="463451"/>
            </a:xfrm>
            <a:custGeom>
              <a:avLst/>
              <a:gdLst/>
              <a:ahLst/>
              <a:cxnLst/>
              <a:rect l="l" t="t" r="r" b="b"/>
              <a:pathLst>
                <a:path w="126242" h="463451">
                  <a:moveTo>
                    <a:pt x="58631" y="575"/>
                  </a:moveTo>
                  <a:cubicBezTo>
                    <a:pt x="50417" y="1153"/>
                    <a:pt x="41651" y="3618"/>
                    <a:pt x="34357" y="7442"/>
                  </a:cubicBezTo>
                  <a:cubicBezTo>
                    <a:pt x="27064" y="11266"/>
                    <a:pt x="20055" y="17099"/>
                    <a:pt x="14884" y="23514"/>
                  </a:cubicBezTo>
                  <a:cubicBezTo>
                    <a:pt x="9714" y="29917"/>
                    <a:pt x="5650" y="37999"/>
                    <a:pt x="3333" y="45932"/>
                  </a:cubicBezTo>
                  <a:cubicBezTo>
                    <a:pt x="1016" y="53865"/>
                    <a:pt x="1381" y="62676"/>
                    <a:pt x="993" y="71100"/>
                  </a:cubicBezTo>
                  <a:cubicBezTo>
                    <a:pt x="594" y="79536"/>
                    <a:pt x="993" y="88028"/>
                    <a:pt x="993" y="96497"/>
                  </a:cubicBezTo>
                  <a:cubicBezTo>
                    <a:pt x="993" y="104955"/>
                    <a:pt x="993" y="113425"/>
                    <a:pt x="993" y="121883"/>
                  </a:cubicBezTo>
                  <a:cubicBezTo>
                    <a:pt x="993" y="130341"/>
                    <a:pt x="993" y="138811"/>
                    <a:pt x="993" y="147269"/>
                  </a:cubicBezTo>
                  <a:cubicBezTo>
                    <a:pt x="993" y="155738"/>
                    <a:pt x="993" y="164196"/>
                    <a:pt x="993" y="172666"/>
                  </a:cubicBezTo>
                  <a:cubicBezTo>
                    <a:pt x="993" y="181124"/>
                    <a:pt x="993" y="189593"/>
                    <a:pt x="993" y="198051"/>
                  </a:cubicBezTo>
                  <a:cubicBezTo>
                    <a:pt x="993" y="206509"/>
                    <a:pt x="993" y="214979"/>
                    <a:pt x="993" y="223437"/>
                  </a:cubicBezTo>
                  <a:cubicBezTo>
                    <a:pt x="993" y="231906"/>
                    <a:pt x="993" y="240364"/>
                    <a:pt x="993" y="248834"/>
                  </a:cubicBezTo>
                  <a:cubicBezTo>
                    <a:pt x="993" y="257292"/>
                    <a:pt x="993" y="265761"/>
                    <a:pt x="993" y="274220"/>
                  </a:cubicBezTo>
                  <a:cubicBezTo>
                    <a:pt x="993" y="282678"/>
                    <a:pt x="993" y="291147"/>
                    <a:pt x="993" y="299605"/>
                  </a:cubicBezTo>
                  <a:cubicBezTo>
                    <a:pt x="993" y="308075"/>
                    <a:pt x="993" y="316533"/>
                    <a:pt x="993" y="325002"/>
                  </a:cubicBezTo>
                  <a:cubicBezTo>
                    <a:pt x="993" y="333460"/>
                    <a:pt x="993" y="341930"/>
                    <a:pt x="993" y="350388"/>
                  </a:cubicBezTo>
                  <a:cubicBezTo>
                    <a:pt x="993" y="358846"/>
                    <a:pt x="993" y="367315"/>
                    <a:pt x="993" y="375773"/>
                  </a:cubicBezTo>
                  <a:cubicBezTo>
                    <a:pt x="982" y="384243"/>
                    <a:pt x="0" y="392827"/>
                    <a:pt x="925" y="401159"/>
                  </a:cubicBezTo>
                  <a:cubicBezTo>
                    <a:pt x="1861" y="409492"/>
                    <a:pt x="3207" y="418224"/>
                    <a:pt x="6563" y="425769"/>
                  </a:cubicBezTo>
                  <a:cubicBezTo>
                    <a:pt x="9908" y="433313"/>
                    <a:pt x="15021" y="440778"/>
                    <a:pt x="21025" y="446417"/>
                  </a:cubicBezTo>
                  <a:cubicBezTo>
                    <a:pt x="27018" y="452044"/>
                    <a:pt x="34780" y="456839"/>
                    <a:pt x="42530" y="459578"/>
                  </a:cubicBezTo>
                  <a:cubicBezTo>
                    <a:pt x="50292" y="462306"/>
                    <a:pt x="59343" y="463447"/>
                    <a:pt x="67562" y="462831"/>
                  </a:cubicBezTo>
                  <a:cubicBezTo>
                    <a:pt x="75769" y="462215"/>
                    <a:pt x="84524" y="459715"/>
                    <a:pt x="91795" y="455868"/>
                  </a:cubicBezTo>
                  <a:cubicBezTo>
                    <a:pt x="99054" y="452022"/>
                    <a:pt x="106006" y="446155"/>
                    <a:pt x="111153" y="439728"/>
                  </a:cubicBezTo>
                  <a:cubicBezTo>
                    <a:pt x="116301" y="433313"/>
                    <a:pt x="120376" y="425243"/>
                    <a:pt x="122705" y="417322"/>
                  </a:cubicBezTo>
                  <a:cubicBezTo>
                    <a:pt x="125022" y="409389"/>
                    <a:pt x="124714" y="400588"/>
                    <a:pt x="125125" y="392165"/>
                  </a:cubicBezTo>
                  <a:cubicBezTo>
                    <a:pt x="125524" y="383741"/>
                    <a:pt x="125125" y="375237"/>
                    <a:pt x="125125" y="366779"/>
                  </a:cubicBezTo>
                  <a:cubicBezTo>
                    <a:pt x="125125" y="358309"/>
                    <a:pt x="125079" y="349851"/>
                    <a:pt x="125125" y="341393"/>
                  </a:cubicBezTo>
                  <a:cubicBezTo>
                    <a:pt x="125159" y="332924"/>
                    <a:pt x="125319" y="324466"/>
                    <a:pt x="125364" y="316008"/>
                  </a:cubicBezTo>
                  <a:cubicBezTo>
                    <a:pt x="125399" y="307538"/>
                    <a:pt x="125364" y="299080"/>
                    <a:pt x="125364" y="290622"/>
                  </a:cubicBezTo>
                  <a:cubicBezTo>
                    <a:pt x="125364" y="282164"/>
                    <a:pt x="125387" y="273706"/>
                    <a:pt x="125342" y="265236"/>
                  </a:cubicBezTo>
                  <a:cubicBezTo>
                    <a:pt x="125307" y="256778"/>
                    <a:pt x="125147" y="248320"/>
                    <a:pt x="125125" y="239862"/>
                  </a:cubicBezTo>
                  <a:cubicBezTo>
                    <a:pt x="125090" y="231393"/>
                    <a:pt x="125170" y="222935"/>
                    <a:pt x="125182" y="214477"/>
                  </a:cubicBezTo>
                  <a:cubicBezTo>
                    <a:pt x="125205" y="206019"/>
                    <a:pt x="125216" y="197549"/>
                    <a:pt x="125205" y="189091"/>
                  </a:cubicBezTo>
                  <a:cubicBezTo>
                    <a:pt x="125193" y="180633"/>
                    <a:pt x="125090" y="172175"/>
                    <a:pt x="125125" y="163705"/>
                  </a:cubicBezTo>
                  <a:cubicBezTo>
                    <a:pt x="125147" y="155247"/>
                    <a:pt x="125307" y="146789"/>
                    <a:pt x="125353" y="138320"/>
                  </a:cubicBezTo>
                  <a:cubicBezTo>
                    <a:pt x="125399" y="129862"/>
                    <a:pt x="125444" y="121404"/>
                    <a:pt x="125410" y="112945"/>
                  </a:cubicBezTo>
                  <a:cubicBezTo>
                    <a:pt x="125364" y="104476"/>
                    <a:pt x="125136" y="96018"/>
                    <a:pt x="125125" y="87560"/>
                  </a:cubicBezTo>
                  <a:cubicBezTo>
                    <a:pt x="125125" y="79090"/>
                    <a:pt x="126243" y="70495"/>
                    <a:pt x="125364" y="62174"/>
                  </a:cubicBezTo>
                  <a:cubicBezTo>
                    <a:pt x="124485" y="53842"/>
                    <a:pt x="123218" y="45075"/>
                    <a:pt x="119851" y="37576"/>
                  </a:cubicBezTo>
                  <a:cubicBezTo>
                    <a:pt x="116473" y="30077"/>
                    <a:pt x="111165" y="22737"/>
                    <a:pt x="105127" y="17144"/>
                  </a:cubicBezTo>
                  <a:cubicBezTo>
                    <a:pt x="99088" y="11551"/>
                    <a:pt x="91384" y="6757"/>
                    <a:pt x="83633" y="3995"/>
                  </a:cubicBezTo>
                  <a:cubicBezTo>
                    <a:pt x="75894" y="1233"/>
                    <a:pt x="66843" y="0"/>
                    <a:pt x="58636" y="571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58" name="Inner right wave"/>
            <p:cNvSpPr/>
            <p:nvPr/>
          </p:nvSpPr>
          <p:spPr>
            <a:xfrm>
              <a:off x="4766697" y="4472050"/>
              <a:ext cx="151251" cy="545598"/>
            </a:xfrm>
            <a:custGeom>
              <a:avLst/>
              <a:gdLst/>
              <a:ahLst/>
              <a:cxnLst/>
              <a:rect l="l" t="t" r="r" b="b"/>
              <a:pathLst>
                <a:path w="151251" h="545598">
                  <a:moveTo>
                    <a:pt x="88247" y="766"/>
                  </a:moveTo>
                  <a:cubicBezTo>
                    <a:pt x="80049" y="1530"/>
                    <a:pt x="71294" y="4554"/>
                    <a:pt x="64149" y="8743"/>
                  </a:cubicBezTo>
                  <a:cubicBezTo>
                    <a:pt x="57004" y="12933"/>
                    <a:pt x="50383" y="19256"/>
                    <a:pt x="45372" y="25922"/>
                  </a:cubicBezTo>
                  <a:cubicBezTo>
                    <a:pt x="40361" y="32577"/>
                    <a:pt x="36914" y="40749"/>
                    <a:pt x="34083" y="48705"/>
                  </a:cubicBezTo>
                  <a:cubicBezTo>
                    <a:pt x="31241" y="56661"/>
                    <a:pt x="30282" y="65347"/>
                    <a:pt x="28376" y="73657"/>
                  </a:cubicBezTo>
                  <a:cubicBezTo>
                    <a:pt x="26470" y="81967"/>
                    <a:pt x="24541" y="90288"/>
                    <a:pt x="22623" y="98598"/>
                  </a:cubicBezTo>
                  <a:cubicBezTo>
                    <a:pt x="20694" y="106907"/>
                    <a:pt x="18754" y="115217"/>
                    <a:pt x="16813" y="123527"/>
                  </a:cubicBezTo>
                  <a:cubicBezTo>
                    <a:pt x="14862" y="131836"/>
                    <a:pt x="12841" y="140123"/>
                    <a:pt x="10935" y="148444"/>
                  </a:cubicBezTo>
                  <a:cubicBezTo>
                    <a:pt x="9017" y="156754"/>
                    <a:pt x="6917" y="165041"/>
                    <a:pt x="5342" y="173419"/>
                  </a:cubicBezTo>
                  <a:cubicBezTo>
                    <a:pt x="3767" y="181797"/>
                    <a:pt x="2192" y="190232"/>
                    <a:pt x="1461" y="198702"/>
                  </a:cubicBezTo>
                  <a:cubicBezTo>
                    <a:pt x="731" y="207183"/>
                    <a:pt x="1016" y="215755"/>
                    <a:pt x="925" y="224282"/>
                  </a:cubicBezTo>
                  <a:cubicBezTo>
                    <a:pt x="833" y="232808"/>
                    <a:pt x="925" y="241346"/>
                    <a:pt x="925" y="249884"/>
                  </a:cubicBezTo>
                  <a:cubicBezTo>
                    <a:pt x="925" y="258411"/>
                    <a:pt x="925" y="266949"/>
                    <a:pt x="925" y="275475"/>
                  </a:cubicBezTo>
                  <a:cubicBezTo>
                    <a:pt x="925" y="284013"/>
                    <a:pt x="925" y="292540"/>
                    <a:pt x="925" y="301078"/>
                  </a:cubicBezTo>
                  <a:cubicBezTo>
                    <a:pt x="925" y="309604"/>
                    <a:pt x="925" y="318142"/>
                    <a:pt x="925" y="326669"/>
                  </a:cubicBezTo>
                  <a:cubicBezTo>
                    <a:pt x="925" y="335207"/>
                    <a:pt x="925" y="343733"/>
                    <a:pt x="925" y="352271"/>
                  </a:cubicBezTo>
                  <a:cubicBezTo>
                    <a:pt x="925" y="360798"/>
                    <a:pt x="925" y="369336"/>
                    <a:pt x="925" y="377862"/>
                  </a:cubicBezTo>
                  <a:cubicBezTo>
                    <a:pt x="925" y="386400"/>
                    <a:pt x="925" y="394927"/>
                    <a:pt x="925" y="403465"/>
                  </a:cubicBezTo>
                  <a:cubicBezTo>
                    <a:pt x="925" y="411991"/>
                    <a:pt x="925" y="420529"/>
                    <a:pt x="925" y="429056"/>
                  </a:cubicBezTo>
                  <a:cubicBezTo>
                    <a:pt x="925" y="437594"/>
                    <a:pt x="925" y="446120"/>
                    <a:pt x="925" y="454658"/>
                  </a:cubicBezTo>
                  <a:cubicBezTo>
                    <a:pt x="925" y="463185"/>
                    <a:pt x="925" y="471723"/>
                    <a:pt x="925" y="480249"/>
                  </a:cubicBezTo>
                  <a:cubicBezTo>
                    <a:pt x="925" y="488787"/>
                    <a:pt x="0" y="497497"/>
                    <a:pt x="925" y="505852"/>
                  </a:cubicBezTo>
                  <a:cubicBezTo>
                    <a:pt x="1849" y="514207"/>
                    <a:pt x="2112" y="524012"/>
                    <a:pt x="6483" y="530393"/>
                  </a:cubicBezTo>
                  <a:cubicBezTo>
                    <a:pt x="10867" y="536785"/>
                    <a:pt x="19690" y="542732"/>
                    <a:pt x="27201" y="544159"/>
                  </a:cubicBezTo>
                  <a:cubicBezTo>
                    <a:pt x="34723" y="545597"/>
                    <a:pt x="45292" y="543405"/>
                    <a:pt x="51582" y="539011"/>
                  </a:cubicBezTo>
                  <a:cubicBezTo>
                    <a:pt x="57860" y="534616"/>
                    <a:pt x="61992" y="525542"/>
                    <a:pt x="64914" y="517791"/>
                  </a:cubicBezTo>
                  <a:cubicBezTo>
                    <a:pt x="67824" y="510052"/>
                    <a:pt x="67699" y="500967"/>
                    <a:pt x="69069" y="492543"/>
                  </a:cubicBezTo>
                  <a:cubicBezTo>
                    <a:pt x="70438" y="484130"/>
                    <a:pt x="71797" y="475695"/>
                    <a:pt x="73143" y="467271"/>
                  </a:cubicBezTo>
                  <a:cubicBezTo>
                    <a:pt x="74490" y="458847"/>
                    <a:pt x="75803" y="450424"/>
                    <a:pt x="77161" y="442000"/>
                  </a:cubicBezTo>
                  <a:cubicBezTo>
                    <a:pt x="78520" y="433576"/>
                    <a:pt x="79901" y="425152"/>
                    <a:pt x="81316" y="416740"/>
                  </a:cubicBezTo>
                  <a:cubicBezTo>
                    <a:pt x="82732" y="408327"/>
                    <a:pt x="84193" y="399926"/>
                    <a:pt x="85676" y="391514"/>
                  </a:cubicBezTo>
                  <a:cubicBezTo>
                    <a:pt x="87160" y="383113"/>
                    <a:pt x="88713" y="374723"/>
                    <a:pt x="90208" y="366322"/>
                  </a:cubicBezTo>
                  <a:cubicBezTo>
                    <a:pt x="91692" y="357921"/>
                    <a:pt x="93096" y="349509"/>
                    <a:pt x="94637" y="341119"/>
                  </a:cubicBezTo>
                  <a:cubicBezTo>
                    <a:pt x="96166" y="332730"/>
                    <a:pt x="97821" y="324352"/>
                    <a:pt x="99419" y="315973"/>
                  </a:cubicBezTo>
                  <a:cubicBezTo>
                    <a:pt x="101029" y="307595"/>
                    <a:pt x="102570" y="299206"/>
                    <a:pt x="104236" y="290839"/>
                  </a:cubicBezTo>
                  <a:cubicBezTo>
                    <a:pt x="105903" y="282461"/>
                    <a:pt x="107683" y="274117"/>
                    <a:pt x="109407" y="265761"/>
                  </a:cubicBezTo>
                  <a:cubicBezTo>
                    <a:pt x="111131" y="257406"/>
                    <a:pt x="112786" y="249039"/>
                    <a:pt x="114566" y="240695"/>
                  </a:cubicBezTo>
                  <a:cubicBezTo>
                    <a:pt x="116336" y="232352"/>
                    <a:pt x="118219" y="224030"/>
                    <a:pt x="120045" y="215698"/>
                  </a:cubicBezTo>
                  <a:cubicBezTo>
                    <a:pt x="121872" y="207365"/>
                    <a:pt x="123744" y="199033"/>
                    <a:pt x="125536" y="190689"/>
                  </a:cubicBezTo>
                  <a:cubicBezTo>
                    <a:pt x="127316" y="182345"/>
                    <a:pt x="129006" y="173990"/>
                    <a:pt x="130752" y="165634"/>
                  </a:cubicBezTo>
                  <a:cubicBezTo>
                    <a:pt x="132498" y="157279"/>
                    <a:pt x="134268" y="148935"/>
                    <a:pt x="136025" y="140591"/>
                  </a:cubicBezTo>
                  <a:cubicBezTo>
                    <a:pt x="137783" y="132236"/>
                    <a:pt x="139552" y="123892"/>
                    <a:pt x="141322" y="115548"/>
                  </a:cubicBezTo>
                  <a:cubicBezTo>
                    <a:pt x="143091" y="107193"/>
                    <a:pt x="144997" y="98872"/>
                    <a:pt x="146629" y="90505"/>
                  </a:cubicBezTo>
                  <a:cubicBezTo>
                    <a:pt x="148262" y="82138"/>
                    <a:pt x="150978" y="73703"/>
                    <a:pt x="151115" y="65313"/>
                  </a:cubicBezTo>
                  <a:cubicBezTo>
                    <a:pt x="151252" y="56924"/>
                    <a:pt x="150225" y="47998"/>
                    <a:pt x="147428" y="40167"/>
                  </a:cubicBezTo>
                  <a:cubicBezTo>
                    <a:pt x="144643" y="32348"/>
                    <a:pt x="140066" y="24381"/>
                    <a:pt x="134382" y="18377"/>
                  </a:cubicBezTo>
                  <a:cubicBezTo>
                    <a:pt x="128697" y="12373"/>
                    <a:pt x="121038" y="7088"/>
                    <a:pt x="113345" y="4155"/>
                  </a:cubicBezTo>
                  <a:cubicBezTo>
                    <a:pt x="105652" y="1210"/>
                    <a:pt x="96452" y="0"/>
                    <a:pt x="88245" y="765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  <p:sp>
          <p:nvSpPr>
            <p:cNvPr id="59" name="Outer right wave"/>
            <p:cNvSpPr/>
            <p:nvPr/>
          </p:nvSpPr>
          <p:spPr>
            <a:xfrm>
              <a:off x="4870365" y="4298081"/>
              <a:ext cx="290509" cy="639151"/>
            </a:xfrm>
            <a:custGeom>
              <a:avLst/>
              <a:gdLst/>
              <a:ahLst/>
              <a:cxnLst/>
              <a:rect l="l" t="t" r="r" b="b"/>
              <a:pathLst>
                <a:path w="290509" h="639151">
                  <a:moveTo>
                    <a:pt x="204305" y="624"/>
                  </a:moveTo>
                  <a:cubicBezTo>
                    <a:pt x="195951" y="1244"/>
                    <a:pt x="187356" y="3356"/>
                    <a:pt x="179537" y="6392"/>
                  </a:cubicBezTo>
                  <a:cubicBezTo>
                    <a:pt x="171718" y="9440"/>
                    <a:pt x="164036" y="13754"/>
                    <a:pt x="157370" y="18845"/>
                  </a:cubicBezTo>
                  <a:cubicBezTo>
                    <a:pt x="150704" y="23947"/>
                    <a:pt x="144575" y="30260"/>
                    <a:pt x="139552" y="36994"/>
                  </a:cubicBezTo>
                  <a:cubicBezTo>
                    <a:pt x="134530" y="43729"/>
                    <a:pt x="130501" y="51479"/>
                    <a:pt x="127225" y="59252"/>
                  </a:cubicBezTo>
                  <a:cubicBezTo>
                    <a:pt x="123949" y="67037"/>
                    <a:pt x="122214" y="75506"/>
                    <a:pt x="119897" y="83679"/>
                  </a:cubicBezTo>
                  <a:cubicBezTo>
                    <a:pt x="117580" y="91863"/>
                    <a:pt x="115525" y="100127"/>
                    <a:pt x="113334" y="108345"/>
                  </a:cubicBezTo>
                  <a:cubicBezTo>
                    <a:pt x="111153" y="116575"/>
                    <a:pt x="108962" y="124794"/>
                    <a:pt x="106770" y="133012"/>
                  </a:cubicBezTo>
                  <a:cubicBezTo>
                    <a:pt x="104579" y="141230"/>
                    <a:pt x="102399" y="149460"/>
                    <a:pt x="100196" y="157679"/>
                  </a:cubicBezTo>
                  <a:cubicBezTo>
                    <a:pt x="97981" y="165897"/>
                    <a:pt x="95721" y="174092"/>
                    <a:pt x="93530" y="182311"/>
                  </a:cubicBezTo>
                  <a:cubicBezTo>
                    <a:pt x="91338" y="190529"/>
                    <a:pt x="89181" y="198770"/>
                    <a:pt x="87035" y="207000"/>
                  </a:cubicBezTo>
                  <a:cubicBezTo>
                    <a:pt x="84900" y="215230"/>
                    <a:pt x="82811" y="223483"/>
                    <a:pt x="80688" y="231724"/>
                  </a:cubicBezTo>
                  <a:cubicBezTo>
                    <a:pt x="78565" y="239965"/>
                    <a:pt x="76431" y="248195"/>
                    <a:pt x="74319" y="256436"/>
                  </a:cubicBezTo>
                  <a:cubicBezTo>
                    <a:pt x="72219" y="264677"/>
                    <a:pt x="70119" y="272930"/>
                    <a:pt x="68075" y="281182"/>
                  </a:cubicBezTo>
                  <a:cubicBezTo>
                    <a:pt x="66021" y="289446"/>
                    <a:pt x="64058" y="297722"/>
                    <a:pt x="62037" y="305986"/>
                  </a:cubicBezTo>
                  <a:cubicBezTo>
                    <a:pt x="60017" y="314250"/>
                    <a:pt x="57917" y="322491"/>
                    <a:pt x="55931" y="330766"/>
                  </a:cubicBezTo>
                  <a:cubicBezTo>
                    <a:pt x="53944" y="339042"/>
                    <a:pt x="52038" y="347329"/>
                    <a:pt x="50143" y="355627"/>
                  </a:cubicBezTo>
                  <a:cubicBezTo>
                    <a:pt x="48237" y="363914"/>
                    <a:pt x="46411" y="372224"/>
                    <a:pt x="44516" y="380522"/>
                  </a:cubicBezTo>
                  <a:cubicBezTo>
                    <a:pt x="42621" y="388820"/>
                    <a:pt x="40692" y="397096"/>
                    <a:pt x="38775" y="405394"/>
                  </a:cubicBezTo>
                  <a:cubicBezTo>
                    <a:pt x="36857" y="413681"/>
                    <a:pt x="34917" y="421968"/>
                    <a:pt x="33022" y="430254"/>
                  </a:cubicBezTo>
                  <a:cubicBezTo>
                    <a:pt x="31116" y="438553"/>
                    <a:pt x="29244" y="446851"/>
                    <a:pt x="27383" y="455149"/>
                  </a:cubicBezTo>
                  <a:cubicBezTo>
                    <a:pt x="25511" y="463447"/>
                    <a:pt x="23673" y="471757"/>
                    <a:pt x="21802" y="480055"/>
                  </a:cubicBezTo>
                  <a:cubicBezTo>
                    <a:pt x="19941" y="488354"/>
                    <a:pt x="18035" y="496652"/>
                    <a:pt x="16186" y="504950"/>
                  </a:cubicBezTo>
                  <a:cubicBezTo>
                    <a:pt x="14336" y="513260"/>
                    <a:pt x="12544" y="521581"/>
                    <a:pt x="10718" y="529891"/>
                  </a:cubicBezTo>
                  <a:cubicBezTo>
                    <a:pt x="8892" y="538189"/>
                    <a:pt x="6963" y="546487"/>
                    <a:pt x="5216" y="554808"/>
                  </a:cubicBezTo>
                  <a:cubicBezTo>
                    <a:pt x="3459" y="563129"/>
                    <a:pt x="422" y="571485"/>
                    <a:pt x="205" y="579817"/>
                  </a:cubicBezTo>
                  <a:cubicBezTo>
                    <a:pt x="0" y="588161"/>
                    <a:pt x="890" y="597258"/>
                    <a:pt x="3949" y="604872"/>
                  </a:cubicBezTo>
                  <a:cubicBezTo>
                    <a:pt x="7008" y="612485"/>
                    <a:pt x="12396" y="620110"/>
                    <a:pt x="18548" y="625498"/>
                  </a:cubicBezTo>
                  <a:cubicBezTo>
                    <a:pt x="24712" y="630885"/>
                    <a:pt x="32988" y="635280"/>
                    <a:pt x="40909" y="637220"/>
                  </a:cubicBezTo>
                  <a:cubicBezTo>
                    <a:pt x="48842" y="639149"/>
                    <a:pt x="58236" y="639138"/>
                    <a:pt x="66135" y="637106"/>
                  </a:cubicBezTo>
                  <a:cubicBezTo>
                    <a:pt x="74034" y="635063"/>
                    <a:pt x="81990" y="630360"/>
                    <a:pt x="88290" y="625007"/>
                  </a:cubicBezTo>
                  <a:cubicBezTo>
                    <a:pt x="94603" y="619654"/>
                    <a:pt x="99499" y="612131"/>
                    <a:pt x="103985" y="604975"/>
                  </a:cubicBezTo>
                  <a:cubicBezTo>
                    <a:pt x="108482" y="597829"/>
                    <a:pt x="111941" y="589919"/>
                    <a:pt x="115274" y="582112"/>
                  </a:cubicBezTo>
                  <a:cubicBezTo>
                    <a:pt x="118607" y="574304"/>
                    <a:pt x="121073" y="566109"/>
                    <a:pt x="123972" y="558119"/>
                  </a:cubicBezTo>
                  <a:cubicBezTo>
                    <a:pt x="126882" y="550128"/>
                    <a:pt x="129827" y="542138"/>
                    <a:pt x="132727" y="534137"/>
                  </a:cubicBezTo>
                  <a:cubicBezTo>
                    <a:pt x="135626" y="526147"/>
                    <a:pt x="138502" y="518134"/>
                    <a:pt x="141390" y="510132"/>
                  </a:cubicBezTo>
                  <a:cubicBezTo>
                    <a:pt x="144278" y="502131"/>
                    <a:pt x="147177" y="494129"/>
                    <a:pt x="150054" y="486128"/>
                  </a:cubicBezTo>
                  <a:cubicBezTo>
                    <a:pt x="152930" y="478115"/>
                    <a:pt x="155772" y="470102"/>
                    <a:pt x="158649" y="462089"/>
                  </a:cubicBezTo>
                  <a:cubicBezTo>
                    <a:pt x="161514" y="454076"/>
                    <a:pt x="164390" y="446075"/>
                    <a:pt x="167255" y="438062"/>
                  </a:cubicBezTo>
                  <a:cubicBezTo>
                    <a:pt x="170132" y="430060"/>
                    <a:pt x="173008" y="422047"/>
                    <a:pt x="175873" y="414035"/>
                  </a:cubicBezTo>
                  <a:cubicBezTo>
                    <a:pt x="178738" y="406033"/>
                    <a:pt x="181580" y="398009"/>
                    <a:pt x="184457" y="390007"/>
                  </a:cubicBezTo>
                  <a:cubicBezTo>
                    <a:pt x="187333" y="381994"/>
                    <a:pt x="190255" y="374004"/>
                    <a:pt x="193143" y="366003"/>
                  </a:cubicBezTo>
                  <a:cubicBezTo>
                    <a:pt x="196031" y="358001"/>
                    <a:pt x="198907" y="349988"/>
                    <a:pt x="201772" y="341987"/>
                  </a:cubicBezTo>
                  <a:cubicBezTo>
                    <a:pt x="204649" y="333974"/>
                    <a:pt x="207537" y="325972"/>
                    <a:pt x="210402" y="317960"/>
                  </a:cubicBezTo>
                  <a:cubicBezTo>
                    <a:pt x="213267" y="309947"/>
                    <a:pt x="216109" y="301934"/>
                    <a:pt x="218974" y="293921"/>
                  </a:cubicBezTo>
                  <a:cubicBezTo>
                    <a:pt x="221839" y="285908"/>
                    <a:pt x="224738" y="277906"/>
                    <a:pt x="227615" y="269905"/>
                  </a:cubicBezTo>
                  <a:cubicBezTo>
                    <a:pt x="230491" y="261903"/>
                    <a:pt x="233356" y="253891"/>
                    <a:pt x="236244" y="245889"/>
                  </a:cubicBezTo>
                  <a:cubicBezTo>
                    <a:pt x="239132" y="237888"/>
                    <a:pt x="242077" y="229897"/>
                    <a:pt x="244964" y="221896"/>
                  </a:cubicBezTo>
                  <a:cubicBezTo>
                    <a:pt x="247852" y="213894"/>
                    <a:pt x="250694" y="205882"/>
                    <a:pt x="253571" y="197869"/>
                  </a:cubicBezTo>
                  <a:cubicBezTo>
                    <a:pt x="256436" y="189856"/>
                    <a:pt x="259335" y="181854"/>
                    <a:pt x="262155" y="173830"/>
                  </a:cubicBezTo>
                  <a:cubicBezTo>
                    <a:pt x="264974" y="165806"/>
                    <a:pt x="267713" y="157747"/>
                    <a:pt x="270498" y="149711"/>
                  </a:cubicBezTo>
                  <a:cubicBezTo>
                    <a:pt x="273295" y="141676"/>
                    <a:pt x="276171" y="133663"/>
                    <a:pt x="278888" y="125604"/>
                  </a:cubicBezTo>
                  <a:cubicBezTo>
                    <a:pt x="281593" y="117534"/>
                    <a:pt x="284881" y="109555"/>
                    <a:pt x="286764" y="101326"/>
                  </a:cubicBezTo>
                  <a:cubicBezTo>
                    <a:pt x="288647" y="93084"/>
                    <a:pt x="290508" y="84524"/>
                    <a:pt x="290200" y="76191"/>
                  </a:cubicBezTo>
                  <a:cubicBezTo>
                    <a:pt x="289880" y="67859"/>
                    <a:pt x="287894" y="59138"/>
                    <a:pt x="284881" y="51331"/>
                  </a:cubicBezTo>
                  <a:cubicBezTo>
                    <a:pt x="281867" y="43523"/>
                    <a:pt x="277416" y="35818"/>
                    <a:pt x="272119" y="29346"/>
                  </a:cubicBezTo>
                  <a:cubicBezTo>
                    <a:pt x="266823" y="22874"/>
                    <a:pt x="260157" y="16950"/>
                    <a:pt x="253080" y="12499"/>
                  </a:cubicBezTo>
                  <a:cubicBezTo>
                    <a:pt x="246003" y="8047"/>
                    <a:pt x="237773" y="4634"/>
                    <a:pt x="229646" y="2648"/>
                  </a:cubicBezTo>
                  <a:cubicBezTo>
                    <a:pt x="221519" y="673"/>
                    <a:pt x="212662" y="0"/>
                    <a:pt x="204306" y="628"/>
                  </a:cubicBezTo>
                  <a:close/>
                </a:path>
              </a:pathLst>
            </a:custGeom>
            <a:solidFill>
              <a:schemeClr val="bg1"/>
            </a:solidFill>
            <a:ln/>
          </p:spPr>
        </p:sp>
      </p:grpSp>
      <p:sp>
        <p:nvSpPr>
          <p:cNvPr id="60" name="Don’t marker"/>
          <p:cNvSpPr/>
          <p:nvPr/>
        </p:nvSpPr>
        <p:spPr>
          <a:xfrm>
            <a:off x="3514954" y="562356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3514954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✕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3880714" y="5596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Busy photos</a:t>
            </a:r>
            <a:endParaRPr lang="en-US" sz="1400" dirty="0"/>
          </a:p>
        </p:txBody>
      </p:sp>
      <p:sp>
        <p:nvSpPr>
          <p:cNvPr id="63" name="Don’t example Low contrast"/>
          <p:cNvSpPr/>
          <p:nvPr/>
        </p:nvSpPr>
        <p:spPr>
          <a:xfrm>
            <a:off x="6206947" y="3931920"/>
            <a:ext cx="2606040" cy="1572768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 w="12700">
            <a:solidFill>
              <a:srgbClr val="DCE6F7"/>
            </a:solidFill>
            <a:prstDash val="solid"/>
          </a:ln>
        </p:spPr>
      </p:sp>
      <p:grpSp>
        <p:nvGrpSpPr>
          <p:cNvPr id="88" name="VCA symbol"/>
          <p:cNvGrpSpPr/>
          <p:nvPr/>
        </p:nvGrpSpPr>
        <p:grpSpPr>
          <a:xfrm>
            <a:off x="7029907" y="4298081"/>
            <a:ext cx="960121" cy="840447"/>
            <a:chOff x="7029907" y="4298081"/>
            <a:chExt cx="960121" cy="840447"/>
          </a:xfrm>
        </p:grpSpPr>
        <p:sp>
          <p:nvSpPr>
            <p:cNvPr id="64" name="Outer left wave"/>
            <p:cNvSpPr/>
            <p:nvPr/>
          </p:nvSpPr>
          <p:spPr>
            <a:xfrm>
              <a:off x="7029907" y="4298248"/>
              <a:ext cx="290170" cy="639263"/>
            </a:xfrm>
            <a:custGeom>
              <a:avLst/>
              <a:gdLst/>
              <a:ahLst/>
              <a:cxnLst/>
              <a:rect l="l" t="t" r="r" b="b"/>
              <a:pathLst>
                <a:path w="290170" h="639263">
                  <a:moveTo>
                    <a:pt x="82328" y="164"/>
                  </a:moveTo>
                  <a:cubicBezTo>
                    <a:pt x="73954" y="0"/>
                    <a:pt x="65142" y="1050"/>
                    <a:pt x="57118" y="3436"/>
                  </a:cubicBezTo>
                  <a:cubicBezTo>
                    <a:pt x="49093" y="5833"/>
                    <a:pt x="41058" y="9714"/>
                    <a:pt x="34198" y="14508"/>
                  </a:cubicBezTo>
                  <a:cubicBezTo>
                    <a:pt x="27349" y="19302"/>
                    <a:pt x="20957" y="25500"/>
                    <a:pt x="15957" y="32211"/>
                  </a:cubicBezTo>
                  <a:cubicBezTo>
                    <a:pt x="10958" y="38923"/>
                    <a:pt x="6837" y="46833"/>
                    <a:pt x="4200" y="54778"/>
                  </a:cubicBezTo>
                  <a:cubicBezTo>
                    <a:pt x="1564" y="62722"/>
                    <a:pt x="0" y="71545"/>
                    <a:pt x="114" y="79889"/>
                  </a:cubicBezTo>
                  <a:cubicBezTo>
                    <a:pt x="240" y="88233"/>
                    <a:pt x="2774" y="96646"/>
                    <a:pt x="4920" y="104841"/>
                  </a:cubicBezTo>
                  <a:cubicBezTo>
                    <a:pt x="7054" y="113037"/>
                    <a:pt x="10227" y="121015"/>
                    <a:pt x="12955" y="129074"/>
                  </a:cubicBezTo>
                  <a:cubicBezTo>
                    <a:pt x="15672" y="137144"/>
                    <a:pt x="18480" y="145180"/>
                    <a:pt x="21276" y="153215"/>
                  </a:cubicBezTo>
                  <a:cubicBezTo>
                    <a:pt x="24062" y="161251"/>
                    <a:pt x="26881" y="169287"/>
                    <a:pt x="29712" y="177311"/>
                  </a:cubicBezTo>
                  <a:cubicBezTo>
                    <a:pt x="32542" y="185347"/>
                    <a:pt x="35407" y="193349"/>
                    <a:pt x="38250" y="201373"/>
                  </a:cubicBezTo>
                  <a:cubicBezTo>
                    <a:pt x="41092" y="209397"/>
                    <a:pt x="43911" y="217433"/>
                    <a:pt x="46765" y="225446"/>
                  </a:cubicBezTo>
                  <a:cubicBezTo>
                    <a:pt x="49618" y="233470"/>
                    <a:pt x="52472" y="241483"/>
                    <a:pt x="55348" y="249496"/>
                  </a:cubicBezTo>
                  <a:cubicBezTo>
                    <a:pt x="58225" y="257497"/>
                    <a:pt x="61158" y="265488"/>
                    <a:pt x="64046" y="273500"/>
                  </a:cubicBezTo>
                  <a:cubicBezTo>
                    <a:pt x="66934" y="281502"/>
                    <a:pt x="69799" y="289526"/>
                    <a:pt x="72675" y="297528"/>
                  </a:cubicBezTo>
                  <a:cubicBezTo>
                    <a:pt x="75552" y="305541"/>
                    <a:pt x="78428" y="313554"/>
                    <a:pt x="81328" y="321555"/>
                  </a:cubicBezTo>
                  <a:cubicBezTo>
                    <a:pt x="84227" y="329557"/>
                    <a:pt x="87195" y="337535"/>
                    <a:pt x="90071" y="345537"/>
                  </a:cubicBezTo>
                  <a:cubicBezTo>
                    <a:pt x="92959" y="353550"/>
                    <a:pt x="95744" y="361585"/>
                    <a:pt x="98609" y="369598"/>
                  </a:cubicBezTo>
                  <a:cubicBezTo>
                    <a:pt x="101485" y="377611"/>
                    <a:pt x="104430" y="385601"/>
                    <a:pt x="107307" y="393603"/>
                  </a:cubicBezTo>
                  <a:cubicBezTo>
                    <a:pt x="110172" y="401616"/>
                    <a:pt x="112991" y="409651"/>
                    <a:pt x="115845" y="417664"/>
                  </a:cubicBezTo>
                  <a:cubicBezTo>
                    <a:pt x="118710" y="425677"/>
                    <a:pt x="121598" y="433690"/>
                    <a:pt x="124474" y="441692"/>
                  </a:cubicBezTo>
                  <a:cubicBezTo>
                    <a:pt x="127350" y="449705"/>
                    <a:pt x="130238" y="457717"/>
                    <a:pt x="133115" y="465730"/>
                  </a:cubicBezTo>
                  <a:cubicBezTo>
                    <a:pt x="135980" y="473732"/>
                    <a:pt x="138845" y="481756"/>
                    <a:pt x="141721" y="489758"/>
                  </a:cubicBezTo>
                  <a:cubicBezTo>
                    <a:pt x="144598" y="497771"/>
                    <a:pt x="147474" y="505783"/>
                    <a:pt x="150373" y="513785"/>
                  </a:cubicBezTo>
                  <a:cubicBezTo>
                    <a:pt x="153273" y="521786"/>
                    <a:pt x="156206" y="529777"/>
                    <a:pt x="159094" y="537778"/>
                  </a:cubicBezTo>
                  <a:cubicBezTo>
                    <a:pt x="161982" y="545791"/>
                    <a:pt x="164767" y="553827"/>
                    <a:pt x="167678" y="561828"/>
                  </a:cubicBezTo>
                  <a:cubicBezTo>
                    <a:pt x="170577" y="569830"/>
                    <a:pt x="173054" y="578025"/>
                    <a:pt x="176512" y="585776"/>
                  </a:cubicBezTo>
                  <a:cubicBezTo>
                    <a:pt x="179971" y="593526"/>
                    <a:pt x="183669" y="601368"/>
                    <a:pt x="188440" y="608330"/>
                  </a:cubicBezTo>
                  <a:cubicBezTo>
                    <a:pt x="193200" y="615282"/>
                    <a:pt x="198474" y="622621"/>
                    <a:pt x="205083" y="627541"/>
                  </a:cubicBezTo>
                  <a:cubicBezTo>
                    <a:pt x="211703" y="632461"/>
                    <a:pt x="220104" y="636421"/>
                    <a:pt x="228128" y="637837"/>
                  </a:cubicBezTo>
                  <a:cubicBezTo>
                    <a:pt x="236164" y="639263"/>
                    <a:pt x="245547" y="638624"/>
                    <a:pt x="253297" y="636067"/>
                  </a:cubicBezTo>
                  <a:cubicBezTo>
                    <a:pt x="261036" y="633511"/>
                    <a:pt x="268878" y="628363"/>
                    <a:pt x="274619" y="622507"/>
                  </a:cubicBezTo>
                  <a:cubicBezTo>
                    <a:pt x="280349" y="616640"/>
                    <a:pt x="285234" y="608673"/>
                    <a:pt x="287700" y="600865"/>
                  </a:cubicBezTo>
                  <a:cubicBezTo>
                    <a:pt x="290165" y="593058"/>
                    <a:pt x="289971" y="584029"/>
                    <a:pt x="289412" y="575662"/>
                  </a:cubicBezTo>
                  <a:cubicBezTo>
                    <a:pt x="288853" y="567296"/>
                    <a:pt x="286091" y="558975"/>
                    <a:pt x="284333" y="550642"/>
                  </a:cubicBezTo>
                  <a:cubicBezTo>
                    <a:pt x="282586" y="542310"/>
                    <a:pt x="280726" y="534011"/>
                    <a:pt x="278911" y="525690"/>
                  </a:cubicBezTo>
                  <a:cubicBezTo>
                    <a:pt x="277096" y="517381"/>
                    <a:pt x="275270" y="509059"/>
                    <a:pt x="273466" y="500750"/>
                  </a:cubicBezTo>
                  <a:cubicBezTo>
                    <a:pt x="271651" y="492429"/>
                    <a:pt x="269928" y="484096"/>
                    <a:pt x="268044" y="475798"/>
                  </a:cubicBezTo>
                  <a:cubicBezTo>
                    <a:pt x="266150" y="467500"/>
                    <a:pt x="264049" y="459247"/>
                    <a:pt x="262132" y="450960"/>
                  </a:cubicBezTo>
                  <a:cubicBezTo>
                    <a:pt x="260203" y="442662"/>
                    <a:pt x="258388" y="434352"/>
                    <a:pt x="256527" y="426054"/>
                  </a:cubicBezTo>
                  <a:cubicBezTo>
                    <a:pt x="254655" y="417744"/>
                    <a:pt x="252818" y="409435"/>
                    <a:pt x="250923" y="401136"/>
                  </a:cubicBezTo>
                  <a:cubicBezTo>
                    <a:pt x="249039" y="392838"/>
                    <a:pt x="247099" y="384551"/>
                    <a:pt x="245181" y="376264"/>
                  </a:cubicBezTo>
                  <a:cubicBezTo>
                    <a:pt x="243275" y="367966"/>
                    <a:pt x="241403" y="359668"/>
                    <a:pt x="239463" y="351381"/>
                  </a:cubicBezTo>
                  <a:cubicBezTo>
                    <a:pt x="237534" y="343094"/>
                    <a:pt x="235548" y="334807"/>
                    <a:pt x="233573" y="326532"/>
                  </a:cubicBezTo>
                  <a:cubicBezTo>
                    <a:pt x="231598" y="318256"/>
                    <a:pt x="229612" y="309981"/>
                    <a:pt x="227615" y="301705"/>
                  </a:cubicBezTo>
                  <a:cubicBezTo>
                    <a:pt x="225628" y="293430"/>
                    <a:pt x="223699" y="285143"/>
                    <a:pt x="221633" y="276879"/>
                  </a:cubicBezTo>
                  <a:cubicBezTo>
                    <a:pt x="219567" y="268626"/>
                    <a:pt x="217353" y="260408"/>
                    <a:pt x="215219" y="252167"/>
                  </a:cubicBezTo>
                  <a:cubicBezTo>
                    <a:pt x="213084" y="243926"/>
                    <a:pt x="210972" y="235685"/>
                    <a:pt x="208849" y="227443"/>
                  </a:cubicBezTo>
                  <a:cubicBezTo>
                    <a:pt x="206726" y="219202"/>
                    <a:pt x="204637" y="210950"/>
                    <a:pt x="202480" y="202720"/>
                  </a:cubicBezTo>
                  <a:cubicBezTo>
                    <a:pt x="200311" y="194490"/>
                    <a:pt x="198074" y="186283"/>
                    <a:pt x="195860" y="178065"/>
                  </a:cubicBezTo>
                  <a:cubicBezTo>
                    <a:pt x="193657" y="169835"/>
                    <a:pt x="191419" y="161628"/>
                    <a:pt x="189228" y="153398"/>
                  </a:cubicBezTo>
                  <a:cubicBezTo>
                    <a:pt x="187036" y="145180"/>
                    <a:pt x="184925" y="136939"/>
                    <a:pt x="182722" y="128709"/>
                  </a:cubicBezTo>
                  <a:cubicBezTo>
                    <a:pt x="180530" y="120490"/>
                    <a:pt x="178270" y="112283"/>
                    <a:pt x="176067" y="104065"/>
                  </a:cubicBezTo>
                  <a:cubicBezTo>
                    <a:pt x="173864" y="95847"/>
                    <a:pt x="171878" y="87548"/>
                    <a:pt x="169492" y="79387"/>
                  </a:cubicBezTo>
                  <a:cubicBezTo>
                    <a:pt x="167107" y="71226"/>
                    <a:pt x="165189" y="62791"/>
                    <a:pt x="161719" y="55109"/>
                  </a:cubicBezTo>
                  <a:cubicBezTo>
                    <a:pt x="158249" y="47427"/>
                    <a:pt x="153946" y="39825"/>
                    <a:pt x="148684" y="33273"/>
                  </a:cubicBezTo>
                  <a:cubicBezTo>
                    <a:pt x="143433" y="26710"/>
                    <a:pt x="137064" y="20592"/>
                    <a:pt x="130181" y="15786"/>
                  </a:cubicBezTo>
                  <a:cubicBezTo>
                    <a:pt x="123298" y="10969"/>
                    <a:pt x="115365" y="7031"/>
                    <a:pt x="107387" y="4429"/>
                  </a:cubicBezTo>
                  <a:cubicBezTo>
                    <a:pt x="99408" y="1826"/>
                    <a:pt x="90710" y="331"/>
                    <a:pt x="82332" y="160"/>
                  </a:cubicBezTo>
                  <a:close/>
                </a:path>
              </a:pathLst>
            </a:custGeom>
            <a:solidFill>
              <a:schemeClr val="accent6"/>
            </a:solidFill>
            <a:ln/>
          </p:spPr>
        </p:sp>
        <p:sp>
          <p:nvSpPr>
            <p:cNvPr id="65" name="Inner left wave"/>
            <p:cNvSpPr/>
            <p:nvPr/>
          </p:nvSpPr>
          <p:spPr>
            <a:xfrm>
              <a:off x="7272332" y="4471956"/>
              <a:ext cx="151351" cy="545606"/>
            </a:xfrm>
            <a:custGeom>
              <a:avLst/>
              <a:gdLst/>
              <a:ahLst/>
              <a:cxnLst/>
              <a:rect l="l" t="t" r="r" b="b"/>
              <a:pathLst>
                <a:path w="151351" h="545606">
                  <a:moveTo>
                    <a:pt x="54780" y="506"/>
                  </a:moveTo>
                  <a:cubicBezTo>
                    <a:pt x="46559" y="1016"/>
                    <a:pt x="37622" y="3744"/>
                    <a:pt x="30454" y="7830"/>
                  </a:cubicBezTo>
                  <a:cubicBezTo>
                    <a:pt x="23285" y="11928"/>
                    <a:pt x="16597" y="18297"/>
                    <a:pt x="11802" y="25055"/>
                  </a:cubicBezTo>
                  <a:cubicBezTo>
                    <a:pt x="7008" y="31812"/>
                    <a:pt x="3424" y="40259"/>
                    <a:pt x="1712" y="48374"/>
                  </a:cubicBezTo>
                  <a:cubicBezTo>
                    <a:pt x="0" y="56490"/>
                    <a:pt x="708" y="65325"/>
                    <a:pt x="1530" y="73737"/>
                  </a:cubicBezTo>
                  <a:cubicBezTo>
                    <a:pt x="2340" y="82149"/>
                    <a:pt x="4863" y="90482"/>
                    <a:pt x="6609" y="98837"/>
                  </a:cubicBezTo>
                  <a:cubicBezTo>
                    <a:pt x="8355" y="107193"/>
                    <a:pt x="10239" y="115514"/>
                    <a:pt x="12019" y="123869"/>
                  </a:cubicBezTo>
                  <a:cubicBezTo>
                    <a:pt x="13800" y="132213"/>
                    <a:pt x="15535" y="140568"/>
                    <a:pt x="17270" y="148924"/>
                  </a:cubicBezTo>
                  <a:cubicBezTo>
                    <a:pt x="19016" y="157279"/>
                    <a:pt x="20706" y="165646"/>
                    <a:pt x="22475" y="174001"/>
                  </a:cubicBezTo>
                  <a:cubicBezTo>
                    <a:pt x="24233" y="182345"/>
                    <a:pt x="26070" y="190678"/>
                    <a:pt x="27851" y="199033"/>
                  </a:cubicBezTo>
                  <a:cubicBezTo>
                    <a:pt x="29632" y="207377"/>
                    <a:pt x="31435" y="215721"/>
                    <a:pt x="33170" y="224076"/>
                  </a:cubicBezTo>
                  <a:cubicBezTo>
                    <a:pt x="34917" y="232431"/>
                    <a:pt x="36572" y="240810"/>
                    <a:pt x="38318" y="249165"/>
                  </a:cubicBezTo>
                  <a:cubicBezTo>
                    <a:pt x="40053" y="257520"/>
                    <a:pt x="41902" y="265853"/>
                    <a:pt x="43614" y="274208"/>
                  </a:cubicBezTo>
                  <a:cubicBezTo>
                    <a:pt x="45338" y="282575"/>
                    <a:pt x="46993" y="290942"/>
                    <a:pt x="48625" y="299320"/>
                  </a:cubicBezTo>
                  <a:cubicBezTo>
                    <a:pt x="50246" y="307698"/>
                    <a:pt x="51833" y="316088"/>
                    <a:pt x="53397" y="324477"/>
                  </a:cubicBezTo>
                  <a:cubicBezTo>
                    <a:pt x="54960" y="332867"/>
                    <a:pt x="56490" y="341268"/>
                    <a:pt x="58019" y="349669"/>
                  </a:cubicBezTo>
                  <a:cubicBezTo>
                    <a:pt x="59549" y="358058"/>
                    <a:pt x="61078" y="366459"/>
                    <a:pt x="62562" y="374860"/>
                  </a:cubicBezTo>
                  <a:cubicBezTo>
                    <a:pt x="64058" y="383273"/>
                    <a:pt x="65519" y="391685"/>
                    <a:pt x="66945" y="400098"/>
                  </a:cubicBezTo>
                  <a:cubicBezTo>
                    <a:pt x="68372" y="408510"/>
                    <a:pt x="69788" y="416922"/>
                    <a:pt x="71146" y="425358"/>
                  </a:cubicBezTo>
                  <a:cubicBezTo>
                    <a:pt x="72504" y="433781"/>
                    <a:pt x="73760" y="442217"/>
                    <a:pt x="75107" y="450652"/>
                  </a:cubicBezTo>
                  <a:cubicBezTo>
                    <a:pt x="76465" y="459076"/>
                    <a:pt x="77915" y="467488"/>
                    <a:pt x="79250" y="475923"/>
                  </a:cubicBezTo>
                  <a:cubicBezTo>
                    <a:pt x="80586" y="484347"/>
                    <a:pt x="81544" y="492862"/>
                    <a:pt x="83131" y="501229"/>
                  </a:cubicBezTo>
                  <a:cubicBezTo>
                    <a:pt x="84729" y="509596"/>
                    <a:pt x="84820" y="519138"/>
                    <a:pt x="88804" y="526101"/>
                  </a:cubicBezTo>
                  <a:cubicBezTo>
                    <a:pt x="92788" y="533064"/>
                    <a:pt x="99842" y="540426"/>
                    <a:pt x="107033" y="543017"/>
                  </a:cubicBezTo>
                  <a:cubicBezTo>
                    <a:pt x="114224" y="545608"/>
                    <a:pt x="125068" y="544992"/>
                    <a:pt x="131939" y="541625"/>
                  </a:cubicBezTo>
                  <a:cubicBezTo>
                    <a:pt x="138811" y="538269"/>
                    <a:pt x="145203" y="530199"/>
                    <a:pt x="148273" y="522837"/>
                  </a:cubicBezTo>
                  <a:cubicBezTo>
                    <a:pt x="151355" y="515474"/>
                    <a:pt x="150031" y="505955"/>
                    <a:pt x="150373" y="497462"/>
                  </a:cubicBezTo>
                  <a:cubicBezTo>
                    <a:pt x="150727" y="488959"/>
                    <a:pt x="150373" y="480386"/>
                    <a:pt x="150373" y="471848"/>
                  </a:cubicBezTo>
                  <a:cubicBezTo>
                    <a:pt x="150373" y="463311"/>
                    <a:pt x="150373" y="454784"/>
                    <a:pt x="150373" y="446246"/>
                  </a:cubicBezTo>
                  <a:cubicBezTo>
                    <a:pt x="150373" y="437708"/>
                    <a:pt x="150373" y="429170"/>
                    <a:pt x="150373" y="420632"/>
                  </a:cubicBezTo>
                  <a:cubicBezTo>
                    <a:pt x="150373" y="412106"/>
                    <a:pt x="150373" y="403568"/>
                    <a:pt x="150373" y="395030"/>
                  </a:cubicBezTo>
                  <a:cubicBezTo>
                    <a:pt x="150373" y="386492"/>
                    <a:pt x="150373" y="377954"/>
                    <a:pt x="150373" y="369416"/>
                  </a:cubicBezTo>
                  <a:cubicBezTo>
                    <a:pt x="150373" y="360889"/>
                    <a:pt x="150373" y="352351"/>
                    <a:pt x="150373" y="343813"/>
                  </a:cubicBezTo>
                  <a:cubicBezTo>
                    <a:pt x="150373" y="335275"/>
                    <a:pt x="150373" y="326737"/>
                    <a:pt x="150373" y="318211"/>
                  </a:cubicBezTo>
                  <a:cubicBezTo>
                    <a:pt x="150373" y="309673"/>
                    <a:pt x="150373" y="301135"/>
                    <a:pt x="150373" y="292597"/>
                  </a:cubicBezTo>
                  <a:cubicBezTo>
                    <a:pt x="150373" y="284059"/>
                    <a:pt x="150373" y="275532"/>
                    <a:pt x="150373" y="266994"/>
                  </a:cubicBezTo>
                  <a:cubicBezTo>
                    <a:pt x="150373" y="258456"/>
                    <a:pt x="150373" y="249918"/>
                    <a:pt x="150373" y="241380"/>
                  </a:cubicBezTo>
                  <a:cubicBezTo>
                    <a:pt x="150373" y="232854"/>
                    <a:pt x="150602" y="224304"/>
                    <a:pt x="150373" y="215778"/>
                  </a:cubicBezTo>
                  <a:cubicBezTo>
                    <a:pt x="150145" y="207251"/>
                    <a:pt x="149985" y="198690"/>
                    <a:pt x="148992" y="190232"/>
                  </a:cubicBezTo>
                  <a:cubicBezTo>
                    <a:pt x="147988" y="181774"/>
                    <a:pt x="146104" y="173408"/>
                    <a:pt x="144381" y="165052"/>
                  </a:cubicBezTo>
                  <a:cubicBezTo>
                    <a:pt x="142657" y="156697"/>
                    <a:pt x="140568" y="148410"/>
                    <a:pt x="138651" y="140089"/>
                  </a:cubicBezTo>
                  <a:cubicBezTo>
                    <a:pt x="136722" y="131779"/>
                    <a:pt x="134770" y="123470"/>
                    <a:pt x="132852" y="115148"/>
                  </a:cubicBezTo>
                  <a:cubicBezTo>
                    <a:pt x="130935" y="106839"/>
                    <a:pt x="129051" y="98506"/>
                    <a:pt x="127134" y="90185"/>
                  </a:cubicBezTo>
                  <a:cubicBezTo>
                    <a:pt x="125216" y="81875"/>
                    <a:pt x="123435" y="73509"/>
                    <a:pt x="121346" y="65245"/>
                  </a:cubicBezTo>
                  <a:cubicBezTo>
                    <a:pt x="119269" y="56981"/>
                    <a:pt x="118071" y="48249"/>
                    <a:pt x="114623" y="40590"/>
                  </a:cubicBezTo>
                  <a:cubicBezTo>
                    <a:pt x="111176" y="32931"/>
                    <a:pt x="106474" y="25237"/>
                    <a:pt x="100664" y="19268"/>
                  </a:cubicBezTo>
                  <a:cubicBezTo>
                    <a:pt x="94865" y="13309"/>
                    <a:pt x="87446" y="7922"/>
                    <a:pt x="79787" y="4794"/>
                  </a:cubicBezTo>
                  <a:cubicBezTo>
                    <a:pt x="72139" y="1667"/>
                    <a:pt x="63007" y="0"/>
                    <a:pt x="54778" y="502"/>
                  </a:cubicBezTo>
                  <a:close/>
                </a:path>
              </a:pathLst>
            </a:custGeom>
            <a:solidFill>
              <a:schemeClr val="accent6"/>
            </a:solidFill>
            <a:ln/>
          </p:spPr>
        </p:sp>
        <p:sp>
          <p:nvSpPr>
            <p:cNvPr id="66" name="Center wave"/>
            <p:cNvSpPr/>
            <p:nvPr/>
          </p:nvSpPr>
          <p:spPr>
            <a:xfrm>
              <a:off x="7446546" y="4675077"/>
              <a:ext cx="126242" cy="463451"/>
            </a:xfrm>
            <a:custGeom>
              <a:avLst/>
              <a:gdLst/>
              <a:ahLst/>
              <a:cxnLst/>
              <a:rect l="l" t="t" r="r" b="b"/>
              <a:pathLst>
                <a:path w="126242" h="463451">
                  <a:moveTo>
                    <a:pt x="58631" y="575"/>
                  </a:moveTo>
                  <a:cubicBezTo>
                    <a:pt x="50417" y="1153"/>
                    <a:pt x="41651" y="3618"/>
                    <a:pt x="34357" y="7442"/>
                  </a:cubicBezTo>
                  <a:cubicBezTo>
                    <a:pt x="27064" y="11266"/>
                    <a:pt x="20055" y="17099"/>
                    <a:pt x="14884" y="23514"/>
                  </a:cubicBezTo>
                  <a:cubicBezTo>
                    <a:pt x="9714" y="29917"/>
                    <a:pt x="5650" y="37999"/>
                    <a:pt x="3333" y="45932"/>
                  </a:cubicBezTo>
                  <a:cubicBezTo>
                    <a:pt x="1016" y="53865"/>
                    <a:pt x="1381" y="62676"/>
                    <a:pt x="993" y="71100"/>
                  </a:cubicBezTo>
                  <a:cubicBezTo>
                    <a:pt x="594" y="79536"/>
                    <a:pt x="993" y="88028"/>
                    <a:pt x="993" y="96497"/>
                  </a:cubicBezTo>
                  <a:cubicBezTo>
                    <a:pt x="993" y="104955"/>
                    <a:pt x="993" y="113425"/>
                    <a:pt x="993" y="121883"/>
                  </a:cubicBezTo>
                  <a:cubicBezTo>
                    <a:pt x="993" y="130341"/>
                    <a:pt x="993" y="138811"/>
                    <a:pt x="993" y="147269"/>
                  </a:cubicBezTo>
                  <a:cubicBezTo>
                    <a:pt x="993" y="155738"/>
                    <a:pt x="993" y="164196"/>
                    <a:pt x="993" y="172666"/>
                  </a:cubicBezTo>
                  <a:cubicBezTo>
                    <a:pt x="993" y="181124"/>
                    <a:pt x="993" y="189593"/>
                    <a:pt x="993" y="198051"/>
                  </a:cubicBezTo>
                  <a:cubicBezTo>
                    <a:pt x="993" y="206509"/>
                    <a:pt x="993" y="214979"/>
                    <a:pt x="993" y="223437"/>
                  </a:cubicBezTo>
                  <a:cubicBezTo>
                    <a:pt x="993" y="231906"/>
                    <a:pt x="993" y="240364"/>
                    <a:pt x="993" y="248834"/>
                  </a:cubicBezTo>
                  <a:cubicBezTo>
                    <a:pt x="993" y="257292"/>
                    <a:pt x="993" y="265761"/>
                    <a:pt x="993" y="274220"/>
                  </a:cubicBezTo>
                  <a:cubicBezTo>
                    <a:pt x="993" y="282678"/>
                    <a:pt x="993" y="291147"/>
                    <a:pt x="993" y="299605"/>
                  </a:cubicBezTo>
                  <a:cubicBezTo>
                    <a:pt x="993" y="308075"/>
                    <a:pt x="993" y="316533"/>
                    <a:pt x="993" y="325002"/>
                  </a:cubicBezTo>
                  <a:cubicBezTo>
                    <a:pt x="993" y="333460"/>
                    <a:pt x="993" y="341930"/>
                    <a:pt x="993" y="350388"/>
                  </a:cubicBezTo>
                  <a:cubicBezTo>
                    <a:pt x="993" y="358846"/>
                    <a:pt x="993" y="367315"/>
                    <a:pt x="993" y="375773"/>
                  </a:cubicBezTo>
                  <a:cubicBezTo>
                    <a:pt x="982" y="384243"/>
                    <a:pt x="0" y="392827"/>
                    <a:pt x="925" y="401159"/>
                  </a:cubicBezTo>
                  <a:cubicBezTo>
                    <a:pt x="1861" y="409492"/>
                    <a:pt x="3207" y="418224"/>
                    <a:pt x="6563" y="425769"/>
                  </a:cubicBezTo>
                  <a:cubicBezTo>
                    <a:pt x="9908" y="433313"/>
                    <a:pt x="15021" y="440778"/>
                    <a:pt x="21025" y="446417"/>
                  </a:cubicBezTo>
                  <a:cubicBezTo>
                    <a:pt x="27018" y="452044"/>
                    <a:pt x="34780" y="456839"/>
                    <a:pt x="42530" y="459578"/>
                  </a:cubicBezTo>
                  <a:cubicBezTo>
                    <a:pt x="50292" y="462306"/>
                    <a:pt x="59343" y="463447"/>
                    <a:pt x="67562" y="462831"/>
                  </a:cubicBezTo>
                  <a:cubicBezTo>
                    <a:pt x="75769" y="462215"/>
                    <a:pt x="84524" y="459715"/>
                    <a:pt x="91795" y="455868"/>
                  </a:cubicBezTo>
                  <a:cubicBezTo>
                    <a:pt x="99054" y="452022"/>
                    <a:pt x="106006" y="446155"/>
                    <a:pt x="111153" y="439728"/>
                  </a:cubicBezTo>
                  <a:cubicBezTo>
                    <a:pt x="116301" y="433313"/>
                    <a:pt x="120376" y="425243"/>
                    <a:pt x="122705" y="417322"/>
                  </a:cubicBezTo>
                  <a:cubicBezTo>
                    <a:pt x="125022" y="409389"/>
                    <a:pt x="124714" y="400588"/>
                    <a:pt x="125125" y="392165"/>
                  </a:cubicBezTo>
                  <a:cubicBezTo>
                    <a:pt x="125524" y="383741"/>
                    <a:pt x="125125" y="375237"/>
                    <a:pt x="125125" y="366779"/>
                  </a:cubicBezTo>
                  <a:cubicBezTo>
                    <a:pt x="125125" y="358309"/>
                    <a:pt x="125079" y="349851"/>
                    <a:pt x="125125" y="341393"/>
                  </a:cubicBezTo>
                  <a:cubicBezTo>
                    <a:pt x="125159" y="332924"/>
                    <a:pt x="125319" y="324466"/>
                    <a:pt x="125364" y="316008"/>
                  </a:cubicBezTo>
                  <a:cubicBezTo>
                    <a:pt x="125399" y="307538"/>
                    <a:pt x="125364" y="299080"/>
                    <a:pt x="125364" y="290622"/>
                  </a:cubicBezTo>
                  <a:cubicBezTo>
                    <a:pt x="125364" y="282164"/>
                    <a:pt x="125387" y="273706"/>
                    <a:pt x="125342" y="265236"/>
                  </a:cubicBezTo>
                  <a:cubicBezTo>
                    <a:pt x="125307" y="256778"/>
                    <a:pt x="125147" y="248320"/>
                    <a:pt x="125125" y="239862"/>
                  </a:cubicBezTo>
                  <a:cubicBezTo>
                    <a:pt x="125090" y="231393"/>
                    <a:pt x="125170" y="222935"/>
                    <a:pt x="125182" y="214477"/>
                  </a:cubicBezTo>
                  <a:cubicBezTo>
                    <a:pt x="125205" y="206019"/>
                    <a:pt x="125216" y="197549"/>
                    <a:pt x="125205" y="189091"/>
                  </a:cubicBezTo>
                  <a:cubicBezTo>
                    <a:pt x="125193" y="180633"/>
                    <a:pt x="125090" y="172175"/>
                    <a:pt x="125125" y="163705"/>
                  </a:cubicBezTo>
                  <a:cubicBezTo>
                    <a:pt x="125147" y="155247"/>
                    <a:pt x="125307" y="146789"/>
                    <a:pt x="125353" y="138320"/>
                  </a:cubicBezTo>
                  <a:cubicBezTo>
                    <a:pt x="125399" y="129862"/>
                    <a:pt x="125444" y="121404"/>
                    <a:pt x="125410" y="112945"/>
                  </a:cubicBezTo>
                  <a:cubicBezTo>
                    <a:pt x="125364" y="104476"/>
                    <a:pt x="125136" y="96018"/>
                    <a:pt x="125125" y="87560"/>
                  </a:cubicBezTo>
                  <a:cubicBezTo>
                    <a:pt x="125125" y="79090"/>
                    <a:pt x="126243" y="70495"/>
                    <a:pt x="125364" y="62174"/>
                  </a:cubicBezTo>
                  <a:cubicBezTo>
                    <a:pt x="124485" y="53842"/>
                    <a:pt x="123218" y="45075"/>
                    <a:pt x="119851" y="37576"/>
                  </a:cubicBezTo>
                  <a:cubicBezTo>
                    <a:pt x="116473" y="30077"/>
                    <a:pt x="111165" y="22737"/>
                    <a:pt x="105127" y="17144"/>
                  </a:cubicBezTo>
                  <a:cubicBezTo>
                    <a:pt x="99088" y="11551"/>
                    <a:pt x="91384" y="6757"/>
                    <a:pt x="83633" y="3995"/>
                  </a:cubicBezTo>
                  <a:cubicBezTo>
                    <a:pt x="75894" y="1233"/>
                    <a:pt x="66843" y="0"/>
                    <a:pt x="58636" y="571"/>
                  </a:cubicBezTo>
                  <a:close/>
                </a:path>
              </a:pathLst>
            </a:custGeom>
            <a:solidFill>
              <a:schemeClr val="accent6"/>
            </a:solidFill>
            <a:ln/>
          </p:spPr>
        </p:sp>
        <p:sp>
          <p:nvSpPr>
            <p:cNvPr id="67" name="Inner right wave"/>
            <p:cNvSpPr/>
            <p:nvPr/>
          </p:nvSpPr>
          <p:spPr>
            <a:xfrm>
              <a:off x="7595850" y="4472050"/>
              <a:ext cx="151251" cy="545598"/>
            </a:xfrm>
            <a:custGeom>
              <a:avLst/>
              <a:gdLst/>
              <a:ahLst/>
              <a:cxnLst/>
              <a:rect l="l" t="t" r="r" b="b"/>
              <a:pathLst>
                <a:path w="151251" h="545598">
                  <a:moveTo>
                    <a:pt x="88247" y="766"/>
                  </a:moveTo>
                  <a:cubicBezTo>
                    <a:pt x="80049" y="1530"/>
                    <a:pt x="71294" y="4554"/>
                    <a:pt x="64149" y="8743"/>
                  </a:cubicBezTo>
                  <a:cubicBezTo>
                    <a:pt x="57004" y="12933"/>
                    <a:pt x="50383" y="19256"/>
                    <a:pt x="45372" y="25922"/>
                  </a:cubicBezTo>
                  <a:cubicBezTo>
                    <a:pt x="40361" y="32577"/>
                    <a:pt x="36914" y="40749"/>
                    <a:pt x="34083" y="48705"/>
                  </a:cubicBezTo>
                  <a:cubicBezTo>
                    <a:pt x="31241" y="56661"/>
                    <a:pt x="30282" y="65347"/>
                    <a:pt x="28376" y="73657"/>
                  </a:cubicBezTo>
                  <a:cubicBezTo>
                    <a:pt x="26470" y="81967"/>
                    <a:pt x="24541" y="90288"/>
                    <a:pt x="22623" y="98598"/>
                  </a:cubicBezTo>
                  <a:cubicBezTo>
                    <a:pt x="20694" y="106907"/>
                    <a:pt x="18754" y="115217"/>
                    <a:pt x="16813" y="123527"/>
                  </a:cubicBezTo>
                  <a:cubicBezTo>
                    <a:pt x="14862" y="131836"/>
                    <a:pt x="12841" y="140123"/>
                    <a:pt x="10935" y="148444"/>
                  </a:cubicBezTo>
                  <a:cubicBezTo>
                    <a:pt x="9017" y="156754"/>
                    <a:pt x="6917" y="165041"/>
                    <a:pt x="5342" y="173419"/>
                  </a:cubicBezTo>
                  <a:cubicBezTo>
                    <a:pt x="3767" y="181797"/>
                    <a:pt x="2192" y="190232"/>
                    <a:pt x="1461" y="198702"/>
                  </a:cubicBezTo>
                  <a:cubicBezTo>
                    <a:pt x="731" y="207183"/>
                    <a:pt x="1016" y="215755"/>
                    <a:pt x="925" y="224282"/>
                  </a:cubicBezTo>
                  <a:cubicBezTo>
                    <a:pt x="833" y="232808"/>
                    <a:pt x="925" y="241346"/>
                    <a:pt x="925" y="249884"/>
                  </a:cubicBezTo>
                  <a:cubicBezTo>
                    <a:pt x="925" y="258411"/>
                    <a:pt x="925" y="266949"/>
                    <a:pt x="925" y="275475"/>
                  </a:cubicBezTo>
                  <a:cubicBezTo>
                    <a:pt x="925" y="284013"/>
                    <a:pt x="925" y="292540"/>
                    <a:pt x="925" y="301078"/>
                  </a:cubicBezTo>
                  <a:cubicBezTo>
                    <a:pt x="925" y="309604"/>
                    <a:pt x="925" y="318142"/>
                    <a:pt x="925" y="326669"/>
                  </a:cubicBezTo>
                  <a:cubicBezTo>
                    <a:pt x="925" y="335207"/>
                    <a:pt x="925" y="343733"/>
                    <a:pt x="925" y="352271"/>
                  </a:cubicBezTo>
                  <a:cubicBezTo>
                    <a:pt x="925" y="360798"/>
                    <a:pt x="925" y="369336"/>
                    <a:pt x="925" y="377862"/>
                  </a:cubicBezTo>
                  <a:cubicBezTo>
                    <a:pt x="925" y="386400"/>
                    <a:pt x="925" y="394927"/>
                    <a:pt x="925" y="403465"/>
                  </a:cubicBezTo>
                  <a:cubicBezTo>
                    <a:pt x="925" y="411991"/>
                    <a:pt x="925" y="420529"/>
                    <a:pt x="925" y="429056"/>
                  </a:cubicBezTo>
                  <a:cubicBezTo>
                    <a:pt x="925" y="437594"/>
                    <a:pt x="925" y="446120"/>
                    <a:pt x="925" y="454658"/>
                  </a:cubicBezTo>
                  <a:cubicBezTo>
                    <a:pt x="925" y="463185"/>
                    <a:pt x="925" y="471723"/>
                    <a:pt x="925" y="480249"/>
                  </a:cubicBezTo>
                  <a:cubicBezTo>
                    <a:pt x="925" y="488787"/>
                    <a:pt x="0" y="497497"/>
                    <a:pt x="925" y="505852"/>
                  </a:cubicBezTo>
                  <a:cubicBezTo>
                    <a:pt x="1849" y="514207"/>
                    <a:pt x="2112" y="524012"/>
                    <a:pt x="6483" y="530393"/>
                  </a:cubicBezTo>
                  <a:cubicBezTo>
                    <a:pt x="10867" y="536785"/>
                    <a:pt x="19690" y="542732"/>
                    <a:pt x="27201" y="544159"/>
                  </a:cubicBezTo>
                  <a:cubicBezTo>
                    <a:pt x="34723" y="545597"/>
                    <a:pt x="45292" y="543405"/>
                    <a:pt x="51582" y="539011"/>
                  </a:cubicBezTo>
                  <a:cubicBezTo>
                    <a:pt x="57860" y="534616"/>
                    <a:pt x="61992" y="525542"/>
                    <a:pt x="64914" y="517791"/>
                  </a:cubicBezTo>
                  <a:cubicBezTo>
                    <a:pt x="67824" y="510052"/>
                    <a:pt x="67699" y="500967"/>
                    <a:pt x="69069" y="492543"/>
                  </a:cubicBezTo>
                  <a:cubicBezTo>
                    <a:pt x="70438" y="484130"/>
                    <a:pt x="71797" y="475695"/>
                    <a:pt x="73143" y="467271"/>
                  </a:cubicBezTo>
                  <a:cubicBezTo>
                    <a:pt x="74490" y="458847"/>
                    <a:pt x="75803" y="450424"/>
                    <a:pt x="77161" y="442000"/>
                  </a:cubicBezTo>
                  <a:cubicBezTo>
                    <a:pt x="78520" y="433576"/>
                    <a:pt x="79901" y="425152"/>
                    <a:pt x="81316" y="416740"/>
                  </a:cubicBezTo>
                  <a:cubicBezTo>
                    <a:pt x="82732" y="408327"/>
                    <a:pt x="84193" y="399926"/>
                    <a:pt x="85676" y="391514"/>
                  </a:cubicBezTo>
                  <a:cubicBezTo>
                    <a:pt x="87160" y="383113"/>
                    <a:pt x="88713" y="374723"/>
                    <a:pt x="90208" y="366322"/>
                  </a:cubicBezTo>
                  <a:cubicBezTo>
                    <a:pt x="91692" y="357921"/>
                    <a:pt x="93096" y="349509"/>
                    <a:pt x="94637" y="341119"/>
                  </a:cubicBezTo>
                  <a:cubicBezTo>
                    <a:pt x="96166" y="332730"/>
                    <a:pt x="97821" y="324352"/>
                    <a:pt x="99419" y="315973"/>
                  </a:cubicBezTo>
                  <a:cubicBezTo>
                    <a:pt x="101029" y="307595"/>
                    <a:pt x="102570" y="299206"/>
                    <a:pt x="104236" y="290839"/>
                  </a:cubicBezTo>
                  <a:cubicBezTo>
                    <a:pt x="105903" y="282461"/>
                    <a:pt x="107683" y="274117"/>
                    <a:pt x="109407" y="265761"/>
                  </a:cubicBezTo>
                  <a:cubicBezTo>
                    <a:pt x="111131" y="257406"/>
                    <a:pt x="112786" y="249039"/>
                    <a:pt x="114566" y="240695"/>
                  </a:cubicBezTo>
                  <a:cubicBezTo>
                    <a:pt x="116336" y="232352"/>
                    <a:pt x="118219" y="224030"/>
                    <a:pt x="120045" y="215698"/>
                  </a:cubicBezTo>
                  <a:cubicBezTo>
                    <a:pt x="121872" y="207365"/>
                    <a:pt x="123744" y="199033"/>
                    <a:pt x="125536" y="190689"/>
                  </a:cubicBezTo>
                  <a:cubicBezTo>
                    <a:pt x="127316" y="182345"/>
                    <a:pt x="129006" y="173990"/>
                    <a:pt x="130752" y="165634"/>
                  </a:cubicBezTo>
                  <a:cubicBezTo>
                    <a:pt x="132498" y="157279"/>
                    <a:pt x="134268" y="148935"/>
                    <a:pt x="136025" y="140591"/>
                  </a:cubicBezTo>
                  <a:cubicBezTo>
                    <a:pt x="137783" y="132236"/>
                    <a:pt x="139552" y="123892"/>
                    <a:pt x="141322" y="115548"/>
                  </a:cubicBezTo>
                  <a:cubicBezTo>
                    <a:pt x="143091" y="107193"/>
                    <a:pt x="144997" y="98872"/>
                    <a:pt x="146629" y="90505"/>
                  </a:cubicBezTo>
                  <a:cubicBezTo>
                    <a:pt x="148262" y="82138"/>
                    <a:pt x="150978" y="73703"/>
                    <a:pt x="151115" y="65313"/>
                  </a:cubicBezTo>
                  <a:cubicBezTo>
                    <a:pt x="151252" y="56924"/>
                    <a:pt x="150225" y="47998"/>
                    <a:pt x="147428" y="40167"/>
                  </a:cubicBezTo>
                  <a:cubicBezTo>
                    <a:pt x="144643" y="32348"/>
                    <a:pt x="140066" y="24381"/>
                    <a:pt x="134382" y="18377"/>
                  </a:cubicBezTo>
                  <a:cubicBezTo>
                    <a:pt x="128697" y="12373"/>
                    <a:pt x="121038" y="7088"/>
                    <a:pt x="113345" y="4155"/>
                  </a:cubicBezTo>
                  <a:cubicBezTo>
                    <a:pt x="105652" y="1210"/>
                    <a:pt x="96452" y="0"/>
                    <a:pt x="88245" y="765"/>
                  </a:cubicBezTo>
                  <a:close/>
                </a:path>
              </a:pathLst>
            </a:custGeom>
            <a:solidFill>
              <a:schemeClr val="accent6"/>
            </a:solidFill>
            <a:ln/>
          </p:spPr>
        </p:sp>
        <p:sp>
          <p:nvSpPr>
            <p:cNvPr id="68" name="Outer right wave"/>
            <p:cNvSpPr/>
            <p:nvPr/>
          </p:nvSpPr>
          <p:spPr>
            <a:xfrm>
              <a:off x="7699519" y="4298081"/>
              <a:ext cx="290509" cy="639151"/>
            </a:xfrm>
            <a:custGeom>
              <a:avLst/>
              <a:gdLst/>
              <a:ahLst/>
              <a:cxnLst/>
              <a:rect l="l" t="t" r="r" b="b"/>
              <a:pathLst>
                <a:path w="290509" h="639151">
                  <a:moveTo>
                    <a:pt x="204305" y="624"/>
                  </a:moveTo>
                  <a:cubicBezTo>
                    <a:pt x="195951" y="1244"/>
                    <a:pt x="187356" y="3356"/>
                    <a:pt x="179537" y="6392"/>
                  </a:cubicBezTo>
                  <a:cubicBezTo>
                    <a:pt x="171718" y="9440"/>
                    <a:pt x="164036" y="13754"/>
                    <a:pt x="157370" y="18845"/>
                  </a:cubicBezTo>
                  <a:cubicBezTo>
                    <a:pt x="150704" y="23947"/>
                    <a:pt x="144575" y="30260"/>
                    <a:pt x="139552" y="36994"/>
                  </a:cubicBezTo>
                  <a:cubicBezTo>
                    <a:pt x="134530" y="43729"/>
                    <a:pt x="130501" y="51479"/>
                    <a:pt x="127225" y="59252"/>
                  </a:cubicBezTo>
                  <a:cubicBezTo>
                    <a:pt x="123949" y="67037"/>
                    <a:pt x="122214" y="75506"/>
                    <a:pt x="119897" y="83679"/>
                  </a:cubicBezTo>
                  <a:cubicBezTo>
                    <a:pt x="117580" y="91863"/>
                    <a:pt x="115525" y="100127"/>
                    <a:pt x="113334" y="108345"/>
                  </a:cubicBezTo>
                  <a:cubicBezTo>
                    <a:pt x="111153" y="116575"/>
                    <a:pt x="108962" y="124794"/>
                    <a:pt x="106770" y="133012"/>
                  </a:cubicBezTo>
                  <a:cubicBezTo>
                    <a:pt x="104579" y="141230"/>
                    <a:pt x="102399" y="149460"/>
                    <a:pt x="100196" y="157679"/>
                  </a:cubicBezTo>
                  <a:cubicBezTo>
                    <a:pt x="97981" y="165897"/>
                    <a:pt x="95721" y="174092"/>
                    <a:pt x="93530" y="182311"/>
                  </a:cubicBezTo>
                  <a:cubicBezTo>
                    <a:pt x="91338" y="190529"/>
                    <a:pt x="89181" y="198770"/>
                    <a:pt x="87035" y="207000"/>
                  </a:cubicBezTo>
                  <a:cubicBezTo>
                    <a:pt x="84900" y="215230"/>
                    <a:pt x="82811" y="223483"/>
                    <a:pt x="80688" y="231724"/>
                  </a:cubicBezTo>
                  <a:cubicBezTo>
                    <a:pt x="78565" y="239965"/>
                    <a:pt x="76431" y="248195"/>
                    <a:pt x="74319" y="256436"/>
                  </a:cubicBezTo>
                  <a:cubicBezTo>
                    <a:pt x="72219" y="264677"/>
                    <a:pt x="70119" y="272930"/>
                    <a:pt x="68075" y="281182"/>
                  </a:cubicBezTo>
                  <a:cubicBezTo>
                    <a:pt x="66021" y="289446"/>
                    <a:pt x="64058" y="297722"/>
                    <a:pt x="62037" y="305986"/>
                  </a:cubicBezTo>
                  <a:cubicBezTo>
                    <a:pt x="60017" y="314250"/>
                    <a:pt x="57917" y="322491"/>
                    <a:pt x="55931" y="330766"/>
                  </a:cubicBezTo>
                  <a:cubicBezTo>
                    <a:pt x="53944" y="339042"/>
                    <a:pt x="52038" y="347329"/>
                    <a:pt x="50143" y="355627"/>
                  </a:cubicBezTo>
                  <a:cubicBezTo>
                    <a:pt x="48237" y="363914"/>
                    <a:pt x="46411" y="372224"/>
                    <a:pt x="44516" y="380522"/>
                  </a:cubicBezTo>
                  <a:cubicBezTo>
                    <a:pt x="42621" y="388820"/>
                    <a:pt x="40692" y="397096"/>
                    <a:pt x="38775" y="405394"/>
                  </a:cubicBezTo>
                  <a:cubicBezTo>
                    <a:pt x="36857" y="413681"/>
                    <a:pt x="34917" y="421968"/>
                    <a:pt x="33022" y="430254"/>
                  </a:cubicBezTo>
                  <a:cubicBezTo>
                    <a:pt x="31116" y="438553"/>
                    <a:pt x="29244" y="446851"/>
                    <a:pt x="27383" y="455149"/>
                  </a:cubicBezTo>
                  <a:cubicBezTo>
                    <a:pt x="25511" y="463447"/>
                    <a:pt x="23673" y="471757"/>
                    <a:pt x="21802" y="480055"/>
                  </a:cubicBezTo>
                  <a:cubicBezTo>
                    <a:pt x="19941" y="488354"/>
                    <a:pt x="18035" y="496652"/>
                    <a:pt x="16186" y="504950"/>
                  </a:cubicBezTo>
                  <a:cubicBezTo>
                    <a:pt x="14336" y="513260"/>
                    <a:pt x="12544" y="521581"/>
                    <a:pt x="10718" y="529891"/>
                  </a:cubicBezTo>
                  <a:cubicBezTo>
                    <a:pt x="8892" y="538189"/>
                    <a:pt x="6963" y="546487"/>
                    <a:pt x="5216" y="554808"/>
                  </a:cubicBezTo>
                  <a:cubicBezTo>
                    <a:pt x="3459" y="563129"/>
                    <a:pt x="422" y="571485"/>
                    <a:pt x="205" y="579817"/>
                  </a:cubicBezTo>
                  <a:cubicBezTo>
                    <a:pt x="0" y="588161"/>
                    <a:pt x="890" y="597258"/>
                    <a:pt x="3949" y="604872"/>
                  </a:cubicBezTo>
                  <a:cubicBezTo>
                    <a:pt x="7008" y="612485"/>
                    <a:pt x="12396" y="620110"/>
                    <a:pt x="18548" y="625498"/>
                  </a:cubicBezTo>
                  <a:cubicBezTo>
                    <a:pt x="24712" y="630885"/>
                    <a:pt x="32988" y="635280"/>
                    <a:pt x="40909" y="637220"/>
                  </a:cubicBezTo>
                  <a:cubicBezTo>
                    <a:pt x="48842" y="639149"/>
                    <a:pt x="58236" y="639138"/>
                    <a:pt x="66135" y="637106"/>
                  </a:cubicBezTo>
                  <a:cubicBezTo>
                    <a:pt x="74034" y="635063"/>
                    <a:pt x="81990" y="630360"/>
                    <a:pt x="88290" y="625007"/>
                  </a:cubicBezTo>
                  <a:cubicBezTo>
                    <a:pt x="94603" y="619654"/>
                    <a:pt x="99499" y="612131"/>
                    <a:pt x="103985" y="604975"/>
                  </a:cubicBezTo>
                  <a:cubicBezTo>
                    <a:pt x="108482" y="597829"/>
                    <a:pt x="111941" y="589919"/>
                    <a:pt x="115274" y="582112"/>
                  </a:cubicBezTo>
                  <a:cubicBezTo>
                    <a:pt x="118607" y="574304"/>
                    <a:pt x="121073" y="566109"/>
                    <a:pt x="123972" y="558119"/>
                  </a:cubicBezTo>
                  <a:cubicBezTo>
                    <a:pt x="126882" y="550128"/>
                    <a:pt x="129827" y="542138"/>
                    <a:pt x="132727" y="534137"/>
                  </a:cubicBezTo>
                  <a:cubicBezTo>
                    <a:pt x="135626" y="526147"/>
                    <a:pt x="138502" y="518134"/>
                    <a:pt x="141390" y="510132"/>
                  </a:cubicBezTo>
                  <a:cubicBezTo>
                    <a:pt x="144278" y="502131"/>
                    <a:pt x="147177" y="494129"/>
                    <a:pt x="150054" y="486128"/>
                  </a:cubicBezTo>
                  <a:cubicBezTo>
                    <a:pt x="152930" y="478115"/>
                    <a:pt x="155772" y="470102"/>
                    <a:pt x="158649" y="462089"/>
                  </a:cubicBezTo>
                  <a:cubicBezTo>
                    <a:pt x="161514" y="454076"/>
                    <a:pt x="164390" y="446075"/>
                    <a:pt x="167255" y="438062"/>
                  </a:cubicBezTo>
                  <a:cubicBezTo>
                    <a:pt x="170132" y="430060"/>
                    <a:pt x="173008" y="422047"/>
                    <a:pt x="175873" y="414035"/>
                  </a:cubicBezTo>
                  <a:cubicBezTo>
                    <a:pt x="178738" y="406033"/>
                    <a:pt x="181580" y="398009"/>
                    <a:pt x="184457" y="390007"/>
                  </a:cubicBezTo>
                  <a:cubicBezTo>
                    <a:pt x="187333" y="381994"/>
                    <a:pt x="190255" y="374004"/>
                    <a:pt x="193143" y="366003"/>
                  </a:cubicBezTo>
                  <a:cubicBezTo>
                    <a:pt x="196031" y="358001"/>
                    <a:pt x="198907" y="349988"/>
                    <a:pt x="201772" y="341987"/>
                  </a:cubicBezTo>
                  <a:cubicBezTo>
                    <a:pt x="204649" y="333974"/>
                    <a:pt x="207537" y="325972"/>
                    <a:pt x="210402" y="317960"/>
                  </a:cubicBezTo>
                  <a:cubicBezTo>
                    <a:pt x="213267" y="309947"/>
                    <a:pt x="216109" y="301934"/>
                    <a:pt x="218974" y="293921"/>
                  </a:cubicBezTo>
                  <a:cubicBezTo>
                    <a:pt x="221839" y="285908"/>
                    <a:pt x="224738" y="277906"/>
                    <a:pt x="227615" y="269905"/>
                  </a:cubicBezTo>
                  <a:cubicBezTo>
                    <a:pt x="230491" y="261903"/>
                    <a:pt x="233356" y="253891"/>
                    <a:pt x="236244" y="245889"/>
                  </a:cubicBezTo>
                  <a:cubicBezTo>
                    <a:pt x="239132" y="237888"/>
                    <a:pt x="242077" y="229897"/>
                    <a:pt x="244964" y="221896"/>
                  </a:cubicBezTo>
                  <a:cubicBezTo>
                    <a:pt x="247852" y="213894"/>
                    <a:pt x="250694" y="205882"/>
                    <a:pt x="253571" y="197869"/>
                  </a:cubicBezTo>
                  <a:cubicBezTo>
                    <a:pt x="256436" y="189856"/>
                    <a:pt x="259335" y="181854"/>
                    <a:pt x="262155" y="173830"/>
                  </a:cubicBezTo>
                  <a:cubicBezTo>
                    <a:pt x="264974" y="165806"/>
                    <a:pt x="267713" y="157747"/>
                    <a:pt x="270498" y="149711"/>
                  </a:cubicBezTo>
                  <a:cubicBezTo>
                    <a:pt x="273295" y="141676"/>
                    <a:pt x="276171" y="133663"/>
                    <a:pt x="278888" y="125604"/>
                  </a:cubicBezTo>
                  <a:cubicBezTo>
                    <a:pt x="281593" y="117534"/>
                    <a:pt x="284881" y="109555"/>
                    <a:pt x="286764" y="101326"/>
                  </a:cubicBezTo>
                  <a:cubicBezTo>
                    <a:pt x="288647" y="93084"/>
                    <a:pt x="290508" y="84524"/>
                    <a:pt x="290200" y="76191"/>
                  </a:cubicBezTo>
                  <a:cubicBezTo>
                    <a:pt x="289880" y="67859"/>
                    <a:pt x="287894" y="59138"/>
                    <a:pt x="284881" y="51331"/>
                  </a:cubicBezTo>
                  <a:cubicBezTo>
                    <a:pt x="281867" y="43523"/>
                    <a:pt x="277416" y="35818"/>
                    <a:pt x="272119" y="29346"/>
                  </a:cubicBezTo>
                  <a:cubicBezTo>
                    <a:pt x="266823" y="22874"/>
                    <a:pt x="260157" y="16950"/>
                    <a:pt x="253080" y="12499"/>
                  </a:cubicBezTo>
                  <a:cubicBezTo>
                    <a:pt x="246003" y="8047"/>
                    <a:pt x="237773" y="4634"/>
                    <a:pt x="229646" y="2648"/>
                  </a:cubicBezTo>
                  <a:cubicBezTo>
                    <a:pt x="221519" y="673"/>
                    <a:pt x="212662" y="0"/>
                    <a:pt x="204306" y="628"/>
                  </a:cubicBezTo>
                  <a:close/>
                </a:path>
              </a:pathLst>
            </a:custGeom>
            <a:solidFill>
              <a:schemeClr val="accent6"/>
            </a:solidFill>
            <a:ln/>
          </p:spPr>
        </p:sp>
      </p:grpSp>
      <p:sp>
        <p:nvSpPr>
          <p:cNvPr id="69" name="Don’t marker"/>
          <p:cNvSpPr/>
          <p:nvPr/>
        </p:nvSpPr>
        <p:spPr>
          <a:xfrm>
            <a:off x="6344107" y="562356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6344107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✕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6709867" y="5596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contrast</a:t>
            </a:r>
            <a:endParaRPr lang="en-US" sz="1400" dirty="0"/>
          </a:p>
        </p:txBody>
      </p:sp>
      <p:sp>
        <p:nvSpPr>
          <p:cNvPr id="72" name="Don’t example Put text inside"/>
          <p:cNvSpPr/>
          <p:nvPr/>
        </p:nvSpPr>
        <p:spPr>
          <a:xfrm>
            <a:off x="9036101" y="3931920"/>
            <a:ext cx="260604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grpSp>
        <p:nvGrpSpPr>
          <p:cNvPr id="89" name="VCA symbol"/>
          <p:cNvGrpSpPr/>
          <p:nvPr/>
        </p:nvGrpSpPr>
        <p:grpSpPr>
          <a:xfrm>
            <a:off x="9859061" y="4298081"/>
            <a:ext cx="960120" cy="840447"/>
            <a:chOff x="9859061" y="4298081"/>
            <a:chExt cx="960120" cy="840447"/>
          </a:xfrm>
        </p:grpSpPr>
        <p:sp>
          <p:nvSpPr>
            <p:cNvPr id="73" name="Outer left wave"/>
            <p:cNvSpPr/>
            <p:nvPr/>
          </p:nvSpPr>
          <p:spPr>
            <a:xfrm>
              <a:off x="9859061" y="4298248"/>
              <a:ext cx="290170" cy="639263"/>
            </a:xfrm>
            <a:custGeom>
              <a:avLst/>
              <a:gdLst/>
              <a:ahLst/>
              <a:cxnLst/>
              <a:rect l="l" t="t" r="r" b="b"/>
              <a:pathLst>
                <a:path w="290170" h="639263">
                  <a:moveTo>
                    <a:pt x="82328" y="164"/>
                  </a:moveTo>
                  <a:cubicBezTo>
                    <a:pt x="73954" y="0"/>
                    <a:pt x="65142" y="1050"/>
                    <a:pt x="57118" y="3436"/>
                  </a:cubicBezTo>
                  <a:cubicBezTo>
                    <a:pt x="49093" y="5833"/>
                    <a:pt x="41058" y="9714"/>
                    <a:pt x="34198" y="14508"/>
                  </a:cubicBezTo>
                  <a:cubicBezTo>
                    <a:pt x="27349" y="19302"/>
                    <a:pt x="20957" y="25500"/>
                    <a:pt x="15957" y="32211"/>
                  </a:cubicBezTo>
                  <a:cubicBezTo>
                    <a:pt x="10958" y="38923"/>
                    <a:pt x="6837" y="46833"/>
                    <a:pt x="4200" y="54778"/>
                  </a:cubicBezTo>
                  <a:cubicBezTo>
                    <a:pt x="1564" y="62722"/>
                    <a:pt x="0" y="71545"/>
                    <a:pt x="114" y="79889"/>
                  </a:cubicBezTo>
                  <a:cubicBezTo>
                    <a:pt x="240" y="88233"/>
                    <a:pt x="2774" y="96646"/>
                    <a:pt x="4920" y="104841"/>
                  </a:cubicBezTo>
                  <a:cubicBezTo>
                    <a:pt x="7054" y="113037"/>
                    <a:pt x="10227" y="121015"/>
                    <a:pt x="12955" y="129074"/>
                  </a:cubicBezTo>
                  <a:cubicBezTo>
                    <a:pt x="15672" y="137144"/>
                    <a:pt x="18480" y="145180"/>
                    <a:pt x="21276" y="153215"/>
                  </a:cubicBezTo>
                  <a:cubicBezTo>
                    <a:pt x="24062" y="161251"/>
                    <a:pt x="26881" y="169287"/>
                    <a:pt x="29712" y="177311"/>
                  </a:cubicBezTo>
                  <a:cubicBezTo>
                    <a:pt x="32542" y="185347"/>
                    <a:pt x="35407" y="193349"/>
                    <a:pt x="38250" y="201373"/>
                  </a:cubicBezTo>
                  <a:cubicBezTo>
                    <a:pt x="41092" y="209397"/>
                    <a:pt x="43911" y="217433"/>
                    <a:pt x="46765" y="225446"/>
                  </a:cubicBezTo>
                  <a:cubicBezTo>
                    <a:pt x="49618" y="233470"/>
                    <a:pt x="52472" y="241483"/>
                    <a:pt x="55348" y="249496"/>
                  </a:cubicBezTo>
                  <a:cubicBezTo>
                    <a:pt x="58225" y="257497"/>
                    <a:pt x="61158" y="265488"/>
                    <a:pt x="64046" y="273500"/>
                  </a:cubicBezTo>
                  <a:cubicBezTo>
                    <a:pt x="66934" y="281502"/>
                    <a:pt x="69799" y="289526"/>
                    <a:pt x="72675" y="297528"/>
                  </a:cubicBezTo>
                  <a:cubicBezTo>
                    <a:pt x="75552" y="305541"/>
                    <a:pt x="78428" y="313554"/>
                    <a:pt x="81328" y="321555"/>
                  </a:cubicBezTo>
                  <a:cubicBezTo>
                    <a:pt x="84227" y="329557"/>
                    <a:pt x="87195" y="337535"/>
                    <a:pt x="90071" y="345537"/>
                  </a:cubicBezTo>
                  <a:cubicBezTo>
                    <a:pt x="92959" y="353550"/>
                    <a:pt x="95744" y="361585"/>
                    <a:pt x="98609" y="369598"/>
                  </a:cubicBezTo>
                  <a:cubicBezTo>
                    <a:pt x="101485" y="377611"/>
                    <a:pt x="104430" y="385601"/>
                    <a:pt x="107307" y="393603"/>
                  </a:cubicBezTo>
                  <a:cubicBezTo>
                    <a:pt x="110172" y="401616"/>
                    <a:pt x="112991" y="409651"/>
                    <a:pt x="115845" y="417664"/>
                  </a:cubicBezTo>
                  <a:cubicBezTo>
                    <a:pt x="118710" y="425677"/>
                    <a:pt x="121598" y="433690"/>
                    <a:pt x="124474" y="441692"/>
                  </a:cubicBezTo>
                  <a:cubicBezTo>
                    <a:pt x="127350" y="449705"/>
                    <a:pt x="130238" y="457717"/>
                    <a:pt x="133115" y="465730"/>
                  </a:cubicBezTo>
                  <a:cubicBezTo>
                    <a:pt x="135980" y="473732"/>
                    <a:pt x="138845" y="481756"/>
                    <a:pt x="141721" y="489758"/>
                  </a:cubicBezTo>
                  <a:cubicBezTo>
                    <a:pt x="144598" y="497771"/>
                    <a:pt x="147474" y="505783"/>
                    <a:pt x="150373" y="513785"/>
                  </a:cubicBezTo>
                  <a:cubicBezTo>
                    <a:pt x="153273" y="521786"/>
                    <a:pt x="156206" y="529777"/>
                    <a:pt x="159094" y="537778"/>
                  </a:cubicBezTo>
                  <a:cubicBezTo>
                    <a:pt x="161982" y="545791"/>
                    <a:pt x="164767" y="553827"/>
                    <a:pt x="167678" y="561828"/>
                  </a:cubicBezTo>
                  <a:cubicBezTo>
                    <a:pt x="170577" y="569830"/>
                    <a:pt x="173054" y="578025"/>
                    <a:pt x="176512" y="585776"/>
                  </a:cubicBezTo>
                  <a:cubicBezTo>
                    <a:pt x="179971" y="593526"/>
                    <a:pt x="183669" y="601368"/>
                    <a:pt x="188440" y="608330"/>
                  </a:cubicBezTo>
                  <a:cubicBezTo>
                    <a:pt x="193200" y="615282"/>
                    <a:pt x="198474" y="622621"/>
                    <a:pt x="205083" y="627541"/>
                  </a:cubicBezTo>
                  <a:cubicBezTo>
                    <a:pt x="211703" y="632461"/>
                    <a:pt x="220104" y="636421"/>
                    <a:pt x="228128" y="637837"/>
                  </a:cubicBezTo>
                  <a:cubicBezTo>
                    <a:pt x="236164" y="639263"/>
                    <a:pt x="245547" y="638624"/>
                    <a:pt x="253297" y="636067"/>
                  </a:cubicBezTo>
                  <a:cubicBezTo>
                    <a:pt x="261036" y="633511"/>
                    <a:pt x="268878" y="628363"/>
                    <a:pt x="274619" y="622507"/>
                  </a:cubicBezTo>
                  <a:cubicBezTo>
                    <a:pt x="280349" y="616640"/>
                    <a:pt x="285234" y="608673"/>
                    <a:pt x="287700" y="600865"/>
                  </a:cubicBezTo>
                  <a:cubicBezTo>
                    <a:pt x="290165" y="593058"/>
                    <a:pt x="289971" y="584029"/>
                    <a:pt x="289412" y="575662"/>
                  </a:cubicBezTo>
                  <a:cubicBezTo>
                    <a:pt x="288853" y="567296"/>
                    <a:pt x="286091" y="558975"/>
                    <a:pt x="284333" y="550642"/>
                  </a:cubicBezTo>
                  <a:cubicBezTo>
                    <a:pt x="282586" y="542310"/>
                    <a:pt x="280726" y="534011"/>
                    <a:pt x="278911" y="525690"/>
                  </a:cubicBezTo>
                  <a:cubicBezTo>
                    <a:pt x="277096" y="517381"/>
                    <a:pt x="275270" y="509059"/>
                    <a:pt x="273466" y="500750"/>
                  </a:cubicBezTo>
                  <a:cubicBezTo>
                    <a:pt x="271651" y="492429"/>
                    <a:pt x="269928" y="484096"/>
                    <a:pt x="268044" y="475798"/>
                  </a:cubicBezTo>
                  <a:cubicBezTo>
                    <a:pt x="266150" y="467500"/>
                    <a:pt x="264049" y="459247"/>
                    <a:pt x="262132" y="450960"/>
                  </a:cubicBezTo>
                  <a:cubicBezTo>
                    <a:pt x="260203" y="442662"/>
                    <a:pt x="258388" y="434352"/>
                    <a:pt x="256527" y="426054"/>
                  </a:cubicBezTo>
                  <a:cubicBezTo>
                    <a:pt x="254655" y="417744"/>
                    <a:pt x="252818" y="409435"/>
                    <a:pt x="250923" y="401136"/>
                  </a:cubicBezTo>
                  <a:cubicBezTo>
                    <a:pt x="249039" y="392838"/>
                    <a:pt x="247099" y="384551"/>
                    <a:pt x="245181" y="376264"/>
                  </a:cubicBezTo>
                  <a:cubicBezTo>
                    <a:pt x="243275" y="367966"/>
                    <a:pt x="241403" y="359668"/>
                    <a:pt x="239463" y="351381"/>
                  </a:cubicBezTo>
                  <a:cubicBezTo>
                    <a:pt x="237534" y="343094"/>
                    <a:pt x="235548" y="334807"/>
                    <a:pt x="233573" y="326532"/>
                  </a:cubicBezTo>
                  <a:cubicBezTo>
                    <a:pt x="231598" y="318256"/>
                    <a:pt x="229612" y="309981"/>
                    <a:pt x="227615" y="301705"/>
                  </a:cubicBezTo>
                  <a:cubicBezTo>
                    <a:pt x="225628" y="293430"/>
                    <a:pt x="223699" y="285143"/>
                    <a:pt x="221633" y="276879"/>
                  </a:cubicBezTo>
                  <a:cubicBezTo>
                    <a:pt x="219567" y="268626"/>
                    <a:pt x="217353" y="260408"/>
                    <a:pt x="215219" y="252167"/>
                  </a:cubicBezTo>
                  <a:cubicBezTo>
                    <a:pt x="213084" y="243926"/>
                    <a:pt x="210972" y="235685"/>
                    <a:pt x="208849" y="227443"/>
                  </a:cubicBezTo>
                  <a:cubicBezTo>
                    <a:pt x="206726" y="219202"/>
                    <a:pt x="204637" y="210950"/>
                    <a:pt x="202480" y="202720"/>
                  </a:cubicBezTo>
                  <a:cubicBezTo>
                    <a:pt x="200311" y="194490"/>
                    <a:pt x="198074" y="186283"/>
                    <a:pt x="195860" y="178065"/>
                  </a:cubicBezTo>
                  <a:cubicBezTo>
                    <a:pt x="193657" y="169835"/>
                    <a:pt x="191419" y="161628"/>
                    <a:pt x="189228" y="153398"/>
                  </a:cubicBezTo>
                  <a:cubicBezTo>
                    <a:pt x="187036" y="145180"/>
                    <a:pt x="184925" y="136939"/>
                    <a:pt x="182722" y="128709"/>
                  </a:cubicBezTo>
                  <a:cubicBezTo>
                    <a:pt x="180530" y="120490"/>
                    <a:pt x="178270" y="112283"/>
                    <a:pt x="176067" y="104065"/>
                  </a:cubicBezTo>
                  <a:cubicBezTo>
                    <a:pt x="173864" y="95847"/>
                    <a:pt x="171878" y="87548"/>
                    <a:pt x="169492" y="79387"/>
                  </a:cubicBezTo>
                  <a:cubicBezTo>
                    <a:pt x="167107" y="71226"/>
                    <a:pt x="165189" y="62791"/>
                    <a:pt x="161719" y="55109"/>
                  </a:cubicBezTo>
                  <a:cubicBezTo>
                    <a:pt x="158249" y="47427"/>
                    <a:pt x="153946" y="39825"/>
                    <a:pt x="148684" y="33273"/>
                  </a:cubicBezTo>
                  <a:cubicBezTo>
                    <a:pt x="143433" y="26710"/>
                    <a:pt x="137064" y="20592"/>
                    <a:pt x="130181" y="15786"/>
                  </a:cubicBezTo>
                  <a:cubicBezTo>
                    <a:pt x="123298" y="10969"/>
                    <a:pt x="115365" y="7031"/>
                    <a:pt x="107387" y="4429"/>
                  </a:cubicBezTo>
                  <a:cubicBezTo>
                    <a:pt x="99408" y="1826"/>
                    <a:pt x="90710" y="331"/>
                    <a:pt x="82332" y="160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74" name="Inner left wave"/>
            <p:cNvSpPr/>
            <p:nvPr/>
          </p:nvSpPr>
          <p:spPr>
            <a:xfrm>
              <a:off x="10101485" y="4471956"/>
              <a:ext cx="151351" cy="545606"/>
            </a:xfrm>
            <a:custGeom>
              <a:avLst/>
              <a:gdLst/>
              <a:ahLst/>
              <a:cxnLst/>
              <a:rect l="l" t="t" r="r" b="b"/>
              <a:pathLst>
                <a:path w="151351" h="545606">
                  <a:moveTo>
                    <a:pt x="54780" y="506"/>
                  </a:moveTo>
                  <a:cubicBezTo>
                    <a:pt x="46559" y="1016"/>
                    <a:pt x="37622" y="3744"/>
                    <a:pt x="30454" y="7830"/>
                  </a:cubicBezTo>
                  <a:cubicBezTo>
                    <a:pt x="23285" y="11928"/>
                    <a:pt x="16597" y="18297"/>
                    <a:pt x="11802" y="25055"/>
                  </a:cubicBezTo>
                  <a:cubicBezTo>
                    <a:pt x="7008" y="31812"/>
                    <a:pt x="3424" y="40259"/>
                    <a:pt x="1712" y="48374"/>
                  </a:cubicBezTo>
                  <a:cubicBezTo>
                    <a:pt x="0" y="56490"/>
                    <a:pt x="708" y="65325"/>
                    <a:pt x="1530" y="73737"/>
                  </a:cubicBezTo>
                  <a:cubicBezTo>
                    <a:pt x="2340" y="82149"/>
                    <a:pt x="4863" y="90482"/>
                    <a:pt x="6609" y="98837"/>
                  </a:cubicBezTo>
                  <a:cubicBezTo>
                    <a:pt x="8355" y="107193"/>
                    <a:pt x="10239" y="115514"/>
                    <a:pt x="12019" y="123869"/>
                  </a:cubicBezTo>
                  <a:cubicBezTo>
                    <a:pt x="13800" y="132213"/>
                    <a:pt x="15535" y="140568"/>
                    <a:pt x="17270" y="148924"/>
                  </a:cubicBezTo>
                  <a:cubicBezTo>
                    <a:pt x="19016" y="157279"/>
                    <a:pt x="20706" y="165646"/>
                    <a:pt x="22475" y="174001"/>
                  </a:cubicBezTo>
                  <a:cubicBezTo>
                    <a:pt x="24233" y="182345"/>
                    <a:pt x="26070" y="190678"/>
                    <a:pt x="27851" y="199033"/>
                  </a:cubicBezTo>
                  <a:cubicBezTo>
                    <a:pt x="29632" y="207377"/>
                    <a:pt x="31435" y="215721"/>
                    <a:pt x="33170" y="224076"/>
                  </a:cubicBezTo>
                  <a:cubicBezTo>
                    <a:pt x="34917" y="232431"/>
                    <a:pt x="36572" y="240810"/>
                    <a:pt x="38318" y="249165"/>
                  </a:cubicBezTo>
                  <a:cubicBezTo>
                    <a:pt x="40053" y="257520"/>
                    <a:pt x="41902" y="265853"/>
                    <a:pt x="43614" y="274208"/>
                  </a:cubicBezTo>
                  <a:cubicBezTo>
                    <a:pt x="45338" y="282575"/>
                    <a:pt x="46993" y="290942"/>
                    <a:pt x="48625" y="299320"/>
                  </a:cubicBezTo>
                  <a:cubicBezTo>
                    <a:pt x="50246" y="307698"/>
                    <a:pt x="51833" y="316088"/>
                    <a:pt x="53397" y="324477"/>
                  </a:cubicBezTo>
                  <a:cubicBezTo>
                    <a:pt x="54960" y="332867"/>
                    <a:pt x="56490" y="341268"/>
                    <a:pt x="58019" y="349669"/>
                  </a:cubicBezTo>
                  <a:cubicBezTo>
                    <a:pt x="59549" y="358058"/>
                    <a:pt x="61078" y="366459"/>
                    <a:pt x="62562" y="374860"/>
                  </a:cubicBezTo>
                  <a:cubicBezTo>
                    <a:pt x="64058" y="383273"/>
                    <a:pt x="65519" y="391685"/>
                    <a:pt x="66945" y="400098"/>
                  </a:cubicBezTo>
                  <a:cubicBezTo>
                    <a:pt x="68372" y="408510"/>
                    <a:pt x="69788" y="416922"/>
                    <a:pt x="71146" y="425358"/>
                  </a:cubicBezTo>
                  <a:cubicBezTo>
                    <a:pt x="72504" y="433781"/>
                    <a:pt x="73760" y="442217"/>
                    <a:pt x="75107" y="450652"/>
                  </a:cubicBezTo>
                  <a:cubicBezTo>
                    <a:pt x="76465" y="459076"/>
                    <a:pt x="77915" y="467488"/>
                    <a:pt x="79250" y="475923"/>
                  </a:cubicBezTo>
                  <a:cubicBezTo>
                    <a:pt x="80586" y="484347"/>
                    <a:pt x="81544" y="492862"/>
                    <a:pt x="83131" y="501229"/>
                  </a:cubicBezTo>
                  <a:cubicBezTo>
                    <a:pt x="84729" y="509596"/>
                    <a:pt x="84820" y="519138"/>
                    <a:pt x="88804" y="526101"/>
                  </a:cubicBezTo>
                  <a:cubicBezTo>
                    <a:pt x="92788" y="533064"/>
                    <a:pt x="99842" y="540426"/>
                    <a:pt x="107033" y="543017"/>
                  </a:cubicBezTo>
                  <a:cubicBezTo>
                    <a:pt x="114224" y="545608"/>
                    <a:pt x="125068" y="544992"/>
                    <a:pt x="131939" y="541625"/>
                  </a:cubicBezTo>
                  <a:cubicBezTo>
                    <a:pt x="138811" y="538269"/>
                    <a:pt x="145203" y="530199"/>
                    <a:pt x="148273" y="522837"/>
                  </a:cubicBezTo>
                  <a:cubicBezTo>
                    <a:pt x="151355" y="515474"/>
                    <a:pt x="150031" y="505955"/>
                    <a:pt x="150373" y="497462"/>
                  </a:cubicBezTo>
                  <a:cubicBezTo>
                    <a:pt x="150727" y="488959"/>
                    <a:pt x="150373" y="480386"/>
                    <a:pt x="150373" y="471848"/>
                  </a:cubicBezTo>
                  <a:cubicBezTo>
                    <a:pt x="150373" y="463311"/>
                    <a:pt x="150373" y="454784"/>
                    <a:pt x="150373" y="446246"/>
                  </a:cubicBezTo>
                  <a:cubicBezTo>
                    <a:pt x="150373" y="437708"/>
                    <a:pt x="150373" y="429170"/>
                    <a:pt x="150373" y="420632"/>
                  </a:cubicBezTo>
                  <a:cubicBezTo>
                    <a:pt x="150373" y="412106"/>
                    <a:pt x="150373" y="403568"/>
                    <a:pt x="150373" y="395030"/>
                  </a:cubicBezTo>
                  <a:cubicBezTo>
                    <a:pt x="150373" y="386492"/>
                    <a:pt x="150373" y="377954"/>
                    <a:pt x="150373" y="369416"/>
                  </a:cubicBezTo>
                  <a:cubicBezTo>
                    <a:pt x="150373" y="360889"/>
                    <a:pt x="150373" y="352351"/>
                    <a:pt x="150373" y="343813"/>
                  </a:cubicBezTo>
                  <a:cubicBezTo>
                    <a:pt x="150373" y="335275"/>
                    <a:pt x="150373" y="326737"/>
                    <a:pt x="150373" y="318211"/>
                  </a:cubicBezTo>
                  <a:cubicBezTo>
                    <a:pt x="150373" y="309673"/>
                    <a:pt x="150373" y="301135"/>
                    <a:pt x="150373" y="292597"/>
                  </a:cubicBezTo>
                  <a:cubicBezTo>
                    <a:pt x="150373" y="284059"/>
                    <a:pt x="150373" y="275532"/>
                    <a:pt x="150373" y="266994"/>
                  </a:cubicBezTo>
                  <a:cubicBezTo>
                    <a:pt x="150373" y="258456"/>
                    <a:pt x="150373" y="249918"/>
                    <a:pt x="150373" y="241380"/>
                  </a:cubicBezTo>
                  <a:cubicBezTo>
                    <a:pt x="150373" y="232854"/>
                    <a:pt x="150602" y="224304"/>
                    <a:pt x="150373" y="215778"/>
                  </a:cubicBezTo>
                  <a:cubicBezTo>
                    <a:pt x="150145" y="207251"/>
                    <a:pt x="149985" y="198690"/>
                    <a:pt x="148992" y="190232"/>
                  </a:cubicBezTo>
                  <a:cubicBezTo>
                    <a:pt x="147988" y="181774"/>
                    <a:pt x="146104" y="173408"/>
                    <a:pt x="144381" y="165052"/>
                  </a:cubicBezTo>
                  <a:cubicBezTo>
                    <a:pt x="142657" y="156697"/>
                    <a:pt x="140568" y="148410"/>
                    <a:pt x="138651" y="140089"/>
                  </a:cubicBezTo>
                  <a:cubicBezTo>
                    <a:pt x="136722" y="131779"/>
                    <a:pt x="134770" y="123470"/>
                    <a:pt x="132852" y="115148"/>
                  </a:cubicBezTo>
                  <a:cubicBezTo>
                    <a:pt x="130935" y="106839"/>
                    <a:pt x="129051" y="98506"/>
                    <a:pt x="127134" y="90185"/>
                  </a:cubicBezTo>
                  <a:cubicBezTo>
                    <a:pt x="125216" y="81875"/>
                    <a:pt x="123435" y="73509"/>
                    <a:pt x="121346" y="65245"/>
                  </a:cubicBezTo>
                  <a:cubicBezTo>
                    <a:pt x="119269" y="56981"/>
                    <a:pt x="118071" y="48249"/>
                    <a:pt x="114623" y="40590"/>
                  </a:cubicBezTo>
                  <a:cubicBezTo>
                    <a:pt x="111176" y="32931"/>
                    <a:pt x="106474" y="25237"/>
                    <a:pt x="100664" y="19268"/>
                  </a:cubicBezTo>
                  <a:cubicBezTo>
                    <a:pt x="94865" y="13309"/>
                    <a:pt x="87446" y="7922"/>
                    <a:pt x="79787" y="4794"/>
                  </a:cubicBezTo>
                  <a:cubicBezTo>
                    <a:pt x="72139" y="1667"/>
                    <a:pt x="63007" y="0"/>
                    <a:pt x="54778" y="502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75" name="Center wave"/>
            <p:cNvSpPr/>
            <p:nvPr/>
          </p:nvSpPr>
          <p:spPr>
            <a:xfrm>
              <a:off x="10275699" y="4675077"/>
              <a:ext cx="126242" cy="463451"/>
            </a:xfrm>
            <a:custGeom>
              <a:avLst/>
              <a:gdLst/>
              <a:ahLst/>
              <a:cxnLst/>
              <a:rect l="l" t="t" r="r" b="b"/>
              <a:pathLst>
                <a:path w="126242" h="463451">
                  <a:moveTo>
                    <a:pt x="58631" y="575"/>
                  </a:moveTo>
                  <a:cubicBezTo>
                    <a:pt x="50417" y="1153"/>
                    <a:pt x="41651" y="3618"/>
                    <a:pt x="34357" y="7442"/>
                  </a:cubicBezTo>
                  <a:cubicBezTo>
                    <a:pt x="27064" y="11266"/>
                    <a:pt x="20055" y="17099"/>
                    <a:pt x="14884" y="23514"/>
                  </a:cubicBezTo>
                  <a:cubicBezTo>
                    <a:pt x="9714" y="29917"/>
                    <a:pt x="5650" y="37999"/>
                    <a:pt x="3333" y="45932"/>
                  </a:cubicBezTo>
                  <a:cubicBezTo>
                    <a:pt x="1016" y="53865"/>
                    <a:pt x="1381" y="62676"/>
                    <a:pt x="993" y="71100"/>
                  </a:cubicBezTo>
                  <a:cubicBezTo>
                    <a:pt x="594" y="79536"/>
                    <a:pt x="993" y="88028"/>
                    <a:pt x="993" y="96497"/>
                  </a:cubicBezTo>
                  <a:cubicBezTo>
                    <a:pt x="993" y="104955"/>
                    <a:pt x="993" y="113425"/>
                    <a:pt x="993" y="121883"/>
                  </a:cubicBezTo>
                  <a:cubicBezTo>
                    <a:pt x="993" y="130341"/>
                    <a:pt x="993" y="138811"/>
                    <a:pt x="993" y="147269"/>
                  </a:cubicBezTo>
                  <a:cubicBezTo>
                    <a:pt x="993" y="155738"/>
                    <a:pt x="993" y="164196"/>
                    <a:pt x="993" y="172666"/>
                  </a:cubicBezTo>
                  <a:cubicBezTo>
                    <a:pt x="993" y="181124"/>
                    <a:pt x="993" y="189593"/>
                    <a:pt x="993" y="198051"/>
                  </a:cubicBezTo>
                  <a:cubicBezTo>
                    <a:pt x="993" y="206509"/>
                    <a:pt x="993" y="214979"/>
                    <a:pt x="993" y="223437"/>
                  </a:cubicBezTo>
                  <a:cubicBezTo>
                    <a:pt x="993" y="231906"/>
                    <a:pt x="993" y="240364"/>
                    <a:pt x="993" y="248834"/>
                  </a:cubicBezTo>
                  <a:cubicBezTo>
                    <a:pt x="993" y="257292"/>
                    <a:pt x="993" y="265761"/>
                    <a:pt x="993" y="274220"/>
                  </a:cubicBezTo>
                  <a:cubicBezTo>
                    <a:pt x="993" y="282678"/>
                    <a:pt x="993" y="291147"/>
                    <a:pt x="993" y="299605"/>
                  </a:cubicBezTo>
                  <a:cubicBezTo>
                    <a:pt x="993" y="308075"/>
                    <a:pt x="993" y="316533"/>
                    <a:pt x="993" y="325002"/>
                  </a:cubicBezTo>
                  <a:cubicBezTo>
                    <a:pt x="993" y="333460"/>
                    <a:pt x="993" y="341930"/>
                    <a:pt x="993" y="350388"/>
                  </a:cubicBezTo>
                  <a:cubicBezTo>
                    <a:pt x="993" y="358846"/>
                    <a:pt x="993" y="367315"/>
                    <a:pt x="993" y="375773"/>
                  </a:cubicBezTo>
                  <a:cubicBezTo>
                    <a:pt x="982" y="384243"/>
                    <a:pt x="0" y="392827"/>
                    <a:pt x="925" y="401159"/>
                  </a:cubicBezTo>
                  <a:cubicBezTo>
                    <a:pt x="1861" y="409492"/>
                    <a:pt x="3207" y="418224"/>
                    <a:pt x="6563" y="425769"/>
                  </a:cubicBezTo>
                  <a:cubicBezTo>
                    <a:pt x="9908" y="433313"/>
                    <a:pt x="15021" y="440778"/>
                    <a:pt x="21025" y="446417"/>
                  </a:cubicBezTo>
                  <a:cubicBezTo>
                    <a:pt x="27018" y="452044"/>
                    <a:pt x="34780" y="456839"/>
                    <a:pt x="42530" y="459578"/>
                  </a:cubicBezTo>
                  <a:cubicBezTo>
                    <a:pt x="50292" y="462306"/>
                    <a:pt x="59343" y="463447"/>
                    <a:pt x="67562" y="462831"/>
                  </a:cubicBezTo>
                  <a:cubicBezTo>
                    <a:pt x="75769" y="462215"/>
                    <a:pt x="84524" y="459715"/>
                    <a:pt x="91795" y="455868"/>
                  </a:cubicBezTo>
                  <a:cubicBezTo>
                    <a:pt x="99054" y="452022"/>
                    <a:pt x="106006" y="446155"/>
                    <a:pt x="111153" y="439728"/>
                  </a:cubicBezTo>
                  <a:cubicBezTo>
                    <a:pt x="116301" y="433313"/>
                    <a:pt x="120376" y="425243"/>
                    <a:pt x="122705" y="417322"/>
                  </a:cubicBezTo>
                  <a:cubicBezTo>
                    <a:pt x="125022" y="409389"/>
                    <a:pt x="124714" y="400588"/>
                    <a:pt x="125125" y="392165"/>
                  </a:cubicBezTo>
                  <a:cubicBezTo>
                    <a:pt x="125524" y="383741"/>
                    <a:pt x="125125" y="375237"/>
                    <a:pt x="125125" y="366779"/>
                  </a:cubicBezTo>
                  <a:cubicBezTo>
                    <a:pt x="125125" y="358309"/>
                    <a:pt x="125079" y="349851"/>
                    <a:pt x="125125" y="341393"/>
                  </a:cubicBezTo>
                  <a:cubicBezTo>
                    <a:pt x="125159" y="332924"/>
                    <a:pt x="125319" y="324466"/>
                    <a:pt x="125364" y="316008"/>
                  </a:cubicBezTo>
                  <a:cubicBezTo>
                    <a:pt x="125399" y="307538"/>
                    <a:pt x="125364" y="299080"/>
                    <a:pt x="125364" y="290622"/>
                  </a:cubicBezTo>
                  <a:cubicBezTo>
                    <a:pt x="125364" y="282164"/>
                    <a:pt x="125387" y="273706"/>
                    <a:pt x="125342" y="265236"/>
                  </a:cubicBezTo>
                  <a:cubicBezTo>
                    <a:pt x="125307" y="256778"/>
                    <a:pt x="125147" y="248320"/>
                    <a:pt x="125125" y="239862"/>
                  </a:cubicBezTo>
                  <a:cubicBezTo>
                    <a:pt x="125090" y="231393"/>
                    <a:pt x="125170" y="222935"/>
                    <a:pt x="125182" y="214477"/>
                  </a:cubicBezTo>
                  <a:cubicBezTo>
                    <a:pt x="125205" y="206019"/>
                    <a:pt x="125216" y="197549"/>
                    <a:pt x="125205" y="189091"/>
                  </a:cubicBezTo>
                  <a:cubicBezTo>
                    <a:pt x="125193" y="180633"/>
                    <a:pt x="125090" y="172175"/>
                    <a:pt x="125125" y="163705"/>
                  </a:cubicBezTo>
                  <a:cubicBezTo>
                    <a:pt x="125147" y="155247"/>
                    <a:pt x="125307" y="146789"/>
                    <a:pt x="125353" y="138320"/>
                  </a:cubicBezTo>
                  <a:cubicBezTo>
                    <a:pt x="125399" y="129862"/>
                    <a:pt x="125444" y="121404"/>
                    <a:pt x="125410" y="112945"/>
                  </a:cubicBezTo>
                  <a:cubicBezTo>
                    <a:pt x="125364" y="104476"/>
                    <a:pt x="125136" y="96018"/>
                    <a:pt x="125125" y="87560"/>
                  </a:cubicBezTo>
                  <a:cubicBezTo>
                    <a:pt x="125125" y="79090"/>
                    <a:pt x="126243" y="70495"/>
                    <a:pt x="125364" y="62174"/>
                  </a:cubicBezTo>
                  <a:cubicBezTo>
                    <a:pt x="124485" y="53842"/>
                    <a:pt x="123218" y="45075"/>
                    <a:pt x="119851" y="37576"/>
                  </a:cubicBezTo>
                  <a:cubicBezTo>
                    <a:pt x="116473" y="30077"/>
                    <a:pt x="111165" y="22737"/>
                    <a:pt x="105127" y="17144"/>
                  </a:cubicBezTo>
                  <a:cubicBezTo>
                    <a:pt x="99088" y="11551"/>
                    <a:pt x="91384" y="6757"/>
                    <a:pt x="83633" y="3995"/>
                  </a:cubicBezTo>
                  <a:cubicBezTo>
                    <a:pt x="75894" y="1233"/>
                    <a:pt x="66843" y="0"/>
                    <a:pt x="58636" y="571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76" name="Inner right wave"/>
            <p:cNvSpPr/>
            <p:nvPr/>
          </p:nvSpPr>
          <p:spPr>
            <a:xfrm>
              <a:off x="10425004" y="4472050"/>
              <a:ext cx="151251" cy="545598"/>
            </a:xfrm>
            <a:custGeom>
              <a:avLst/>
              <a:gdLst/>
              <a:ahLst/>
              <a:cxnLst/>
              <a:rect l="l" t="t" r="r" b="b"/>
              <a:pathLst>
                <a:path w="151251" h="545598">
                  <a:moveTo>
                    <a:pt x="88247" y="766"/>
                  </a:moveTo>
                  <a:cubicBezTo>
                    <a:pt x="80049" y="1530"/>
                    <a:pt x="71294" y="4554"/>
                    <a:pt x="64149" y="8743"/>
                  </a:cubicBezTo>
                  <a:cubicBezTo>
                    <a:pt x="57004" y="12933"/>
                    <a:pt x="50383" y="19256"/>
                    <a:pt x="45372" y="25922"/>
                  </a:cubicBezTo>
                  <a:cubicBezTo>
                    <a:pt x="40361" y="32577"/>
                    <a:pt x="36914" y="40749"/>
                    <a:pt x="34083" y="48705"/>
                  </a:cubicBezTo>
                  <a:cubicBezTo>
                    <a:pt x="31241" y="56661"/>
                    <a:pt x="30282" y="65347"/>
                    <a:pt x="28376" y="73657"/>
                  </a:cubicBezTo>
                  <a:cubicBezTo>
                    <a:pt x="26470" y="81967"/>
                    <a:pt x="24541" y="90288"/>
                    <a:pt x="22623" y="98598"/>
                  </a:cubicBezTo>
                  <a:cubicBezTo>
                    <a:pt x="20694" y="106907"/>
                    <a:pt x="18754" y="115217"/>
                    <a:pt x="16813" y="123527"/>
                  </a:cubicBezTo>
                  <a:cubicBezTo>
                    <a:pt x="14862" y="131836"/>
                    <a:pt x="12841" y="140123"/>
                    <a:pt x="10935" y="148444"/>
                  </a:cubicBezTo>
                  <a:cubicBezTo>
                    <a:pt x="9017" y="156754"/>
                    <a:pt x="6917" y="165041"/>
                    <a:pt x="5342" y="173419"/>
                  </a:cubicBezTo>
                  <a:cubicBezTo>
                    <a:pt x="3767" y="181797"/>
                    <a:pt x="2192" y="190232"/>
                    <a:pt x="1461" y="198702"/>
                  </a:cubicBezTo>
                  <a:cubicBezTo>
                    <a:pt x="731" y="207183"/>
                    <a:pt x="1016" y="215755"/>
                    <a:pt x="925" y="224282"/>
                  </a:cubicBezTo>
                  <a:cubicBezTo>
                    <a:pt x="833" y="232808"/>
                    <a:pt x="925" y="241346"/>
                    <a:pt x="925" y="249884"/>
                  </a:cubicBezTo>
                  <a:cubicBezTo>
                    <a:pt x="925" y="258411"/>
                    <a:pt x="925" y="266949"/>
                    <a:pt x="925" y="275475"/>
                  </a:cubicBezTo>
                  <a:cubicBezTo>
                    <a:pt x="925" y="284013"/>
                    <a:pt x="925" y="292540"/>
                    <a:pt x="925" y="301078"/>
                  </a:cubicBezTo>
                  <a:cubicBezTo>
                    <a:pt x="925" y="309604"/>
                    <a:pt x="925" y="318142"/>
                    <a:pt x="925" y="326669"/>
                  </a:cubicBezTo>
                  <a:cubicBezTo>
                    <a:pt x="925" y="335207"/>
                    <a:pt x="925" y="343733"/>
                    <a:pt x="925" y="352271"/>
                  </a:cubicBezTo>
                  <a:cubicBezTo>
                    <a:pt x="925" y="360798"/>
                    <a:pt x="925" y="369336"/>
                    <a:pt x="925" y="377862"/>
                  </a:cubicBezTo>
                  <a:cubicBezTo>
                    <a:pt x="925" y="386400"/>
                    <a:pt x="925" y="394927"/>
                    <a:pt x="925" y="403465"/>
                  </a:cubicBezTo>
                  <a:cubicBezTo>
                    <a:pt x="925" y="411991"/>
                    <a:pt x="925" y="420529"/>
                    <a:pt x="925" y="429056"/>
                  </a:cubicBezTo>
                  <a:cubicBezTo>
                    <a:pt x="925" y="437594"/>
                    <a:pt x="925" y="446120"/>
                    <a:pt x="925" y="454658"/>
                  </a:cubicBezTo>
                  <a:cubicBezTo>
                    <a:pt x="925" y="463185"/>
                    <a:pt x="925" y="471723"/>
                    <a:pt x="925" y="480249"/>
                  </a:cubicBezTo>
                  <a:cubicBezTo>
                    <a:pt x="925" y="488787"/>
                    <a:pt x="0" y="497497"/>
                    <a:pt x="925" y="505852"/>
                  </a:cubicBezTo>
                  <a:cubicBezTo>
                    <a:pt x="1849" y="514207"/>
                    <a:pt x="2112" y="524012"/>
                    <a:pt x="6483" y="530393"/>
                  </a:cubicBezTo>
                  <a:cubicBezTo>
                    <a:pt x="10867" y="536785"/>
                    <a:pt x="19690" y="542732"/>
                    <a:pt x="27201" y="544159"/>
                  </a:cubicBezTo>
                  <a:cubicBezTo>
                    <a:pt x="34723" y="545597"/>
                    <a:pt x="45292" y="543405"/>
                    <a:pt x="51582" y="539011"/>
                  </a:cubicBezTo>
                  <a:cubicBezTo>
                    <a:pt x="57860" y="534616"/>
                    <a:pt x="61992" y="525542"/>
                    <a:pt x="64914" y="517791"/>
                  </a:cubicBezTo>
                  <a:cubicBezTo>
                    <a:pt x="67824" y="510052"/>
                    <a:pt x="67699" y="500967"/>
                    <a:pt x="69069" y="492543"/>
                  </a:cubicBezTo>
                  <a:cubicBezTo>
                    <a:pt x="70438" y="484130"/>
                    <a:pt x="71797" y="475695"/>
                    <a:pt x="73143" y="467271"/>
                  </a:cubicBezTo>
                  <a:cubicBezTo>
                    <a:pt x="74490" y="458847"/>
                    <a:pt x="75803" y="450424"/>
                    <a:pt x="77161" y="442000"/>
                  </a:cubicBezTo>
                  <a:cubicBezTo>
                    <a:pt x="78520" y="433576"/>
                    <a:pt x="79901" y="425152"/>
                    <a:pt x="81316" y="416740"/>
                  </a:cubicBezTo>
                  <a:cubicBezTo>
                    <a:pt x="82732" y="408327"/>
                    <a:pt x="84193" y="399926"/>
                    <a:pt x="85676" y="391514"/>
                  </a:cubicBezTo>
                  <a:cubicBezTo>
                    <a:pt x="87160" y="383113"/>
                    <a:pt x="88713" y="374723"/>
                    <a:pt x="90208" y="366322"/>
                  </a:cubicBezTo>
                  <a:cubicBezTo>
                    <a:pt x="91692" y="357921"/>
                    <a:pt x="93096" y="349509"/>
                    <a:pt x="94637" y="341119"/>
                  </a:cubicBezTo>
                  <a:cubicBezTo>
                    <a:pt x="96166" y="332730"/>
                    <a:pt x="97821" y="324352"/>
                    <a:pt x="99419" y="315973"/>
                  </a:cubicBezTo>
                  <a:cubicBezTo>
                    <a:pt x="101029" y="307595"/>
                    <a:pt x="102570" y="299206"/>
                    <a:pt x="104236" y="290839"/>
                  </a:cubicBezTo>
                  <a:cubicBezTo>
                    <a:pt x="105903" y="282461"/>
                    <a:pt x="107683" y="274117"/>
                    <a:pt x="109407" y="265761"/>
                  </a:cubicBezTo>
                  <a:cubicBezTo>
                    <a:pt x="111131" y="257406"/>
                    <a:pt x="112786" y="249039"/>
                    <a:pt x="114566" y="240695"/>
                  </a:cubicBezTo>
                  <a:cubicBezTo>
                    <a:pt x="116336" y="232352"/>
                    <a:pt x="118219" y="224030"/>
                    <a:pt x="120045" y="215698"/>
                  </a:cubicBezTo>
                  <a:cubicBezTo>
                    <a:pt x="121872" y="207365"/>
                    <a:pt x="123744" y="199033"/>
                    <a:pt x="125536" y="190689"/>
                  </a:cubicBezTo>
                  <a:cubicBezTo>
                    <a:pt x="127316" y="182345"/>
                    <a:pt x="129006" y="173990"/>
                    <a:pt x="130752" y="165634"/>
                  </a:cubicBezTo>
                  <a:cubicBezTo>
                    <a:pt x="132498" y="157279"/>
                    <a:pt x="134268" y="148935"/>
                    <a:pt x="136025" y="140591"/>
                  </a:cubicBezTo>
                  <a:cubicBezTo>
                    <a:pt x="137783" y="132236"/>
                    <a:pt x="139552" y="123892"/>
                    <a:pt x="141322" y="115548"/>
                  </a:cubicBezTo>
                  <a:cubicBezTo>
                    <a:pt x="143091" y="107193"/>
                    <a:pt x="144997" y="98872"/>
                    <a:pt x="146629" y="90505"/>
                  </a:cubicBezTo>
                  <a:cubicBezTo>
                    <a:pt x="148262" y="82138"/>
                    <a:pt x="150978" y="73703"/>
                    <a:pt x="151115" y="65313"/>
                  </a:cubicBezTo>
                  <a:cubicBezTo>
                    <a:pt x="151252" y="56924"/>
                    <a:pt x="150225" y="47998"/>
                    <a:pt x="147428" y="40167"/>
                  </a:cubicBezTo>
                  <a:cubicBezTo>
                    <a:pt x="144643" y="32348"/>
                    <a:pt x="140066" y="24381"/>
                    <a:pt x="134382" y="18377"/>
                  </a:cubicBezTo>
                  <a:cubicBezTo>
                    <a:pt x="128697" y="12373"/>
                    <a:pt x="121038" y="7088"/>
                    <a:pt x="113345" y="4155"/>
                  </a:cubicBezTo>
                  <a:cubicBezTo>
                    <a:pt x="105652" y="1210"/>
                    <a:pt x="96452" y="0"/>
                    <a:pt x="88245" y="765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  <p:sp>
          <p:nvSpPr>
            <p:cNvPr id="77" name="Outer right wave"/>
            <p:cNvSpPr/>
            <p:nvPr/>
          </p:nvSpPr>
          <p:spPr>
            <a:xfrm>
              <a:off x="10528672" y="4298081"/>
              <a:ext cx="290509" cy="639151"/>
            </a:xfrm>
            <a:custGeom>
              <a:avLst/>
              <a:gdLst/>
              <a:ahLst/>
              <a:cxnLst/>
              <a:rect l="l" t="t" r="r" b="b"/>
              <a:pathLst>
                <a:path w="290509" h="639151">
                  <a:moveTo>
                    <a:pt x="204305" y="624"/>
                  </a:moveTo>
                  <a:cubicBezTo>
                    <a:pt x="195951" y="1244"/>
                    <a:pt x="187356" y="3356"/>
                    <a:pt x="179537" y="6392"/>
                  </a:cubicBezTo>
                  <a:cubicBezTo>
                    <a:pt x="171718" y="9440"/>
                    <a:pt x="164036" y="13754"/>
                    <a:pt x="157370" y="18845"/>
                  </a:cubicBezTo>
                  <a:cubicBezTo>
                    <a:pt x="150704" y="23947"/>
                    <a:pt x="144575" y="30260"/>
                    <a:pt x="139552" y="36994"/>
                  </a:cubicBezTo>
                  <a:cubicBezTo>
                    <a:pt x="134530" y="43729"/>
                    <a:pt x="130501" y="51479"/>
                    <a:pt x="127225" y="59252"/>
                  </a:cubicBezTo>
                  <a:cubicBezTo>
                    <a:pt x="123949" y="67037"/>
                    <a:pt x="122214" y="75506"/>
                    <a:pt x="119897" y="83679"/>
                  </a:cubicBezTo>
                  <a:cubicBezTo>
                    <a:pt x="117580" y="91863"/>
                    <a:pt x="115525" y="100127"/>
                    <a:pt x="113334" y="108345"/>
                  </a:cubicBezTo>
                  <a:cubicBezTo>
                    <a:pt x="111153" y="116575"/>
                    <a:pt x="108962" y="124794"/>
                    <a:pt x="106770" y="133012"/>
                  </a:cubicBezTo>
                  <a:cubicBezTo>
                    <a:pt x="104579" y="141230"/>
                    <a:pt x="102399" y="149460"/>
                    <a:pt x="100196" y="157679"/>
                  </a:cubicBezTo>
                  <a:cubicBezTo>
                    <a:pt x="97981" y="165897"/>
                    <a:pt x="95721" y="174092"/>
                    <a:pt x="93530" y="182311"/>
                  </a:cubicBezTo>
                  <a:cubicBezTo>
                    <a:pt x="91338" y="190529"/>
                    <a:pt x="89181" y="198770"/>
                    <a:pt x="87035" y="207000"/>
                  </a:cubicBezTo>
                  <a:cubicBezTo>
                    <a:pt x="84900" y="215230"/>
                    <a:pt x="82811" y="223483"/>
                    <a:pt x="80688" y="231724"/>
                  </a:cubicBezTo>
                  <a:cubicBezTo>
                    <a:pt x="78565" y="239965"/>
                    <a:pt x="76431" y="248195"/>
                    <a:pt x="74319" y="256436"/>
                  </a:cubicBezTo>
                  <a:cubicBezTo>
                    <a:pt x="72219" y="264677"/>
                    <a:pt x="70119" y="272930"/>
                    <a:pt x="68075" y="281182"/>
                  </a:cubicBezTo>
                  <a:cubicBezTo>
                    <a:pt x="66021" y="289446"/>
                    <a:pt x="64058" y="297722"/>
                    <a:pt x="62037" y="305986"/>
                  </a:cubicBezTo>
                  <a:cubicBezTo>
                    <a:pt x="60017" y="314250"/>
                    <a:pt x="57917" y="322491"/>
                    <a:pt x="55931" y="330766"/>
                  </a:cubicBezTo>
                  <a:cubicBezTo>
                    <a:pt x="53944" y="339042"/>
                    <a:pt x="52038" y="347329"/>
                    <a:pt x="50143" y="355627"/>
                  </a:cubicBezTo>
                  <a:cubicBezTo>
                    <a:pt x="48237" y="363914"/>
                    <a:pt x="46411" y="372224"/>
                    <a:pt x="44516" y="380522"/>
                  </a:cubicBezTo>
                  <a:cubicBezTo>
                    <a:pt x="42621" y="388820"/>
                    <a:pt x="40692" y="397096"/>
                    <a:pt x="38775" y="405394"/>
                  </a:cubicBezTo>
                  <a:cubicBezTo>
                    <a:pt x="36857" y="413681"/>
                    <a:pt x="34917" y="421968"/>
                    <a:pt x="33022" y="430254"/>
                  </a:cubicBezTo>
                  <a:cubicBezTo>
                    <a:pt x="31116" y="438553"/>
                    <a:pt x="29244" y="446851"/>
                    <a:pt x="27383" y="455149"/>
                  </a:cubicBezTo>
                  <a:cubicBezTo>
                    <a:pt x="25511" y="463447"/>
                    <a:pt x="23673" y="471757"/>
                    <a:pt x="21802" y="480055"/>
                  </a:cubicBezTo>
                  <a:cubicBezTo>
                    <a:pt x="19941" y="488354"/>
                    <a:pt x="18035" y="496652"/>
                    <a:pt x="16186" y="504950"/>
                  </a:cubicBezTo>
                  <a:cubicBezTo>
                    <a:pt x="14336" y="513260"/>
                    <a:pt x="12544" y="521581"/>
                    <a:pt x="10718" y="529891"/>
                  </a:cubicBezTo>
                  <a:cubicBezTo>
                    <a:pt x="8892" y="538189"/>
                    <a:pt x="6963" y="546487"/>
                    <a:pt x="5216" y="554808"/>
                  </a:cubicBezTo>
                  <a:cubicBezTo>
                    <a:pt x="3459" y="563129"/>
                    <a:pt x="422" y="571485"/>
                    <a:pt x="205" y="579817"/>
                  </a:cubicBezTo>
                  <a:cubicBezTo>
                    <a:pt x="0" y="588161"/>
                    <a:pt x="890" y="597258"/>
                    <a:pt x="3949" y="604872"/>
                  </a:cubicBezTo>
                  <a:cubicBezTo>
                    <a:pt x="7008" y="612485"/>
                    <a:pt x="12396" y="620110"/>
                    <a:pt x="18548" y="625498"/>
                  </a:cubicBezTo>
                  <a:cubicBezTo>
                    <a:pt x="24712" y="630885"/>
                    <a:pt x="32988" y="635280"/>
                    <a:pt x="40909" y="637220"/>
                  </a:cubicBezTo>
                  <a:cubicBezTo>
                    <a:pt x="48842" y="639149"/>
                    <a:pt x="58236" y="639138"/>
                    <a:pt x="66135" y="637106"/>
                  </a:cubicBezTo>
                  <a:cubicBezTo>
                    <a:pt x="74034" y="635063"/>
                    <a:pt x="81990" y="630360"/>
                    <a:pt x="88290" y="625007"/>
                  </a:cubicBezTo>
                  <a:cubicBezTo>
                    <a:pt x="94603" y="619654"/>
                    <a:pt x="99499" y="612131"/>
                    <a:pt x="103985" y="604975"/>
                  </a:cubicBezTo>
                  <a:cubicBezTo>
                    <a:pt x="108482" y="597829"/>
                    <a:pt x="111941" y="589919"/>
                    <a:pt x="115274" y="582112"/>
                  </a:cubicBezTo>
                  <a:cubicBezTo>
                    <a:pt x="118607" y="574304"/>
                    <a:pt x="121073" y="566109"/>
                    <a:pt x="123972" y="558119"/>
                  </a:cubicBezTo>
                  <a:cubicBezTo>
                    <a:pt x="126882" y="550128"/>
                    <a:pt x="129827" y="542138"/>
                    <a:pt x="132727" y="534137"/>
                  </a:cubicBezTo>
                  <a:cubicBezTo>
                    <a:pt x="135626" y="526147"/>
                    <a:pt x="138502" y="518134"/>
                    <a:pt x="141390" y="510132"/>
                  </a:cubicBezTo>
                  <a:cubicBezTo>
                    <a:pt x="144278" y="502131"/>
                    <a:pt x="147177" y="494129"/>
                    <a:pt x="150054" y="486128"/>
                  </a:cubicBezTo>
                  <a:cubicBezTo>
                    <a:pt x="152930" y="478115"/>
                    <a:pt x="155772" y="470102"/>
                    <a:pt x="158649" y="462089"/>
                  </a:cubicBezTo>
                  <a:cubicBezTo>
                    <a:pt x="161514" y="454076"/>
                    <a:pt x="164390" y="446075"/>
                    <a:pt x="167255" y="438062"/>
                  </a:cubicBezTo>
                  <a:cubicBezTo>
                    <a:pt x="170132" y="430060"/>
                    <a:pt x="173008" y="422047"/>
                    <a:pt x="175873" y="414035"/>
                  </a:cubicBezTo>
                  <a:cubicBezTo>
                    <a:pt x="178738" y="406033"/>
                    <a:pt x="181580" y="398009"/>
                    <a:pt x="184457" y="390007"/>
                  </a:cubicBezTo>
                  <a:cubicBezTo>
                    <a:pt x="187333" y="381994"/>
                    <a:pt x="190255" y="374004"/>
                    <a:pt x="193143" y="366003"/>
                  </a:cubicBezTo>
                  <a:cubicBezTo>
                    <a:pt x="196031" y="358001"/>
                    <a:pt x="198907" y="349988"/>
                    <a:pt x="201772" y="341987"/>
                  </a:cubicBezTo>
                  <a:cubicBezTo>
                    <a:pt x="204649" y="333974"/>
                    <a:pt x="207537" y="325972"/>
                    <a:pt x="210402" y="317960"/>
                  </a:cubicBezTo>
                  <a:cubicBezTo>
                    <a:pt x="213267" y="309947"/>
                    <a:pt x="216109" y="301934"/>
                    <a:pt x="218974" y="293921"/>
                  </a:cubicBezTo>
                  <a:cubicBezTo>
                    <a:pt x="221839" y="285908"/>
                    <a:pt x="224738" y="277906"/>
                    <a:pt x="227615" y="269905"/>
                  </a:cubicBezTo>
                  <a:cubicBezTo>
                    <a:pt x="230491" y="261903"/>
                    <a:pt x="233356" y="253891"/>
                    <a:pt x="236244" y="245889"/>
                  </a:cubicBezTo>
                  <a:cubicBezTo>
                    <a:pt x="239132" y="237888"/>
                    <a:pt x="242077" y="229897"/>
                    <a:pt x="244964" y="221896"/>
                  </a:cubicBezTo>
                  <a:cubicBezTo>
                    <a:pt x="247852" y="213894"/>
                    <a:pt x="250694" y="205882"/>
                    <a:pt x="253571" y="197869"/>
                  </a:cubicBezTo>
                  <a:cubicBezTo>
                    <a:pt x="256436" y="189856"/>
                    <a:pt x="259335" y="181854"/>
                    <a:pt x="262155" y="173830"/>
                  </a:cubicBezTo>
                  <a:cubicBezTo>
                    <a:pt x="264974" y="165806"/>
                    <a:pt x="267713" y="157747"/>
                    <a:pt x="270498" y="149711"/>
                  </a:cubicBezTo>
                  <a:cubicBezTo>
                    <a:pt x="273295" y="141676"/>
                    <a:pt x="276171" y="133663"/>
                    <a:pt x="278888" y="125604"/>
                  </a:cubicBezTo>
                  <a:cubicBezTo>
                    <a:pt x="281593" y="117534"/>
                    <a:pt x="284881" y="109555"/>
                    <a:pt x="286764" y="101326"/>
                  </a:cubicBezTo>
                  <a:cubicBezTo>
                    <a:pt x="288647" y="93084"/>
                    <a:pt x="290508" y="84524"/>
                    <a:pt x="290200" y="76191"/>
                  </a:cubicBezTo>
                  <a:cubicBezTo>
                    <a:pt x="289880" y="67859"/>
                    <a:pt x="287894" y="59138"/>
                    <a:pt x="284881" y="51331"/>
                  </a:cubicBezTo>
                  <a:cubicBezTo>
                    <a:pt x="281867" y="43523"/>
                    <a:pt x="277416" y="35818"/>
                    <a:pt x="272119" y="29346"/>
                  </a:cubicBezTo>
                  <a:cubicBezTo>
                    <a:pt x="266823" y="22874"/>
                    <a:pt x="260157" y="16950"/>
                    <a:pt x="253080" y="12499"/>
                  </a:cubicBezTo>
                  <a:cubicBezTo>
                    <a:pt x="246003" y="8047"/>
                    <a:pt x="237773" y="4634"/>
                    <a:pt x="229646" y="2648"/>
                  </a:cubicBezTo>
                  <a:cubicBezTo>
                    <a:pt x="221519" y="673"/>
                    <a:pt x="212662" y="0"/>
                    <a:pt x="204306" y="628"/>
                  </a:cubicBezTo>
                  <a:close/>
                </a:path>
              </a:pathLst>
            </a:custGeom>
            <a:solidFill>
              <a:schemeClr val="accent1"/>
            </a:solidFill>
            <a:ln/>
          </p:spPr>
        </p:sp>
      </p:grpSp>
      <p:sp>
        <p:nvSpPr>
          <p:cNvPr id="78" name="Text 76"/>
          <p:cNvSpPr txBox="1"/>
          <p:nvPr/>
        </p:nvSpPr>
        <p:spPr>
          <a:xfrm>
            <a:off x="9859061" y="4407809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</a:t>
            </a:r>
            <a:endParaRPr lang="en-US" sz="1600" dirty="0"/>
          </a:p>
        </p:txBody>
      </p:sp>
      <p:sp>
        <p:nvSpPr>
          <p:cNvPr id="79" name="Don’t marker"/>
          <p:cNvSpPr/>
          <p:nvPr/>
        </p:nvSpPr>
        <p:spPr>
          <a:xfrm>
            <a:off x="9173261" y="562356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9173261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✕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9539021" y="5596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Put text inside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· Production &amp;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Production specs and review checklist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Asset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Specification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Logo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SVG / PDF vector, RGB solid and reversed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 icon source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1024 × 1024 PNG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Platform icons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Exported separately per platform spec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Masters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Separate gradient and solid masters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Print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Convert to CMYK with the output profile, then proof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view checklist panel"/>
          <p:cNvSpPr/>
          <p:nvPr/>
        </p:nvSpPr>
        <p:spPr>
          <a:xfrm>
            <a:off x="6428232" y="1691640"/>
            <a:ext cx="52120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48272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Review checklist</a:t>
            </a:r>
            <a:endParaRPr lang="en-US" sz="1400" dirty="0"/>
          </a:p>
        </p:txBody>
      </p:sp>
      <p:sp>
        <p:nvSpPr>
          <p:cNvPr id="7" name="Checkbox 1"/>
          <p:cNvSpPr/>
          <p:nvPr/>
        </p:nvSpPr>
        <p:spPr>
          <a:xfrm>
            <a:off x="6748272" y="253288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78040" y="24688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it recognizable at 24 px?</a:t>
            </a:r>
            <a:endParaRPr lang="en-US" sz="1400" dirty="0"/>
          </a:p>
        </p:txBody>
      </p:sp>
      <p:sp>
        <p:nvSpPr>
          <p:cNvPr id="9" name="Checkbox 2"/>
          <p:cNvSpPr/>
          <p:nvPr/>
        </p:nvSpPr>
        <p:spPr>
          <a:xfrm>
            <a:off x="6748272" y="3099816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30358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contrast sufficient on dark and light?</a:t>
            </a:r>
            <a:endParaRPr lang="en-US" sz="1400" dirty="0"/>
          </a:p>
        </p:txBody>
      </p:sp>
      <p:sp>
        <p:nvSpPr>
          <p:cNvPr id="11" name="Checkbox 3"/>
          <p:cNvSpPr/>
          <p:nvPr/>
        </p:nvSpPr>
        <p:spPr>
          <a:xfrm>
            <a:off x="6748272" y="3666744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78040" y="36027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 the five waves and V outline intact?</a:t>
            </a:r>
            <a:endParaRPr lang="en-US" sz="1400" dirty="0"/>
          </a:p>
        </p:txBody>
      </p:sp>
      <p:sp>
        <p:nvSpPr>
          <p:cNvPr id="13" name="Checkbox 4"/>
          <p:cNvSpPr/>
          <p:nvPr/>
        </p:nvSpPr>
        <p:spPr>
          <a:xfrm>
            <a:off x="6748272" y="4233672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41696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it respect the OS mask safe area?</a:t>
            </a:r>
            <a:endParaRPr lang="en-US" sz="1400" dirty="0"/>
          </a:p>
        </p:txBody>
      </p:sp>
      <p:sp>
        <p:nvSpPr>
          <p:cNvPr id="15" name="Checkbox 5"/>
          <p:cNvSpPr/>
          <p:nvPr/>
        </p:nvSpPr>
        <p:spPr>
          <a:xfrm>
            <a:off x="6748272" y="4800600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8040" y="47365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the copy match real product features?</a:t>
            </a:r>
            <a:endParaRPr lang="en-US" sz="1400" dirty="0"/>
          </a:p>
        </p:txBody>
      </p:sp>
      <p:sp>
        <p:nvSpPr>
          <p:cNvPr id="17" name="Checkbox 6"/>
          <p:cNvSpPr/>
          <p:nvPr/>
        </p:nvSpPr>
        <p:spPr>
          <a:xfrm>
            <a:off x="6748272" y="536752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78040" y="53035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status shown by more than color?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VCA symbol (vertical)"/>
          <p:cNvGrpSpPr/>
          <p:nvPr/>
        </p:nvGrpSpPr>
        <p:grpSpPr>
          <a:xfrm>
            <a:off x="5090008" y="1371600"/>
            <a:ext cx="2011679" cy="1760935"/>
            <a:chOff x="5090008" y="1371600"/>
            <a:chExt cx="2011679" cy="1760935"/>
          </a:xfrm>
        </p:grpSpPr>
        <p:sp>
          <p:nvSpPr>
            <p:cNvPr id="2" name="Outer left wave"/>
            <p:cNvSpPr/>
            <p:nvPr/>
          </p:nvSpPr>
          <p:spPr>
            <a:xfrm>
              <a:off x="5090008" y="1371950"/>
              <a:ext cx="607975" cy="1339408"/>
            </a:xfrm>
            <a:custGeom>
              <a:avLst/>
              <a:gdLst/>
              <a:ahLst/>
              <a:cxnLst/>
              <a:rect l="l" t="t" r="r" b="b"/>
              <a:pathLst>
                <a:path w="607975" h="1339408">
                  <a:moveTo>
                    <a:pt x="172497" y="344"/>
                  </a:moveTo>
                  <a:cubicBezTo>
                    <a:pt x="154951" y="0"/>
                    <a:pt x="136488" y="2200"/>
                    <a:pt x="119675" y="7199"/>
                  </a:cubicBezTo>
                  <a:cubicBezTo>
                    <a:pt x="102862" y="12221"/>
                    <a:pt x="86025" y="20352"/>
                    <a:pt x="71652" y="30397"/>
                  </a:cubicBezTo>
                  <a:cubicBezTo>
                    <a:pt x="57302" y="40442"/>
                    <a:pt x="43910" y="53428"/>
                    <a:pt x="33434" y="67491"/>
                  </a:cubicBezTo>
                  <a:cubicBezTo>
                    <a:pt x="22959" y="81553"/>
                    <a:pt x="14326" y="98127"/>
                    <a:pt x="8801" y="114772"/>
                  </a:cubicBezTo>
                  <a:cubicBezTo>
                    <a:pt x="3276" y="131418"/>
                    <a:pt x="0" y="149905"/>
                    <a:pt x="239" y="167387"/>
                  </a:cubicBezTo>
                  <a:cubicBezTo>
                    <a:pt x="502" y="184870"/>
                    <a:pt x="5812" y="202496"/>
                    <a:pt x="10308" y="219667"/>
                  </a:cubicBezTo>
                  <a:cubicBezTo>
                    <a:pt x="14780" y="236839"/>
                    <a:pt x="21429" y="253556"/>
                    <a:pt x="27145" y="270441"/>
                  </a:cubicBezTo>
                  <a:cubicBezTo>
                    <a:pt x="32837" y="287349"/>
                    <a:pt x="38720" y="304186"/>
                    <a:pt x="44579" y="321023"/>
                  </a:cubicBezTo>
                  <a:cubicBezTo>
                    <a:pt x="50415" y="337860"/>
                    <a:pt x="56322" y="354697"/>
                    <a:pt x="62253" y="371509"/>
                  </a:cubicBezTo>
                  <a:cubicBezTo>
                    <a:pt x="68184" y="388346"/>
                    <a:pt x="74187" y="405111"/>
                    <a:pt x="80142" y="421924"/>
                  </a:cubicBezTo>
                  <a:cubicBezTo>
                    <a:pt x="86097" y="438737"/>
                    <a:pt x="92004" y="455574"/>
                    <a:pt x="97983" y="472363"/>
                  </a:cubicBezTo>
                  <a:cubicBezTo>
                    <a:pt x="103962" y="489176"/>
                    <a:pt x="109941" y="505964"/>
                    <a:pt x="115968" y="522753"/>
                  </a:cubicBezTo>
                  <a:cubicBezTo>
                    <a:pt x="121995" y="539518"/>
                    <a:pt x="128141" y="556260"/>
                    <a:pt x="134192" y="573049"/>
                  </a:cubicBezTo>
                  <a:cubicBezTo>
                    <a:pt x="140243" y="589814"/>
                    <a:pt x="146246" y="606626"/>
                    <a:pt x="152272" y="623391"/>
                  </a:cubicBezTo>
                  <a:cubicBezTo>
                    <a:pt x="158299" y="640180"/>
                    <a:pt x="164326" y="656969"/>
                    <a:pt x="170401" y="673734"/>
                  </a:cubicBezTo>
                  <a:cubicBezTo>
                    <a:pt x="176475" y="690499"/>
                    <a:pt x="182693" y="707217"/>
                    <a:pt x="188720" y="723982"/>
                  </a:cubicBezTo>
                  <a:cubicBezTo>
                    <a:pt x="194771" y="740771"/>
                    <a:pt x="200606" y="757607"/>
                    <a:pt x="206609" y="774396"/>
                  </a:cubicBezTo>
                  <a:cubicBezTo>
                    <a:pt x="212636" y="791185"/>
                    <a:pt x="218806" y="807926"/>
                    <a:pt x="224833" y="824692"/>
                  </a:cubicBezTo>
                  <a:cubicBezTo>
                    <a:pt x="230836" y="841480"/>
                    <a:pt x="236743" y="858317"/>
                    <a:pt x="242722" y="875106"/>
                  </a:cubicBezTo>
                  <a:cubicBezTo>
                    <a:pt x="248725" y="891895"/>
                    <a:pt x="254776" y="908684"/>
                    <a:pt x="260803" y="925449"/>
                  </a:cubicBezTo>
                  <a:cubicBezTo>
                    <a:pt x="266830" y="942238"/>
                    <a:pt x="272880" y="959027"/>
                    <a:pt x="278907" y="975816"/>
                  </a:cubicBezTo>
                  <a:cubicBezTo>
                    <a:pt x="284910" y="992581"/>
                    <a:pt x="290913" y="1009394"/>
                    <a:pt x="296940" y="1026159"/>
                  </a:cubicBezTo>
                  <a:cubicBezTo>
                    <a:pt x="302966" y="1042948"/>
                    <a:pt x="308993" y="1059737"/>
                    <a:pt x="315068" y="1076502"/>
                  </a:cubicBezTo>
                  <a:cubicBezTo>
                    <a:pt x="321143" y="1093267"/>
                    <a:pt x="327289" y="1110008"/>
                    <a:pt x="333340" y="1126773"/>
                  </a:cubicBezTo>
                  <a:cubicBezTo>
                    <a:pt x="339390" y="1143562"/>
                    <a:pt x="345226" y="1160399"/>
                    <a:pt x="351324" y="1177164"/>
                  </a:cubicBezTo>
                  <a:cubicBezTo>
                    <a:pt x="357399" y="1193929"/>
                    <a:pt x="362589" y="1211100"/>
                    <a:pt x="369835" y="1227339"/>
                  </a:cubicBezTo>
                  <a:cubicBezTo>
                    <a:pt x="377082" y="1243578"/>
                    <a:pt x="384831" y="1260008"/>
                    <a:pt x="394827" y="1274597"/>
                  </a:cubicBezTo>
                  <a:cubicBezTo>
                    <a:pt x="404800" y="1289162"/>
                    <a:pt x="415849" y="1304540"/>
                    <a:pt x="429697" y="1314848"/>
                  </a:cubicBezTo>
                  <a:cubicBezTo>
                    <a:pt x="443568" y="1325155"/>
                    <a:pt x="461170" y="1333454"/>
                    <a:pt x="477983" y="1336420"/>
                  </a:cubicBezTo>
                  <a:cubicBezTo>
                    <a:pt x="494820" y="1339409"/>
                    <a:pt x="514479" y="1338070"/>
                    <a:pt x="530717" y="1332713"/>
                  </a:cubicBezTo>
                  <a:cubicBezTo>
                    <a:pt x="546932" y="1327356"/>
                    <a:pt x="563363" y="1316570"/>
                    <a:pt x="575392" y="1304301"/>
                  </a:cubicBezTo>
                  <a:cubicBezTo>
                    <a:pt x="587398" y="1292008"/>
                    <a:pt x="597634" y="1275315"/>
                    <a:pt x="602800" y="1258956"/>
                  </a:cubicBezTo>
                  <a:cubicBezTo>
                    <a:pt x="607966" y="1242598"/>
                    <a:pt x="607559" y="1223680"/>
                    <a:pt x="606387" y="1206150"/>
                  </a:cubicBezTo>
                  <a:cubicBezTo>
                    <a:pt x="605215" y="1188620"/>
                    <a:pt x="599428" y="1171185"/>
                    <a:pt x="595745" y="1153726"/>
                  </a:cubicBezTo>
                  <a:cubicBezTo>
                    <a:pt x="592086" y="1136268"/>
                    <a:pt x="588187" y="1118881"/>
                    <a:pt x="584385" y="1101446"/>
                  </a:cubicBezTo>
                  <a:cubicBezTo>
                    <a:pt x="580582" y="1084035"/>
                    <a:pt x="576756" y="1066601"/>
                    <a:pt x="572977" y="1049190"/>
                  </a:cubicBezTo>
                  <a:cubicBezTo>
                    <a:pt x="569174" y="1031755"/>
                    <a:pt x="565563" y="1014297"/>
                    <a:pt x="561617" y="996910"/>
                  </a:cubicBezTo>
                  <a:cubicBezTo>
                    <a:pt x="557647" y="979523"/>
                    <a:pt x="553246" y="962232"/>
                    <a:pt x="549228" y="944869"/>
                  </a:cubicBezTo>
                  <a:cubicBezTo>
                    <a:pt x="545187" y="927482"/>
                    <a:pt x="541384" y="910071"/>
                    <a:pt x="537486" y="892684"/>
                  </a:cubicBezTo>
                  <a:cubicBezTo>
                    <a:pt x="533563" y="875274"/>
                    <a:pt x="529713" y="857863"/>
                    <a:pt x="525743" y="840476"/>
                  </a:cubicBezTo>
                  <a:cubicBezTo>
                    <a:pt x="521797" y="823089"/>
                    <a:pt x="517731" y="805726"/>
                    <a:pt x="513713" y="788363"/>
                  </a:cubicBezTo>
                  <a:cubicBezTo>
                    <a:pt x="509719" y="770976"/>
                    <a:pt x="505797" y="753590"/>
                    <a:pt x="501731" y="736227"/>
                  </a:cubicBezTo>
                  <a:cubicBezTo>
                    <a:pt x="497690" y="718864"/>
                    <a:pt x="493528" y="701501"/>
                    <a:pt x="489391" y="684162"/>
                  </a:cubicBezTo>
                  <a:cubicBezTo>
                    <a:pt x="485253" y="666823"/>
                    <a:pt x="481092" y="649484"/>
                    <a:pt x="476907" y="632145"/>
                  </a:cubicBezTo>
                  <a:cubicBezTo>
                    <a:pt x="472745" y="614806"/>
                    <a:pt x="468704" y="597443"/>
                    <a:pt x="464375" y="580128"/>
                  </a:cubicBezTo>
                  <a:cubicBezTo>
                    <a:pt x="460046" y="562836"/>
                    <a:pt x="455406" y="545617"/>
                    <a:pt x="450934" y="528350"/>
                  </a:cubicBezTo>
                  <a:cubicBezTo>
                    <a:pt x="446462" y="511082"/>
                    <a:pt x="442037" y="493815"/>
                    <a:pt x="437589" y="476548"/>
                  </a:cubicBezTo>
                  <a:cubicBezTo>
                    <a:pt x="433141" y="459281"/>
                    <a:pt x="428764" y="441989"/>
                    <a:pt x="424244" y="424746"/>
                  </a:cubicBezTo>
                  <a:cubicBezTo>
                    <a:pt x="419700" y="407503"/>
                    <a:pt x="415012" y="390307"/>
                    <a:pt x="410373" y="373088"/>
                  </a:cubicBezTo>
                  <a:cubicBezTo>
                    <a:pt x="405757" y="355844"/>
                    <a:pt x="401069" y="338649"/>
                    <a:pt x="396478" y="321406"/>
                  </a:cubicBezTo>
                  <a:cubicBezTo>
                    <a:pt x="391886" y="304186"/>
                    <a:pt x="387461" y="286919"/>
                    <a:pt x="382846" y="269676"/>
                  </a:cubicBezTo>
                  <a:cubicBezTo>
                    <a:pt x="378254" y="252456"/>
                    <a:pt x="373518" y="235261"/>
                    <a:pt x="368903" y="218041"/>
                  </a:cubicBezTo>
                  <a:cubicBezTo>
                    <a:pt x="364287" y="200822"/>
                    <a:pt x="360125" y="183435"/>
                    <a:pt x="355127" y="166335"/>
                  </a:cubicBezTo>
                  <a:cubicBezTo>
                    <a:pt x="350129" y="149235"/>
                    <a:pt x="346111" y="131561"/>
                    <a:pt x="338840" y="115466"/>
                  </a:cubicBezTo>
                  <a:cubicBezTo>
                    <a:pt x="331570" y="99371"/>
                    <a:pt x="322554" y="83443"/>
                    <a:pt x="311528" y="69715"/>
                  </a:cubicBezTo>
                  <a:cubicBezTo>
                    <a:pt x="300527" y="55963"/>
                    <a:pt x="287182" y="43144"/>
                    <a:pt x="272761" y="33076"/>
                  </a:cubicBezTo>
                  <a:cubicBezTo>
                    <a:pt x="258339" y="22983"/>
                    <a:pt x="241718" y="14732"/>
                    <a:pt x="225001" y="9279"/>
                  </a:cubicBezTo>
                  <a:cubicBezTo>
                    <a:pt x="208283" y="3827"/>
                    <a:pt x="190060" y="694"/>
                    <a:pt x="172505" y="335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3" name="Inner left wave"/>
            <p:cNvSpPr/>
            <p:nvPr/>
          </p:nvSpPr>
          <p:spPr>
            <a:xfrm>
              <a:off x="5597945" y="1735909"/>
              <a:ext cx="317116" cy="1143175"/>
            </a:xfrm>
            <a:custGeom>
              <a:avLst/>
              <a:gdLst/>
              <a:ahLst/>
              <a:cxnLst/>
              <a:rect l="l" t="t" r="r" b="b"/>
              <a:pathLst>
                <a:path w="317116" h="1143175">
                  <a:moveTo>
                    <a:pt x="114776" y="1060"/>
                  </a:moveTo>
                  <a:cubicBezTo>
                    <a:pt x="97553" y="2129"/>
                    <a:pt x="78827" y="7844"/>
                    <a:pt x="63808" y="16406"/>
                  </a:cubicBezTo>
                  <a:cubicBezTo>
                    <a:pt x="48788" y="24992"/>
                    <a:pt x="34774" y="38337"/>
                    <a:pt x="24729" y="52495"/>
                  </a:cubicBezTo>
                  <a:cubicBezTo>
                    <a:pt x="14684" y="66654"/>
                    <a:pt x="7175" y="84351"/>
                    <a:pt x="3587" y="101356"/>
                  </a:cubicBezTo>
                  <a:cubicBezTo>
                    <a:pt x="0" y="118360"/>
                    <a:pt x="1483" y="136871"/>
                    <a:pt x="3205" y="154497"/>
                  </a:cubicBezTo>
                  <a:cubicBezTo>
                    <a:pt x="4903" y="172123"/>
                    <a:pt x="10188" y="189581"/>
                    <a:pt x="13847" y="207088"/>
                  </a:cubicBezTo>
                  <a:cubicBezTo>
                    <a:pt x="17506" y="224594"/>
                    <a:pt x="21453" y="242029"/>
                    <a:pt x="25183" y="259535"/>
                  </a:cubicBezTo>
                  <a:cubicBezTo>
                    <a:pt x="28914" y="277018"/>
                    <a:pt x="32550" y="294524"/>
                    <a:pt x="36185" y="312031"/>
                  </a:cubicBezTo>
                  <a:cubicBezTo>
                    <a:pt x="39844" y="329537"/>
                    <a:pt x="43383" y="347067"/>
                    <a:pt x="47090" y="364574"/>
                  </a:cubicBezTo>
                  <a:cubicBezTo>
                    <a:pt x="50773" y="382056"/>
                    <a:pt x="54624" y="399515"/>
                    <a:pt x="58355" y="417021"/>
                  </a:cubicBezTo>
                  <a:cubicBezTo>
                    <a:pt x="62086" y="434504"/>
                    <a:pt x="65864" y="451986"/>
                    <a:pt x="69500" y="469493"/>
                  </a:cubicBezTo>
                  <a:cubicBezTo>
                    <a:pt x="73159" y="486999"/>
                    <a:pt x="76626" y="504553"/>
                    <a:pt x="80286" y="522060"/>
                  </a:cubicBezTo>
                  <a:cubicBezTo>
                    <a:pt x="83921" y="539566"/>
                    <a:pt x="87795" y="557025"/>
                    <a:pt x="91383" y="574531"/>
                  </a:cubicBezTo>
                  <a:cubicBezTo>
                    <a:pt x="94994" y="592062"/>
                    <a:pt x="98462" y="609592"/>
                    <a:pt x="101882" y="627146"/>
                  </a:cubicBezTo>
                  <a:cubicBezTo>
                    <a:pt x="105278" y="644701"/>
                    <a:pt x="108602" y="662279"/>
                    <a:pt x="111879" y="679857"/>
                  </a:cubicBezTo>
                  <a:cubicBezTo>
                    <a:pt x="115155" y="697435"/>
                    <a:pt x="118360" y="715037"/>
                    <a:pt x="121564" y="732639"/>
                  </a:cubicBezTo>
                  <a:cubicBezTo>
                    <a:pt x="124769" y="750217"/>
                    <a:pt x="127974" y="767820"/>
                    <a:pt x="131083" y="785422"/>
                  </a:cubicBezTo>
                  <a:cubicBezTo>
                    <a:pt x="134216" y="803048"/>
                    <a:pt x="137277" y="820674"/>
                    <a:pt x="140267" y="838300"/>
                  </a:cubicBezTo>
                  <a:cubicBezTo>
                    <a:pt x="143256" y="855926"/>
                    <a:pt x="146222" y="873552"/>
                    <a:pt x="149068" y="891226"/>
                  </a:cubicBezTo>
                  <a:cubicBezTo>
                    <a:pt x="151914" y="908875"/>
                    <a:pt x="154544" y="926549"/>
                    <a:pt x="157367" y="944223"/>
                  </a:cubicBezTo>
                  <a:cubicBezTo>
                    <a:pt x="160213" y="961873"/>
                    <a:pt x="163250" y="979499"/>
                    <a:pt x="166048" y="997173"/>
                  </a:cubicBezTo>
                  <a:cubicBezTo>
                    <a:pt x="168846" y="1014823"/>
                    <a:pt x="170855" y="1032664"/>
                    <a:pt x="174179" y="1050194"/>
                  </a:cubicBezTo>
                  <a:cubicBezTo>
                    <a:pt x="177528" y="1067725"/>
                    <a:pt x="177719" y="1087718"/>
                    <a:pt x="186066" y="1102307"/>
                  </a:cubicBezTo>
                  <a:cubicBezTo>
                    <a:pt x="194412" y="1116896"/>
                    <a:pt x="209192" y="1132322"/>
                    <a:pt x="224259" y="1137750"/>
                  </a:cubicBezTo>
                  <a:cubicBezTo>
                    <a:pt x="239326" y="1143179"/>
                    <a:pt x="262046" y="1141888"/>
                    <a:pt x="276444" y="1134833"/>
                  </a:cubicBezTo>
                  <a:cubicBezTo>
                    <a:pt x="290841" y="1127801"/>
                    <a:pt x="304234" y="1110893"/>
                    <a:pt x="310667" y="1095467"/>
                  </a:cubicBezTo>
                  <a:cubicBezTo>
                    <a:pt x="317125" y="1080041"/>
                    <a:pt x="314350" y="1060096"/>
                    <a:pt x="315068" y="1042302"/>
                  </a:cubicBezTo>
                  <a:cubicBezTo>
                    <a:pt x="315809" y="1024485"/>
                    <a:pt x="315068" y="1006524"/>
                    <a:pt x="315068" y="988635"/>
                  </a:cubicBezTo>
                  <a:cubicBezTo>
                    <a:pt x="315068" y="970746"/>
                    <a:pt x="315068" y="952881"/>
                    <a:pt x="315068" y="934992"/>
                  </a:cubicBezTo>
                  <a:cubicBezTo>
                    <a:pt x="315068" y="917102"/>
                    <a:pt x="315068" y="899213"/>
                    <a:pt x="315068" y="881324"/>
                  </a:cubicBezTo>
                  <a:cubicBezTo>
                    <a:pt x="315068" y="863459"/>
                    <a:pt x="315068" y="845570"/>
                    <a:pt x="315068" y="827681"/>
                  </a:cubicBezTo>
                  <a:cubicBezTo>
                    <a:pt x="315068" y="809792"/>
                    <a:pt x="315068" y="791903"/>
                    <a:pt x="315068" y="774014"/>
                  </a:cubicBezTo>
                  <a:cubicBezTo>
                    <a:pt x="315068" y="756149"/>
                    <a:pt x="315068" y="738259"/>
                    <a:pt x="315068" y="720370"/>
                  </a:cubicBezTo>
                  <a:cubicBezTo>
                    <a:pt x="315068" y="702481"/>
                    <a:pt x="315068" y="684592"/>
                    <a:pt x="315068" y="666727"/>
                  </a:cubicBezTo>
                  <a:cubicBezTo>
                    <a:pt x="315068" y="648838"/>
                    <a:pt x="315068" y="630949"/>
                    <a:pt x="315068" y="613060"/>
                  </a:cubicBezTo>
                  <a:cubicBezTo>
                    <a:pt x="315068" y="595171"/>
                    <a:pt x="315068" y="577306"/>
                    <a:pt x="315068" y="559416"/>
                  </a:cubicBezTo>
                  <a:cubicBezTo>
                    <a:pt x="315068" y="541527"/>
                    <a:pt x="315068" y="523638"/>
                    <a:pt x="315068" y="505749"/>
                  </a:cubicBezTo>
                  <a:cubicBezTo>
                    <a:pt x="315068" y="487884"/>
                    <a:pt x="315546" y="469971"/>
                    <a:pt x="315068" y="452106"/>
                  </a:cubicBezTo>
                  <a:cubicBezTo>
                    <a:pt x="314590" y="434241"/>
                    <a:pt x="314255" y="416304"/>
                    <a:pt x="312174" y="398582"/>
                  </a:cubicBezTo>
                  <a:cubicBezTo>
                    <a:pt x="310069" y="380860"/>
                    <a:pt x="306123" y="363330"/>
                    <a:pt x="302512" y="345824"/>
                  </a:cubicBezTo>
                  <a:cubicBezTo>
                    <a:pt x="298901" y="328317"/>
                    <a:pt x="294524" y="310954"/>
                    <a:pt x="290506" y="293520"/>
                  </a:cubicBezTo>
                  <a:cubicBezTo>
                    <a:pt x="286464" y="276109"/>
                    <a:pt x="282375" y="258698"/>
                    <a:pt x="278357" y="241263"/>
                  </a:cubicBezTo>
                  <a:cubicBezTo>
                    <a:pt x="274339" y="223853"/>
                    <a:pt x="270393" y="206394"/>
                    <a:pt x="266375" y="188959"/>
                  </a:cubicBezTo>
                  <a:cubicBezTo>
                    <a:pt x="262357" y="171549"/>
                    <a:pt x="258626" y="154018"/>
                    <a:pt x="254250" y="136703"/>
                  </a:cubicBezTo>
                  <a:cubicBezTo>
                    <a:pt x="249897" y="119388"/>
                    <a:pt x="247386" y="101092"/>
                    <a:pt x="240163" y="85045"/>
                  </a:cubicBezTo>
                  <a:cubicBezTo>
                    <a:pt x="232941" y="68997"/>
                    <a:pt x="223087" y="52878"/>
                    <a:pt x="210914" y="40370"/>
                  </a:cubicBezTo>
                  <a:cubicBezTo>
                    <a:pt x="198765" y="27886"/>
                    <a:pt x="183220" y="16598"/>
                    <a:pt x="167172" y="10045"/>
                  </a:cubicBezTo>
                  <a:cubicBezTo>
                    <a:pt x="151148" y="3492"/>
                    <a:pt x="132016" y="0"/>
                    <a:pt x="114772" y="1052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4" name="Center wave"/>
            <p:cNvSpPr/>
            <p:nvPr/>
          </p:nvSpPr>
          <p:spPr>
            <a:xfrm>
              <a:off x="5962964" y="2161496"/>
              <a:ext cx="264508" cy="971039"/>
            </a:xfrm>
            <a:custGeom>
              <a:avLst/>
              <a:gdLst/>
              <a:ahLst/>
              <a:cxnLst/>
              <a:rect l="l" t="t" r="r" b="b"/>
              <a:pathLst>
                <a:path w="264508" h="971039">
                  <a:moveTo>
                    <a:pt x="122845" y="1205"/>
                  </a:moveTo>
                  <a:cubicBezTo>
                    <a:pt x="105636" y="2416"/>
                    <a:pt x="87269" y="7581"/>
                    <a:pt x="71987" y="15593"/>
                  </a:cubicBezTo>
                  <a:cubicBezTo>
                    <a:pt x="56705" y="23605"/>
                    <a:pt x="42020" y="35826"/>
                    <a:pt x="31186" y="49267"/>
                  </a:cubicBezTo>
                  <a:cubicBezTo>
                    <a:pt x="20352" y="62684"/>
                    <a:pt x="11838" y="79616"/>
                    <a:pt x="6983" y="96238"/>
                  </a:cubicBezTo>
                  <a:cubicBezTo>
                    <a:pt x="2129" y="112859"/>
                    <a:pt x="2894" y="131322"/>
                    <a:pt x="2081" y="148972"/>
                  </a:cubicBezTo>
                  <a:cubicBezTo>
                    <a:pt x="1244" y="166646"/>
                    <a:pt x="2081" y="184439"/>
                    <a:pt x="2081" y="202185"/>
                  </a:cubicBezTo>
                  <a:cubicBezTo>
                    <a:pt x="2081" y="219907"/>
                    <a:pt x="2081" y="237652"/>
                    <a:pt x="2081" y="255374"/>
                  </a:cubicBezTo>
                  <a:cubicBezTo>
                    <a:pt x="2081" y="273096"/>
                    <a:pt x="2081" y="290841"/>
                    <a:pt x="2081" y="308563"/>
                  </a:cubicBezTo>
                  <a:cubicBezTo>
                    <a:pt x="2081" y="326308"/>
                    <a:pt x="2081" y="344030"/>
                    <a:pt x="2081" y="361776"/>
                  </a:cubicBezTo>
                  <a:cubicBezTo>
                    <a:pt x="2081" y="379497"/>
                    <a:pt x="2081" y="397243"/>
                    <a:pt x="2081" y="414965"/>
                  </a:cubicBezTo>
                  <a:cubicBezTo>
                    <a:pt x="2081" y="432686"/>
                    <a:pt x="2081" y="450432"/>
                    <a:pt x="2081" y="468153"/>
                  </a:cubicBezTo>
                  <a:cubicBezTo>
                    <a:pt x="2081" y="485899"/>
                    <a:pt x="2081" y="503621"/>
                    <a:pt x="2081" y="521366"/>
                  </a:cubicBezTo>
                  <a:cubicBezTo>
                    <a:pt x="2081" y="539088"/>
                    <a:pt x="2081" y="556834"/>
                    <a:pt x="2081" y="574555"/>
                  </a:cubicBezTo>
                  <a:cubicBezTo>
                    <a:pt x="2081" y="592277"/>
                    <a:pt x="2081" y="610023"/>
                    <a:pt x="2081" y="627744"/>
                  </a:cubicBezTo>
                  <a:cubicBezTo>
                    <a:pt x="2081" y="645490"/>
                    <a:pt x="2081" y="663211"/>
                    <a:pt x="2081" y="680957"/>
                  </a:cubicBezTo>
                  <a:cubicBezTo>
                    <a:pt x="2081" y="698679"/>
                    <a:pt x="2081" y="716424"/>
                    <a:pt x="2081" y="734146"/>
                  </a:cubicBezTo>
                  <a:cubicBezTo>
                    <a:pt x="2081" y="751868"/>
                    <a:pt x="2081" y="769613"/>
                    <a:pt x="2081" y="787335"/>
                  </a:cubicBezTo>
                  <a:cubicBezTo>
                    <a:pt x="2057" y="805080"/>
                    <a:pt x="0" y="823065"/>
                    <a:pt x="1937" y="840524"/>
                  </a:cubicBezTo>
                  <a:cubicBezTo>
                    <a:pt x="3898" y="857982"/>
                    <a:pt x="6720" y="876278"/>
                    <a:pt x="13752" y="892086"/>
                  </a:cubicBezTo>
                  <a:cubicBezTo>
                    <a:pt x="20759" y="907895"/>
                    <a:pt x="31473" y="923536"/>
                    <a:pt x="44053" y="935350"/>
                  </a:cubicBezTo>
                  <a:cubicBezTo>
                    <a:pt x="56609" y="947141"/>
                    <a:pt x="72872" y="957186"/>
                    <a:pt x="89111" y="962925"/>
                  </a:cubicBezTo>
                  <a:cubicBezTo>
                    <a:pt x="105373" y="968641"/>
                    <a:pt x="124339" y="971033"/>
                    <a:pt x="141558" y="969741"/>
                  </a:cubicBezTo>
                  <a:cubicBezTo>
                    <a:pt x="158754" y="968450"/>
                    <a:pt x="177097" y="963212"/>
                    <a:pt x="192332" y="955153"/>
                  </a:cubicBezTo>
                  <a:cubicBezTo>
                    <a:pt x="207542" y="947093"/>
                    <a:pt x="222107" y="934800"/>
                    <a:pt x="232893" y="921336"/>
                  </a:cubicBezTo>
                  <a:cubicBezTo>
                    <a:pt x="243679" y="907895"/>
                    <a:pt x="252217" y="890986"/>
                    <a:pt x="257096" y="874389"/>
                  </a:cubicBezTo>
                  <a:cubicBezTo>
                    <a:pt x="261951" y="857767"/>
                    <a:pt x="261305" y="839328"/>
                    <a:pt x="262166" y="821678"/>
                  </a:cubicBezTo>
                  <a:cubicBezTo>
                    <a:pt x="263003" y="804028"/>
                    <a:pt x="262166" y="786211"/>
                    <a:pt x="262166" y="768489"/>
                  </a:cubicBezTo>
                  <a:cubicBezTo>
                    <a:pt x="262166" y="750744"/>
                    <a:pt x="262070" y="733022"/>
                    <a:pt x="262166" y="715300"/>
                  </a:cubicBezTo>
                  <a:cubicBezTo>
                    <a:pt x="262238" y="697555"/>
                    <a:pt x="262573" y="679833"/>
                    <a:pt x="262668" y="662111"/>
                  </a:cubicBezTo>
                  <a:cubicBezTo>
                    <a:pt x="262740" y="644366"/>
                    <a:pt x="262668" y="626644"/>
                    <a:pt x="262668" y="608922"/>
                  </a:cubicBezTo>
                  <a:cubicBezTo>
                    <a:pt x="262668" y="591201"/>
                    <a:pt x="262716" y="573479"/>
                    <a:pt x="262620" y="555733"/>
                  </a:cubicBezTo>
                  <a:cubicBezTo>
                    <a:pt x="262549" y="538012"/>
                    <a:pt x="262214" y="520290"/>
                    <a:pt x="262166" y="502568"/>
                  </a:cubicBezTo>
                  <a:cubicBezTo>
                    <a:pt x="262094" y="484823"/>
                    <a:pt x="262262" y="467101"/>
                    <a:pt x="262286" y="449380"/>
                  </a:cubicBezTo>
                  <a:cubicBezTo>
                    <a:pt x="262333" y="431658"/>
                    <a:pt x="262357" y="413912"/>
                    <a:pt x="262333" y="396191"/>
                  </a:cubicBezTo>
                  <a:cubicBezTo>
                    <a:pt x="262309" y="378469"/>
                    <a:pt x="262094" y="360747"/>
                    <a:pt x="262166" y="343002"/>
                  </a:cubicBezTo>
                  <a:cubicBezTo>
                    <a:pt x="262214" y="325280"/>
                    <a:pt x="262549" y="307558"/>
                    <a:pt x="262644" y="289813"/>
                  </a:cubicBezTo>
                  <a:cubicBezTo>
                    <a:pt x="262740" y="272091"/>
                    <a:pt x="262836" y="254369"/>
                    <a:pt x="262764" y="236648"/>
                  </a:cubicBezTo>
                  <a:cubicBezTo>
                    <a:pt x="262668" y="218902"/>
                    <a:pt x="262190" y="201180"/>
                    <a:pt x="262166" y="183459"/>
                  </a:cubicBezTo>
                  <a:cubicBezTo>
                    <a:pt x="262166" y="165713"/>
                    <a:pt x="264510" y="147705"/>
                    <a:pt x="262668" y="130270"/>
                  </a:cubicBezTo>
                  <a:cubicBezTo>
                    <a:pt x="260827" y="112811"/>
                    <a:pt x="258172" y="94444"/>
                    <a:pt x="251117" y="78731"/>
                  </a:cubicBezTo>
                  <a:cubicBezTo>
                    <a:pt x="244038" y="63018"/>
                    <a:pt x="232917" y="47640"/>
                    <a:pt x="220265" y="35922"/>
                  </a:cubicBezTo>
                  <a:cubicBezTo>
                    <a:pt x="207614" y="24203"/>
                    <a:pt x="191471" y="14158"/>
                    <a:pt x="175232" y="8371"/>
                  </a:cubicBezTo>
                  <a:cubicBezTo>
                    <a:pt x="159017" y="2583"/>
                    <a:pt x="140051" y="0"/>
                    <a:pt x="122856" y="1196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5" name="Inner right wave"/>
            <p:cNvSpPr/>
            <p:nvPr/>
          </p:nvSpPr>
          <p:spPr>
            <a:xfrm>
              <a:off x="6275793" y="1736107"/>
              <a:ext cx="316908" cy="1143157"/>
            </a:xfrm>
            <a:custGeom>
              <a:avLst/>
              <a:gdLst/>
              <a:ahLst/>
              <a:cxnLst/>
              <a:rect l="l" t="t" r="r" b="b"/>
              <a:pathLst>
                <a:path w="316908" h="1143157">
                  <a:moveTo>
                    <a:pt x="184898" y="1604"/>
                  </a:moveTo>
                  <a:cubicBezTo>
                    <a:pt x="167722" y="3205"/>
                    <a:pt x="149379" y="9542"/>
                    <a:pt x="134407" y="18320"/>
                  </a:cubicBezTo>
                  <a:cubicBezTo>
                    <a:pt x="119436" y="27097"/>
                    <a:pt x="105565" y="40346"/>
                    <a:pt x="95066" y="54313"/>
                  </a:cubicBezTo>
                  <a:cubicBezTo>
                    <a:pt x="84567" y="68256"/>
                    <a:pt x="77344" y="85380"/>
                    <a:pt x="71413" y="102049"/>
                  </a:cubicBezTo>
                  <a:cubicBezTo>
                    <a:pt x="65458" y="118718"/>
                    <a:pt x="63449" y="136918"/>
                    <a:pt x="59455" y="154329"/>
                  </a:cubicBezTo>
                  <a:cubicBezTo>
                    <a:pt x="55461" y="171740"/>
                    <a:pt x="51419" y="189175"/>
                    <a:pt x="47401" y="206585"/>
                  </a:cubicBezTo>
                  <a:cubicBezTo>
                    <a:pt x="43360" y="223996"/>
                    <a:pt x="39294" y="241407"/>
                    <a:pt x="35228" y="258818"/>
                  </a:cubicBezTo>
                  <a:cubicBezTo>
                    <a:pt x="31138" y="276228"/>
                    <a:pt x="26905" y="293591"/>
                    <a:pt x="22911" y="311026"/>
                  </a:cubicBezTo>
                  <a:cubicBezTo>
                    <a:pt x="18894" y="328437"/>
                    <a:pt x="14493" y="345800"/>
                    <a:pt x="11193" y="363354"/>
                  </a:cubicBezTo>
                  <a:cubicBezTo>
                    <a:pt x="7892" y="380908"/>
                    <a:pt x="4592" y="398582"/>
                    <a:pt x="3061" y="416328"/>
                  </a:cubicBezTo>
                  <a:cubicBezTo>
                    <a:pt x="1531" y="434097"/>
                    <a:pt x="2129" y="452058"/>
                    <a:pt x="1937" y="469923"/>
                  </a:cubicBezTo>
                  <a:cubicBezTo>
                    <a:pt x="1746" y="487788"/>
                    <a:pt x="1937" y="505677"/>
                    <a:pt x="1937" y="523567"/>
                  </a:cubicBezTo>
                  <a:cubicBezTo>
                    <a:pt x="1937" y="541432"/>
                    <a:pt x="1937" y="559321"/>
                    <a:pt x="1937" y="577186"/>
                  </a:cubicBezTo>
                  <a:cubicBezTo>
                    <a:pt x="1937" y="595075"/>
                    <a:pt x="1937" y="612940"/>
                    <a:pt x="1937" y="630829"/>
                  </a:cubicBezTo>
                  <a:cubicBezTo>
                    <a:pt x="1937" y="648694"/>
                    <a:pt x="1937" y="666584"/>
                    <a:pt x="1937" y="684449"/>
                  </a:cubicBezTo>
                  <a:cubicBezTo>
                    <a:pt x="1937" y="702338"/>
                    <a:pt x="1937" y="720203"/>
                    <a:pt x="1937" y="738092"/>
                  </a:cubicBezTo>
                  <a:cubicBezTo>
                    <a:pt x="1937" y="755957"/>
                    <a:pt x="1937" y="773846"/>
                    <a:pt x="1937" y="791711"/>
                  </a:cubicBezTo>
                  <a:cubicBezTo>
                    <a:pt x="1937" y="809601"/>
                    <a:pt x="1937" y="827466"/>
                    <a:pt x="1937" y="845355"/>
                  </a:cubicBezTo>
                  <a:cubicBezTo>
                    <a:pt x="1937" y="863220"/>
                    <a:pt x="1937" y="881109"/>
                    <a:pt x="1937" y="898974"/>
                  </a:cubicBezTo>
                  <a:cubicBezTo>
                    <a:pt x="1937" y="916863"/>
                    <a:pt x="1937" y="934728"/>
                    <a:pt x="1937" y="952618"/>
                  </a:cubicBezTo>
                  <a:cubicBezTo>
                    <a:pt x="1937" y="970483"/>
                    <a:pt x="1937" y="988372"/>
                    <a:pt x="1937" y="1006237"/>
                  </a:cubicBezTo>
                  <a:cubicBezTo>
                    <a:pt x="1937" y="1024126"/>
                    <a:pt x="0" y="1042374"/>
                    <a:pt x="1937" y="1059880"/>
                  </a:cubicBezTo>
                  <a:cubicBezTo>
                    <a:pt x="3874" y="1077387"/>
                    <a:pt x="4424" y="1097931"/>
                    <a:pt x="13584" y="1111299"/>
                  </a:cubicBezTo>
                  <a:cubicBezTo>
                    <a:pt x="22768" y="1124692"/>
                    <a:pt x="41255" y="1137153"/>
                    <a:pt x="56992" y="1140142"/>
                  </a:cubicBezTo>
                  <a:cubicBezTo>
                    <a:pt x="72752" y="1143155"/>
                    <a:pt x="94898" y="1138564"/>
                    <a:pt x="108076" y="1129356"/>
                  </a:cubicBezTo>
                  <a:cubicBezTo>
                    <a:pt x="121230" y="1120148"/>
                    <a:pt x="129887" y="1101135"/>
                    <a:pt x="136010" y="1084896"/>
                  </a:cubicBezTo>
                  <a:cubicBezTo>
                    <a:pt x="142108" y="1068681"/>
                    <a:pt x="141845" y="1049644"/>
                    <a:pt x="144715" y="1031994"/>
                  </a:cubicBezTo>
                  <a:cubicBezTo>
                    <a:pt x="147585" y="1014368"/>
                    <a:pt x="150431" y="996695"/>
                    <a:pt x="153253" y="979045"/>
                  </a:cubicBezTo>
                  <a:cubicBezTo>
                    <a:pt x="156075" y="961395"/>
                    <a:pt x="158825" y="943745"/>
                    <a:pt x="161671" y="926095"/>
                  </a:cubicBezTo>
                  <a:cubicBezTo>
                    <a:pt x="164517" y="908445"/>
                    <a:pt x="167411" y="890795"/>
                    <a:pt x="170377" y="873169"/>
                  </a:cubicBezTo>
                  <a:cubicBezTo>
                    <a:pt x="173342" y="855543"/>
                    <a:pt x="176404" y="837941"/>
                    <a:pt x="179513" y="820315"/>
                  </a:cubicBezTo>
                  <a:cubicBezTo>
                    <a:pt x="182622" y="802713"/>
                    <a:pt x="185874" y="785135"/>
                    <a:pt x="189007" y="767533"/>
                  </a:cubicBezTo>
                  <a:cubicBezTo>
                    <a:pt x="192116" y="749930"/>
                    <a:pt x="195058" y="732304"/>
                    <a:pt x="198287" y="714726"/>
                  </a:cubicBezTo>
                  <a:cubicBezTo>
                    <a:pt x="201491" y="697148"/>
                    <a:pt x="204959" y="679594"/>
                    <a:pt x="208307" y="662040"/>
                  </a:cubicBezTo>
                  <a:cubicBezTo>
                    <a:pt x="211680" y="644485"/>
                    <a:pt x="214908" y="626907"/>
                    <a:pt x="218400" y="609377"/>
                  </a:cubicBezTo>
                  <a:cubicBezTo>
                    <a:pt x="221892" y="591823"/>
                    <a:pt x="225622" y="574340"/>
                    <a:pt x="229234" y="556834"/>
                  </a:cubicBezTo>
                  <a:cubicBezTo>
                    <a:pt x="232845" y="539327"/>
                    <a:pt x="236313" y="521797"/>
                    <a:pt x="240044" y="504314"/>
                  </a:cubicBezTo>
                  <a:cubicBezTo>
                    <a:pt x="243751" y="486832"/>
                    <a:pt x="247697" y="469397"/>
                    <a:pt x="251523" y="451939"/>
                  </a:cubicBezTo>
                  <a:cubicBezTo>
                    <a:pt x="255350" y="434480"/>
                    <a:pt x="259272" y="417021"/>
                    <a:pt x="263027" y="399539"/>
                  </a:cubicBezTo>
                  <a:cubicBezTo>
                    <a:pt x="266758" y="382056"/>
                    <a:pt x="270297" y="364550"/>
                    <a:pt x="273956" y="347043"/>
                  </a:cubicBezTo>
                  <a:cubicBezTo>
                    <a:pt x="277616" y="329537"/>
                    <a:pt x="281323" y="312054"/>
                    <a:pt x="285006" y="294572"/>
                  </a:cubicBezTo>
                  <a:cubicBezTo>
                    <a:pt x="288689" y="277066"/>
                    <a:pt x="292396" y="259583"/>
                    <a:pt x="296103" y="242101"/>
                  </a:cubicBezTo>
                  <a:cubicBezTo>
                    <a:pt x="299810" y="224594"/>
                    <a:pt x="303804" y="207159"/>
                    <a:pt x="307223" y="189629"/>
                  </a:cubicBezTo>
                  <a:cubicBezTo>
                    <a:pt x="310643" y="172099"/>
                    <a:pt x="316335" y="154425"/>
                    <a:pt x="316622" y="136847"/>
                  </a:cubicBezTo>
                  <a:cubicBezTo>
                    <a:pt x="316909" y="119269"/>
                    <a:pt x="314757" y="100566"/>
                    <a:pt x="308898" y="84160"/>
                  </a:cubicBezTo>
                  <a:cubicBezTo>
                    <a:pt x="303062" y="67778"/>
                    <a:pt x="293472" y="51084"/>
                    <a:pt x="281562" y="38505"/>
                  </a:cubicBezTo>
                  <a:cubicBezTo>
                    <a:pt x="269652" y="25925"/>
                    <a:pt x="253604" y="14852"/>
                    <a:pt x="237485" y="8705"/>
                  </a:cubicBezTo>
                  <a:cubicBezTo>
                    <a:pt x="221365" y="2535"/>
                    <a:pt x="202089" y="0"/>
                    <a:pt x="184894" y="1602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  <p:sp>
          <p:nvSpPr>
            <p:cNvPr id="6" name="Outer right wave"/>
            <p:cNvSpPr/>
            <p:nvPr/>
          </p:nvSpPr>
          <p:spPr>
            <a:xfrm>
              <a:off x="6493003" y="1371600"/>
              <a:ext cx="608684" cy="1339174"/>
            </a:xfrm>
            <a:custGeom>
              <a:avLst/>
              <a:gdLst/>
              <a:ahLst/>
              <a:cxnLst/>
              <a:rect l="l" t="t" r="r" b="b"/>
              <a:pathLst>
                <a:path w="608684" h="1339174">
                  <a:moveTo>
                    <a:pt x="428068" y="1308"/>
                  </a:moveTo>
                  <a:cubicBezTo>
                    <a:pt x="410564" y="2607"/>
                    <a:pt x="392555" y="7031"/>
                    <a:pt x="376173" y="13393"/>
                  </a:cubicBezTo>
                  <a:cubicBezTo>
                    <a:pt x="359791" y="19778"/>
                    <a:pt x="343695" y="28819"/>
                    <a:pt x="329728" y="39485"/>
                  </a:cubicBezTo>
                  <a:cubicBezTo>
                    <a:pt x="315761" y="50176"/>
                    <a:pt x="302919" y="63401"/>
                    <a:pt x="292396" y="77511"/>
                  </a:cubicBezTo>
                  <a:cubicBezTo>
                    <a:pt x="281873" y="91622"/>
                    <a:pt x="273430" y="107861"/>
                    <a:pt x="266566" y="124147"/>
                  </a:cubicBezTo>
                  <a:cubicBezTo>
                    <a:pt x="259703" y="140458"/>
                    <a:pt x="256067" y="158204"/>
                    <a:pt x="251212" y="175327"/>
                  </a:cubicBezTo>
                  <a:cubicBezTo>
                    <a:pt x="246358" y="192475"/>
                    <a:pt x="242053" y="209790"/>
                    <a:pt x="237461" y="227010"/>
                  </a:cubicBezTo>
                  <a:cubicBezTo>
                    <a:pt x="232893" y="244253"/>
                    <a:pt x="228301" y="261472"/>
                    <a:pt x="223709" y="278692"/>
                  </a:cubicBezTo>
                  <a:cubicBezTo>
                    <a:pt x="219117" y="295911"/>
                    <a:pt x="214549" y="313155"/>
                    <a:pt x="209934" y="330374"/>
                  </a:cubicBezTo>
                  <a:cubicBezTo>
                    <a:pt x="205294" y="347593"/>
                    <a:pt x="200559" y="364765"/>
                    <a:pt x="195967" y="381985"/>
                  </a:cubicBezTo>
                  <a:cubicBezTo>
                    <a:pt x="191375" y="399204"/>
                    <a:pt x="186855" y="416471"/>
                    <a:pt x="182359" y="433715"/>
                  </a:cubicBezTo>
                  <a:cubicBezTo>
                    <a:pt x="177886" y="450958"/>
                    <a:pt x="173510" y="468249"/>
                    <a:pt x="169061" y="485516"/>
                  </a:cubicBezTo>
                  <a:cubicBezTo>
                    <a:pt x="164613" y="502784"/>
                    <a:pt x="160141" y="520027"/>
                    <a:pt x="155716" y="537294"/>
                  </a:cubicBezTo>
                  <a:cubicBezTo>
                    <a:pt x="151316" y="554562"/>
                    <a:pt x="146915" y="571853"/>
                    <a:pt x="142634" y="589144"/>
                  </a:cubicBezTo>
                  <a:cubicBezTo>
                    <a:pt x="138329" y="606459"/>
                    <a:pt x="134216" y="623798"/>
                    <a:pt x="129983" y="641113"/>
                  </a:cubicBezTo>
                  <a:cubicBezTo>
                    <a:pt x="125750" y="658428"/>
                    <a:pt x="121349" y="675696"/>
                    <a:pt x="117188" y="693035"/>
                  </a:cubicBezTo>
                  <a:cubicBezTo>
                    <a:pt x="113026" y="710374"/>
                    <a:pt x="109033" y="727737"/>
                    <a:pt x="105062" y="745123"/>
                  </a:cubicBezTo>
                  <a:cubicBezTo>
                    <a:pt x="101069" y="762486"/>
                    <a:pt x="97242" y="779897"/>
                    <a:pt x="93272" y="797284"/>
                  </a:cubicBezTo>
                  <a:cubicBezTo>
                    <a:pt x="89302" y="814671"/>
                    <a:pt x="85260" y="832010"/>
                    <a:pt x="81242" y="849397"/>
                  </a:cubicBezTo>
                  <a:cubicBezTo>
                    <a:pt x="77224" y="866760"/>
                    <a:pt x="73159" y="884122"/>
                    <a:pt x="69189" y="901485"/>
                  </a:cubicBezTo>
                  <a:cubicBezTo>
                    <a:pt x="65195" y="918872"/>
                    <a:pt x="61273" y="936259"/>
                    <a:pt x="57374" y="953646"/>
                  </a:cubicBezTo>
                  <a:cubicBezTo>
                    <a:pt x="53452" y="971033"/>
                    <a:pt x="49602" y="988444"/>
                    <a:pt x="45679" y="1005830"/>
                  </a:cubicBezTo>
                  <a:cubicBezTo>
                    <a:pt x="41781" y="1023217"/>
                    <a:pt x="37787" y="1040604"/>
                    <a:pt x="33913" y="1057991"/>
                  </a:cubicBezTo>
                  <a:cubicBezTo>
                    <a:pt x="30038" y="1075402"/>
                    <a:pt x="26284" y="1092836"/>
                    <a:pt x="22457" y="1110247"/>
                  </a:cubicBezTo>
                  <a:cubicBezTo>
                    <a:pt x="18630" y="1127634"/>
                    <a:pt x="14589" y="1145021"/>
                    <a:pt x="10930" y="1162456"/>
                  </a:cubicBezTo>
                  <a:cubicBezTo>
                    <a:pt x="7247" y="1179890"/>
                    <a:pt x="885" y="1197397"/>
                    <a:pt x="430" y="1214855"/>
                  </a:cubicBezTo>
                  <a:cubicBezTo>
                    <a:pt x="0" y="1232338"/>
                    <a:pt x="1865" y="1251399"/>
                    <a:pt x="8275" y="1267351"/>
                  </a:cubicBezTo>
                  <a:cubicBezTo>
                    <a:pt x="14684" y="1283303"/>
                    <a:pt x="25973" y="1299278"/>
                    <a:pt x="38863" y="1310567"/>
                  </a:cubicBezTo>
                  <a:cubicBezTo>
                    <a:pt x="51778" y="1321855"/>
                    <a:pt x="69117" y="1331063"/>
                    <a:pt x="85715" y="1335128"/>
                  </a:cubicBezTo>
                  <a:cubicBezTo>
                    <a:pt x="102336" y="1339170"/>
                    <a:pt x="122019" y="1339146"/>
                    <a:pt x="138569" y="1334889"/>
                  </a:cubicBezTo>
                  <a:cubicBezTo>
                    <a:pt x="155118" y="1330608"/>
                    <a:pt x="171788" y="1320755"/>
                    <a:pt x="184989" y="1309538"/>
                  </a:cubicBezTo>
                  <a:cubicBezTo>
                    <a:pt x="198215" y="1298322"/>
                    <a:pt x="208475" y="1282561"/>
                    <a:pt x="217874" y="1267566"/>
                  </a:cubicBezTo>
                  <a:cubicBezTo>
                    <a:pt x="227297" y="1252595"/>
                    <a:pt x="234543" y="1236021"/>
                    <a:pt x="241527" y="1219662"/>
                  </a:cubicBezTo>
                  <a:cubicBezTo>
                    <a:pt x="248510" y="1203304"/>
                    <a:pt x="253676" y="1186132"/>
                    <a:pt x="259750" y="1169391"/>
                  </a:cubicBezTo>
                  <a:cubicBezTo>
                    <a:pt x="265849" y="1152650"/>
                    <a:pt x="272019" y="1135909"/>
                    <a:pt x="278094" y="1119144"/>
                  </a:cubicBezTo>
                  <a:cubicBezTo>
                    <a:pt x="284169" y="1102403"/>
                    <a:pt x="290195" y="1085614"/>
                    <a:pt x="296246" y="1068849"/>
                  </a:cubicBezTo>
                  <a:cubicBezTo>
                    <a:pt x="302297" y="1052084"/>
                    <a:pt x="308371" y="1035319"/>
                    <a:pt x="314398" y="1018554"/>
                  </a:cubicBezTo>
                  <a:cubicBezTo>
                    <a:pt x="320425" y="1001765"/>
                    <a:pt x="326380" y="984976"/>
                    <a:pt x="332407" y="968187"/>
                  </a:cubicBezTo>
                  <a:cubicBezTo>
                    <a:pt x="338410" y="951398"/>
                    <a:pt x="344437" y="934633"/>
                    <a:pt x="350439" y="917844"/>
                  </a:cubicBezTo>
                  <a:cubicBezTo>
                    <a:pt x="356466" y="901079"/>
                    <a:pt x="362493" y="884290"/>
                    <a:pt x="368496" y="867501"/>
                  </a:cubicBezTo>
                  <a:cubicBezTo>
                    <a:pt x="374499" y="850736"/>
                    <a:pt x="380454" y="833923"/>
                    <a:pt x="386481" y="817158"/>
                  </a:cubicBezTo>
                  <a:cubicBezTo>
                    <a:pt x="392508" y="800369"/>
                    <a:pt x="398630" y="783628"/>
                    <a:pt x="404681" y="766863"/>
                  </a:cubicBezTo>
                  <a:cubicBezTo>
                    <a:pt x="410731" y="750098"/>
                    <a:pt x="416758" y="733309"/>
                    <a:pt x="422761" y="716544"/>
                  </a:cubicBezTo>
                  <a:cubicBezTo>
                    <a:pt x="428788" y="699755"/>
                    <a:pt x="434839" y="682990"/>
                    <a:pt x="440842" y="666201"/>
                  </a:cubicBezTo>
                  <a:cubicBezTo>
                    <a:pt x="446844" y="649412"/>
                    <a:pt x="452799" y="632623"/>
                    <a:pt x="458802" y="615834"/>
                  </a:cubicBezTo>
                  <a:cubicBezTo>
                    <a:pt x="464805" y="599045"/>
                    <a:pt x="470880" y="582280"/>
                    <a:pt x="476907" y="565515"/>
                  </a:cubicBezTo>
                  <a:cubicBezTo>
                    <a:pt x="482933" y="548750"/>
                    <a:pt x="488936" y="531961"/>
                    <a:pt x="494987" y="515196"/>
                  </a:cubicBezTo>
                  <a:cubicBezTo>
                    <a:pt x="501038" y="498431"/>
                    <a:pt x="507208" y="481690"/>
                    <a:pt x="513259" y="464925"/>
                  </a:cubicBezTo>
                  <a:cubicBezTo>
                    <a:pt x="519310" y="448160"/>
                    <a:pt x="525265" y="431371"/>
                    <a:pt x="531291" y="414582"/>
                  </a:cubicBezTo>
                  <a:cubicBezTo>
                    <a:pt x="537294" y="397793"/>
                    <a:pt x="543369" y="381028"/>
                    <a:pt x="549276" y="364215"/>
                  </a:cubicBezTo>
                  <a:cubicBezTo>
                    <a:pt x="555183" y="347402"/>
                    <a:pt x="560923" y="330518"/>
                    <a:pt x="566759" y="313681"/>
                  </a:cubicBezTo>
                  <a:cubicBezTo>
                    <a:pt x="572618" y="296844"/>
                    <a:pt x="578645" y="280055"/>
                    <a:pt x="584337" y="263170"/>
                  </a:cubicBezTo>
                  <a:cubicBezTo>
                    <a:pt x="590005" y="246262"/>
                    <a:pt x="596893" y="229545"/>
                    <a:pt x="600839" y="212301"/>
                  </a:cubicBezTo>
                  <a:cubicBezTo>
                    <a:pt x="604785" y="195034"/>
                    <a:pt x="608683" y="177097"/>
                    <a:pt x="608037" y="159639"/>
                  </a:cubicBezTo>
                  <a:cubicBezTo>
                    <a:pt x="607368" y="142180"/>
                    <a:pt x="603206" y="123908"/>
                    <a:pt x="596893" y="107550"/>
                  </a:cubicBezTo>
                  <a:cubicBezTo>
                    <a:pt x="590579" y="91191"/>
                    <a:pt x="581252" y="75048"/>
                    <a:pt x="570155" y="61488"/>
                  </a:cubicBezTo>
                  <a:cubicBezTo>
                    <a:pt x="559058" y="47927"/>
                    <a:pt x="545091" y="35515"/>
                    <a:pt x="530263" y="26188"/>
                  </a:cubicBezTo>
                  <a:cubicBezTo>
                    <a:pt x="515435" y="16861"/>
                    <a:pt x="498192" y="9710"/>
                    <a:pt x="481164" y="5548"/>
                  </a:cubicBezTo>
                  <a:cubicBezTo>
                    <a:pt x="464136" y="1411"/>
                    <a:pt x="445577" y="0"/>
                    <a:pt x="428070" y="1315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/>
          </p:spPr>
        </p:sp>
      </p:grpSp>
      <p:sp>
        <p:nvSpPr>
          <p:cNvPr id="7" name="Wordmark (vertical)"/>
          <p:cNvSpPr txBox="1"/>
          <p:nvPr/>
        </p:nvSpPr>
        <p:spPr>
          <a:xfrm>
            <a:off x="2438248" y="3494638"/>
            <a:ext cx="731520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Voice Command AI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434340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Your voice. Every agent. One command center.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5029200"/>
            <a:ext cx="8168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Figures, slogans and applications in this document are proposals. Application mockups do not replace the logo source files; final release vectors and platform icon packages are produced separately.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ice Command AI">
  <a:themeElements>
    <a:clrScheme name="Voice Command AI">
      <a:dk1>
        <a:srgbClr val="101B35"/>
      </a:dk1>
      <a:lt1>
        <a:srgbClr val="FFFFFF"/>
      </a:lt1>
      <a:dk2>
        <a:srgbClr val="5A6782"/>
      </a:dk2>
      <a:lt2>
        <a:srgbClr val="F5F7FB"/>
      </a:lt2>
      <a:accent1>
        <a:srgbClr val="0361F7"/>
      </a:accent1>
      <a:accent2>
        <a:srgbClr val="00CFE8"/>
      </a:accent2>
      <a:accent3>
        <a:srgbClr val="1FA971"/>
      </a:accent3>
      <a:accent4>
        <a:srgbClr val="F2A007"/>
      </a:accent4>
      <a:accent5>
        <a:srgbClr val="E5484D"/>
      </a:accent5>
      <a:accent6>
        <a:srgbClr val="DCE6F7"/>
      </a:accent6>
      <a:hlink>
        <a:srgbClr val="0361F7"/>
      </a:hlink>
      <a:folHlink>
        <a:srgbClr val="5A6782"/>
      </a:folHlink>
    </a:clrScheme>
    <a:fontScheme name="Voice Command AI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Command AI Brand Definition</dc:title>
  <dc:subject>PptxGenJS Presentation</dc:subject>
  <dc:creator>Voice Command AI</dc:creator>
  <cp:lastModifiedBy>Voice Command AI</cp:lastModifiedBy>
  <cp:revision>1</cp:revision>
  <dcterms:created xsi:type="dcterms:W3CDTF">2026-10-29T17:51:52Z</dcterms:created>
  <dcterms:modified xsi:type="dcterms:W3CDTF">2026-10-29T17:51:52Z</dcterms:modified>
</cp:coreProperties>
</file>